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00c46a125c4bf1" /><Relationship Type="http://schemas.openxmlformats.org/officeDocument/2006/relationships/extended-properties" Target="/docProps/app.xml" Id="R31807dc225a849c1" /><Relationship Type="http://schemas.openxmlformats.org/officeDocument/2006/relationships/officeDocument" Target="/ppt/presentation.xml" Id="R580bf05c52d140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3e403a480d41a1"/>
  </p:sldMasterIdLst>
  <p:notesMasterIdLst>
    <p:notesMasterId xmlns:r="http://schemas.openxmlformats.org/officeDocument/2006/relationships" r:id="R80fec2e0116d4b45"/>
  </p:notesMasterIdLst>
  <p:sldIdLst>
    <p:sldId xmlns:r="http://schemas.openxmlformats.org/officeDocument/2006/relationships" id="256" r:id="Reaa84c50050c4cf9"/>
    <p:sldId xmlns:r="http://schemas.openxmlformats.org/officeDocument/2006/relationships" id="257" r:id="R0fe4fa1a0cf34e2c"/>
    <p:sldId xmlns:r="http://schemas.openxmlformats.org/officeDocument/2006/relationships" id="258" r:id="Rbb1edf8cb7d5458a"/>
    <p:sldId xmlns:r="http://schemas.openxmlformats.org/officeDocument/2006/relationships" id="259" r:id="Re9761dd4150c43e5"/>
    <p:sldId xmlns:r="http://schemas.openxmlformats.org/officeDocument/2006/relationships" id="260" r:id="Rea3568810d3041df"/>
    <p:sldId xmlns:r="http://schemas.openxmlformats.org/officeDocument/2006/relationships" id="261" r:id="Rd45536cee3ce4192"/>
    <p:sldId xmlns:r="http://schemas.openxmlformats.org/officeDocument/2006/relationships" id="262" r:id="R8738bd8157d64c36"/>
    <p:sldId xmlns:r="http://schemas.openxmlformats.org/officeDocument/2006/relationships" id="263" r:id="Rcd6950159ec54787"/>
    <p:sldId xmlns:r="http://schemas.openxmlformats.org/officeDocument/2006/relationships" id="264" r:id="R03f8b9b8a71c4312"/>
    <p:sldId xmlns:r="http://schemas.openxmlformats.org/officeDocument/2006/relationships" id="265" r:id="R494b8a0321ca425c"/>
    <p:sldId xmlns:r="http://schemas.openxmlformats.org/officeDocument/2006/relationships" id="266" r:id="Rcc0226039ab14081"/>
    <p:sldId xmlns:r="http://schemas.openxmlformats.org/officeDocument/2006/relationships" id="267" r:id="R45b5f2beaf454ef6"/>
    <p:sldId xmlns:r="http://schemas.openxmlformats.org/officeDocument/2006/relationships" id="268" r:id="R482b13f9a8ee4af2"/>
    <p:sldId xmlns:r="http://schemas.openxmlformats.org/officeDocument/2006/relationships" id="269" r:id="R6937cbe7eef841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caf3476dd646df" /><Relationship Type="http://schemas.openxmlformats.org/officeDocument/2006/relationships/slideMaster" Target="/ppt/slideMasters/slideMaster1.xml" Id="R843e403a480d41a1" /><Relationship Type="http://schemas.openxmlformats.org/officeDocument/2006/relationships/notesMaster" Target="/ppt/notesMasters/notesMaster1.xml" Id="R80fec2e0116d4b45" /><Relationship Type="http://schemas.openxmlformats.org/officeDocument/2006/relationships/presProps" Target="/ppt/presProps.xml" Id="R004503a56d1a4fde" /><Relationship Type="http://schemas.openxmlformats.org/officeDocument/2006/relationships/tableStyles" Target="/ppt/tableStyles.xml" Id="R5e740fe38fed4fd3" /><Relationship Type="http://schemas.openxmlformats.org/officeDocument/2006/relationships/slide" Target="/ppt/slides/slide1.xml" Id="Reaa84c50050c4cf9" /><Relationship Type="http://schemas.openxmlformats.org/officeDocument/2006/relationships/slide" Target="/ppt/slides/slide2.xml" Id="R0fe4fa1a0cf34e2c" /><Relationship Type="http://schemas.openxmlformats.org/officeDocument/2006/relationships/slide" Target="/ppt/slides/slide3.xml" Id="Rbb1edf8cb7d5458a" /><Relationship Type="http://schemas.openxmlformats.org/officeDocument/2006/relationships/slide" Target="/ppt/slides/slide4.xml" Id="Re9761dd4150c43e5" /><Relationship Type="http://schemas.openxmlformats.org/officeDocument/2006/relationships/slide" Target="/ppt/slides/slide5.xml" Id="Rea3568810d3041df" /><Relationship Type="http://schemas.openxmlformats.org/officeDocument/2006/relationships/slide" Target="/ppt/slides/slide6.xml" Id="Rd45536cee3ce4192" /><Relationship Type="http://schemas.openxmlformats.org/officeDocument/2006/relationships/slide" Target="/ppt/slides/slide7.xml" Id="R8738bd8157d64c36" /><Relationship Type="http://schemas.openxmlformats.org/officeDocument/2006/relationships/slide" Target="/ppt/slides/slide8.xml" Id="Rcd6950159ec54787" /><Relationship Type="http://schemas.openxmlformats.org/officeDocument/2006/relationships/slide" Target="/ppt/slides/slide9.xml" Id="R03f8b9b8a71c4312" /><Relationship Type="http://schemas.openxmlformats.org/officeDocument/2006/relationships/slide" Target="/ppt/slides/slide10.xml" Id="R494b8a0321ca425c" /><Relationship Type="http://schemas.openxmlformats.org/officeDocument/2006/relationships/slide" Target="/ppt/slides/slide11.xml" Id="Rcc0226039ab14081" /><Relationship Type="http://schemas.openxmlformats.org/officeDocument/2006/relationships/slide" Target="/ppt/slides/slide12.xml" Id="R45b5f2beaf454ef6" /><Relationship Type="http://schemas.openxmlformats.org/officeDocument/2006/relationships/slide" Target="/ppt/slides/slide13.xml" Id="R482b13f9a8ee4af2" /><Relationship Type="http://schemas.openxmlformats.org/officeDocument/2006/relationships/slide" Target="/ppt/slides/slide14.xml" Id="R6937cbe7eef841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434c40f24b40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07bd701e714ca3" /><Relationship Type="http://schemas.openxmlformats.org/officeDocument/2006/relationships/notesMaster" Target="/ppt/notesMasters/notesMaster1.xml" Id="R05fff15d958649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841aa1362249c8" /><Relationship Type="http://schemas.openxmlformats.org/officeDocument/2006/relationships/notesMaster" Target="/ppt/notesMasters/notesMaster1.xml" Id="R632960bd865c4d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60938e53594f49" /><Relationship Type="http://schemas.openxmlformats.org/officeDocument/2006/relationships/notesMaster" Target="/ppt/notesMasters/notesMaster1.xml" Id="Reb8346e9189645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91c1efdbb6457d" /><Relationship Type="http://schemas.openxmlformats.org/officeDocument/2006/relationships/notesMaster" Target="/ppt/notesMasters/notesMaster1.xml" Id="Raa6a324719a344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971f6d16e44bc1" /><Relationship Type="http://schemas.openxmlformats.org/officeDocument/2006/relationships/notesMaster" Target="/ppt/notesMasters/notesMaster1.xml" Id="R9bccf3c39da44b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f4ea3430d8439b" /><Relationship Type="http://schemas.openxmlformats.org/officeDocument/2006/relationships/notesMaster" Target="/ppt/notesMasters/notesMaster1.xml" Id="R7e2051bde02b4b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cd1551bca340e4" /><Relationship Type="http://schemas.openxmlformats.org/officeDocument/2006/relationships/notesMaster" Target="/ppt/notesMasters/notesMaster1.xml" Id="R013fa97d24ba47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94d96677a047f7" /><Relationship Type="http://schemas.openxmlformats.org/officeDocument/2006/relationships/notesMaster" Target="/ppt/notesMasters/notesMaster1.xml" Id="Rafbad86f9c0244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f524efb0ab42e4" /><Relationship Type="http://schemas.openxmlformats.org/officeDocument/2006/relationships/notesMaster" Target="/ppt/notesMasters/notesMaster1.xml" Id="R3d88b2279c9b4d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c19c5a11024474" /><Relationship Type="http://schemas.openxmlformats.org/officeDocument/2006/relationships/notesMaster" Target="/ppt/notesMasters/notesMaster1.xml" Id="R05ecda9b746a40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29f0e671784c1a" /><Relationship Type="http://schemas.openxmlformats.org/officeDocument/2006/relationships/notesMaster" Target="/ppt/notesMasters/notesMaster1.xml" Id="Ra0636c17c8584a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c5e49104df4a3c" /><Relationship Type="http://schemas.openxmlformats.org/officeDocument/2006/relationships/notesMaster" Target="/ppt/notesMasters/notesMaster1.xml" Id="Rac801da2ce804d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bf03e42c5e49f2" /><Relationship Type="http://schemas.openxmlformats.org/officeDocument/2006/relationships/notesMaster" Target="/ppt/notesMasters/notesMaster1.xml" Id="Rb2fc1b71506341b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2b24edbe7c4141" /><Relationship Type="http://schemas.openxmlformats.org/officeDocument/2006/relationships/notesMaster" Target="/ppt/notesMasters/notesMaster1.xml" Id="R8349afe839ff48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三个入口分别停留在问答案、拼流程和写代码；Blocky 的教育价值是让学生直接搭建 Agent，理解角色、知识、工具、记忆、权限与运行轨迹怎样共同形成行为。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f4bc266b14b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caf7ad62bb4b82" /><Relationship Type="http://schemas.openxmlformats.org/officeDocument/2006/relationships/slideLayout" Target="/ppt/slideLayouts/slideLayout1.xml" Id="Rb81f76ba6d0c45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f76ba6d0c45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8bf11a9d94708" /><Relationship Type="http://schemas.openxmlformats.org/officeDocument/2006/relationships/image" Target="/ppt/media/image.png" Id="Rf9bce5dc0e5248a7" /><Relationship Type="http://schemas.openxmlformats.org/officeDocument/2006/relationships/notesSlide" Target="/ppt/notesSlides/notesSlide1.xml" Id="R28f6b5134fe747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13dd007c241ec" /><Relationship Type="http://schemas.openxmlformats.org/officeDocument/2006/relationships/notesSlide" Target="/ppt/notesSlides/notesSlide2.xml" Id="Rd06b98b603874a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56d7e19024ca3" /><Relationship Type="http://schemas.openxmlformats.org/officeDocument/2006/relationships/notesSlide" Target="/ppt/notesSlides/notesSlide3.xml" Id="R3edf097c4b4644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d283a2c0c44d4" /><Relationship Type="http://schemas.openxmlformats.org/officeDocument/2006/relationships/image" Target="/ppt/media/image2.png" Id="Re03cd830b97f4b44" /><Relationship Type="http://schemas.openxmlformats.org/officeDocument/2006/relationships/notesSlide" Target="/ppt/notesSlides/notesSlide4.xml" Id="Reb4e6e15aa7948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e1a732fe540ba" /><Relationship Type="http://schemas.openxmlformats.org/officeDocument/2006/relationships/notesSlide" Target="/ppt/notesSlides/notesSlide5.xml" Id="R0a505ee4ee134e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db6a7cae14053" /><Relationship Type="http://schemas.openxmlformats.org/officeDocument/2006/relationships/notesSlide" Target="/ppt/notesSlides/notesSlide6.xml" Id="Rc80afc9c795c46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b982f438b46da" /><Relationship Type="http://schemas.openxmlformats.org/officeDocument/2006/relationships/notesSlide" Target="/ppt/notesSlides/notesSlide7.xml" Id="R7942eb7f36a748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c93cfb78a4af8" /><Relationship Type="http://schemas.openxmlformats.org/officeDocument/2006/relationships/notesSlide" Target="/ppt/notesSlides/notesSlide8.xml" Id="R82c8ec3039d34b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c83cb9f7f4846" /><Relationship Type="http://schemas.openxmlformats.org/officeDocument/2006/relationships/image" Target="/ppt/media/image3.png" Id="Ra2ff84686f5e4cfb" /><Relationship Type="http://schemas.openxmlformats.org/officeDocument/2006/relationships/notesSlide" Target="/ppt/notesSlides/notesSlide9.xml" Id="R9620f9ccd30245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b322e2c914d13" /><Relationship Type="http://schemas.openxmlformats.org/officeDocument/2006/relationships/notesSlide" Target="/ppt/notesSlides/notesSlide10.xml" Id="Rd150b12e83324f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69a28fe164943" /><Relationship Type="http://schemas.openxmlformats.org/officeDocument/2006/relationships/notesSlide" Target="/ppt/notesSlides/notesSlide11.xml" Id="Raacd4f2a786f4a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374240e894b4a" /><Relationship Type="http://schemas.openxmlformats.org/officeDocument/2006/relationships/notesSlide" Target="/ppt/notesSlides/notesSlide12.xml" Id="R1e9c90168ce64c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309be5ea74d47" /><Relationship Type="http://schemas.openxmlformats.org/officeDocument/2006/relationships/notesSlide" Target="/ppt/notesSlides/notesSlide13.xml" Id="R88bbf2d57162499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a54980f784797" /><Relationship Type="http://schemas.openxmlformats.org/officeDocument/2006/relationships/notesSlide" Target="/ppt/notesSlides/notesSlide14.xml" Id="Rd5da033af3304b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bce5dc0e5248a7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Agent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课堂需要的不是更多答案，而是学生能搭建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角色、知识、记忆、工具、权限与运行轨迹，决定 Agent 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提问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得到结果，却看不见 Agent 的结构与运行过程。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节点能串起步骤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参数与拓扑偏工程化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初学者难读、难改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表达力强，但环境、依赖与语法抬高课堂搭建门槛。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把 Agent 的结构、运行和解释，变成学生可以亲手编辑的积木。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3cd830b97f4b44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搭建与运行链路，已有可复现技术证据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Core 实证与正式契约共同支撑 Agent 产品地基。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ff84686f5e4cfb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2026-08-24T15:36:53.3680000Z</dcterms:created>
  <dcterms:modified xsi:type="dcterms:W3CDTF">2026-08-24T15:36:53.3680000Z</dcterms:modified>
</coreProperties>
</file>