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4dc227cf1944bd" /><Relationship Type="http://schemas.openxmlformats.org/officeDocument/2006/relationships/extended-properties" Target="/docProps/app.xml" Id="Rc21defdd1f4c4965" /><Relationship Type="http://schemas.openxmlformats.org/officeDocument/2006/relationships/officeDocument" Target="/ppt/presentation.xml" Id="R457f6033a18c4a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919b6b8d2141d4"/>
  </p:sldMasterIdLst>
  <p:notesMasterIdLst>
    <p:notesMasterId xmlns:r="http://schemas.openxmlformats.org/officeDocument/2006/relationships" r:id="R6c3cf2bf73a3452a"/>
  </p:notesMasterIdLst>
  <p:sldIdLst>
    <p:sldId xmlns:r="http://schemas.openxmlformats.org/officeDocument/2006/relationships" id="256" r:id="R25b253aa7067421d"/>
    <p:sldId xmlns:r="http://schemas.openxmlformats.org/officeDocument/2006/relationships" id="257" r:id="R9d215881f5a944dd"/>
    <p:sldId xmlns:r="http://schemas.openxmlformats.org/officeDocument/2006/relationships" id="258" r:id="Rd8296b159fce4fdd"/>
    <p:sldId xmlns:r="http://schemas.openxmlformats.org/officeDocument/2006/relationships" id="259" r:id="R13510ff4f5ed4d95"/>
    <p:sldId xmlns:r="http://schemas.openxmlformats.org/officeDocument/2006/relationships" id="260" r:id="Rc775176e28434a0b"/>
    <p:sldId xmlns:r="http://schemas.openxmlformats.org/officeDocument/2006/relationships" id="261" r:id="Rce8028b252c24373"/>
    <p:sldId xmlns:r="http://schemas.openxmlformats.org/officeDocument/2006/relationships" id="262" r:id="Rcfa49a51c68b4e38"/>
    <p:sldId xmlns:r="http://schemas.openxmlformats.org/officeDocument/2006/relationships" id="263" r:id="R9e95e016453f4674"/>
    <p:sldId xmlns:r="http://schemas.openxmlformats.org/officeDocument/2006/relationships" id="264" r:id="R590b3316820c4e98"/>
    <p:sldId xmlns:r="http://schemas.openxmlformats.org/officeDocument/2006/relationships" id="265" r:id="Rfc28697ed9634241"/>
    <p:sldId xmlns:r="http://schemas.openxmlformats.org/officeDocument/2006/relationships" id="266" r:id="R16bbbfbcd2014958"/>
    <p:sldId xmlns:r="http://schemas.openxmlformats.org/officeDocument/2006/relationships" id="267" r:id="Rbb3ac6ae028149de"/>
    <p:sldId xmlns:r="http://schemas.openxmlformats.org/officeDocument/2006/relationships" id="268" r:id="R564050805daa434a"/>
    <p:sldId xmlns:r="http://schemas.openxmlformats.org/officeDocument/2006/relationships" id="269" r:id="Rbc3e9cd678304f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7dad03aba74634" /><Relationship Type="http://schemas.openxmlformats.org/officeDocument/2006/relationships/slideMaster" Target="/ppt/slideMasters/slideMaster1.xml" Id="Ra7919b6b8d2141d4" /><Relationship Type="http://schemas.openxmlformats.org/officeDocument/2006/relationships/notesMaster" Target="/ppt/notesMasters/notesMaster1.xml" Id="R6c3cf2bf73a3452a" /><Relationship Type="http://schemas.openxmlformats.org/officeDocument/2006/relationships/presProps" Target="/ppt/presProps.xml" Id="R7a093f31b6e14cbd" /><Relationship Type="http://schemas.openxmlformats.org/officeDocument/2006/relationships/tableStyles" Target="/ppt/tableStyles.xml" Id="Rd4c10f8a6069465e" /><Relationship Type="http://schemas.openxmlformats.org/officeDocument/2006/relationships/slide" Target="/ppt/slides/slide1.xml" Id="R25b253aa7067421d" /><Relationship Type="http://schemas.openxmlformats.org/officeDocument/2006/relationships/slide" Target="/ppt/slides/slide2.xml" Id="R9d215881f5a944dd" /><Relationship Type="http://schemas.openxmlformats.org/officeDocument/2006/relationships/slide" Target="/ppt/slides/slide3.xml" Id="Rd8296b159fce4fdd" /><Relationship Type="http://schemas.openxmlformats.org/officeDocument/2006/relationships/slide" Target="/ppt/slides/slide4.xml" Id="R13510ff4f5ed4d95" /><Relationship Type="http://schemas.openxmlformats.org/officeDocument/2006/relationships/slide" Target="/ppt/slides/slide5.xml" Id="Rc775176e28434a0b" /><Relationship Type="http://schemas.openxmlformats.org/officeDocument/2006/relationships/slide" Target="/ppt/slides/slide6.xml" Id="Rce8028b252c24373" /><Relationship Type="http://schemas.openxmlformats.org/officeDocument/2006/relationships/slide" Target="/ppt/slides/slide7.xml" Id="Rcfa49a51c68b4e38" /><Relationship Type="http://schemas.openxmlformats.org/officeDocument/2006/relationships/slide" Target="/ppt/slides/slide8.xml" Id="R9e95e016453f4674" /><Relationship Type="http://schemas.openxmlformats.org/officeDocument/2006/relationships/slide" Target="/ppt/slides/slide9.xml" Id="R590b3316820c4e98" /><Relationship Type="http://schemas.openxmlformats.org/officeDocument/2006/relationships/slide" Target="/ppt/slides/slide10.xml" Id="Rfc28697ed9634241" /><Relationship Type="http://schemas.openxmlformats.org/officeDocument/2006/relationships/slide" Target="/ppt/slides/slide11.xml" Id="R16bbbfbcd2014958" /><Relationship Type="http://schemas.openxmlformats.org/officeDocument/2006/relationships/slide" Target="/ppt/slides/slide12.xml" Id="Rbb3ac6ae028149de" /><Relationship Type="http://schemas.openxmlformats.org/officeDocument/2006/relationships/slide" Target="/ppt/slides/slide13.xml" Id="R564050805daa434a" /><Relationship Type="http://schemas.openxmlformats.org/officeDocument/2006/relationships/slide" Target="/ppt/slides/slide14.xml" Id="Rbc3e9cd678304f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f6283b0ffd46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5219e0865948e6" /><Relationship Type="http://schemas.openxmlformats.org/officeDocument/2006/relationships/notesMaster" Target="/ppt/notesMasters/notesMaster1.xml" Id="R40faab49bb264a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5ce618f6cf4d95" /><Relationship Type="http://schemas.openxmlformats.org/officeDocument/2006/relationships/notesMaster" Target="/ppt/notesMasters/notesMaster1.xml" Id="Ra9aac55c9ade4f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d1d3f7512d4f5f" /><Relationship Type="http://schemas.openxmlformats.org/officeDocument/2006/relationships/notesMaster" Target="/ppt/notesMasters/notesMaster1.xml" Id="Ra95c87298ee247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32dda107c44c33" /><Relationship Type="http://schemas.openxmlformats.org/officeDocument/2006/relationships/notesMaster" Target="/ppt/notesMasters/notesMaster1.xml" Id="R1fc60910169d4a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c53ea5d8494deb" /><Relationship Type="http://schemas.openxmlformats.org/officeDocument/2006/relationships/notesMaster" Target="/ppt/notesMasters/notesMaster1.xml" Id="R6341e02cf28742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5cac2d1416424e" /><Relationship Type="http://schemas.openxmlformats.org/officeDocument/2006/relationships/notesMaster" Target="/ppt/notesMasters/notesMaster1.xml" Id="R900927bc4d9742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c9891286c3435d" /><Relationship Type="http://schemas.openxmlformats.org/officeDocument/2006/relationships/notesMaster" Target="/ppt/notesMasters/notesMaster1.xml" Id="R92123dcdc0ef48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a23a0ba3d544a7" /><Relationship Type="http://schemas.openxmlformats.org/officeDocument/2006/relationships/notesMaster" Target="/ppt/notesMasters/notesMaster1.xml" Id="Rb405ca16899f42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c31383bdff496a" /><Relationship Type="http://schemas.openxmlformats.org/officeDocument/2006/relationships/notesMaster" Target="/ppt/notesMasters/notesMaster1.xml" Id="R3b65430f30764e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2da73c312f466f" /><Relationship Type="http://schemas.openxmlformats.org/officeDocument/2006/relationships/notesMaster" Target="/ppt/notesMasters/notesMaster1.xml" Id="R968c42a09eef4d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82ad6916c64a5a" /><Relationship Type="http://schemas.openxmlformats.org/officeDocument/2006/relationships/notesMaster" Target="/ppt/notesMasters/notesMaster1.xml" Id="Rfa8c829e1c8740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80ca691d2148a4" /><Relationship Type="http://schemas.openxmlformats.org/officeDocument/2006/relationships/notesMaster" Target="/ppt/notesMasters/notesMaster1.xml" Id="R9e5fb4c2972b4e2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488e52138c4fc6" /><Relationship Type="http://schemas.openxmlformats.org/officeDocument/2006/relationships/notesMaster" Target="/ppt/notesMasters/notesMaster1.xml" Id="R7360b0e6173945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29e4ca3d774891" /><Relationship Type="http://schemas.openxmlformats.org/officeDocument/2006/relationships/notesMaster" Target="/ppt/notesMasters/notesMaster1.xml" Id="Rd4a1938e946d4a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开场只讲一句：教育场景真正需要的是把 AI 的构造过程交还给学生。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D:\1Folder\Blocky-AI\README.md (Blocky 产品定位与当前状态)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三个现有入口对应三种学习断点；Blocky 用 Scratch 式嵌套积木提供新的表达层，让学生看见角色、知识、工具、权限与运行过程。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(目标用户、教育问题与交互定位)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数字是全国教育体系基础盘，不做 TAM 推算。重点是政策方向与 Blocky 的目标人群匹配。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(教育强国建设规划纲要与教育数字化、AI 助教助学方向)</a:t>
            </a:r>
          </a:p>
          <a:p xmlns:a="http://schemas.openxmlformats.org/drawingml/2006/main">
            <a:r>
              <a:t>- D:\1Folder\Blocky-AI\doc\产品设计\Blocky-初版产品方案.md (首批教育用户)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这一页讲清完整桌面形态：左侧积木库、中间多画布与浏览器标签、右侧构建助手与运行 Agent、底部问题/日志/终端/输出。入门七类与专业十二类不是两套产品，而是共享项目格式、Workspace、IR、运行内核和安全模型。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(桌面核心界面与教育/专业共享内核)</a:t>
            </a:r>
          </a:p>
          <a:p xmlns:a="http://schemas.openxmlformats.org/drawingml/2006/main">
            <a:r>
              <a:t>- D:\1Folder\Blocky-AI\doc\产品设计\Blocky-完整积木与Agent兼容设计.md (入门七类与专业十二类)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这是首个课堂演示场景：老师掌握资料边界，学生掌握系统构造、运行观察和解释表达。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(资料问答伙伴课堂闭环)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演示视频围绕技术实证闭环展开：选择蓝图、编辑积木、运行回答、观察轨迹、保存重开；同步展示确定性 Provider、证据提示与行为复现能力。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(资料问答伙伴演示旅程与固定夹具)</a:t>
            </a:r>
          </a:p>
          <a:p xmlns:a="http://schemas.openxmlformats.org/drawingml/2006/main">
            <a:r>
              <a:t>- D:\1Folder\Blocky-AI\doc\技术设计\正式契约\07-阶段1-Demo接口交接.md (固定夹具与运行事件契约)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技术壁垒从可见积木延伸到稳定 IR、受控 Runtime、可回放 Trace，再到模板与原生配置可逆映射。四个官方 Skills、CLI、桌面画布和六个兼容模板共享积木目录、Build Spec、权限和运行事件，保持单一透明语言。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(产品墙、四层创作与阶段门禁)</a:t>
            </a:r>
          </a:p>
          <a:p xmlns:a="http://schemas.openxmlformats.org/drawingml/2006/main">
            <a:r>
              <a:t>- D:\1Folder\Blocky-AI\doc\产品设计\CLI与官方Agent-Skill.md (四个官方 Skills 与共享 CLI 边界)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兼容版图覆盖轻量代码、专业编程、个人助理、团队协作、工程开发与组合研究六类生态方向。每个方向都采用锁定上游版本、进程外运行时、版本化适配器和可逆投影，形成可核验的结构映射、配置往返与行为对照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(六个模板方向、用户任务名与独立兼容矩阵)</a:t>
            </a:r>
          </a:p>
          <a:p xmlns:a="http://schemas.openxmlformats.org/drawingml/2006/main">
            <a:r>
              <a:t>- D:\1Folder\Blocky-AI\doc\技术设计\ADR-002-原生Agent兼容运行时.md (固定上游版本、进程外运行时、版本化适配器、可逆投影)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左侧展示 Windows Core 已完成的可复现实测；右侧展示阶段 0 已冻结并通过验收的正式契约资产。二者共同证明产品路线的技术可行性和一致语义基础。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(尖峰验证范围与 360 次循环)</a:t>
            </a:r>
          </a:p>
          <a:p xmlns:a="http://schemas.openxmlformats.org/drawingml/2006/main">
            <a:r>
              <a:t>- D:\1Folder\Blocky-AI\doc\技术设计\正式契约\README.md (阶段 0 正式契约注册表)</a:t>
            </a:r>
          </a:p>
          <a:p xmlns:a="http://schemas.openxmlformats.org/drawingml/2006/main">
            <a:r>
              <a:t>- D:\1Folder\Blocky-AI\doc\验收\归档\2026-08-23\验收-Blocky阶段0契约冻结.md (阶段 0 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四项指标可以在演示现场直接核验：作品能运行、学生能解释、回答有来源、保存后可复现。教师试点可继续积累班级级完成率、解释率与引用质量数据。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(课堂闭环验收旅程)</a:t>
            </a:r>
          </a:p>
          <a:p xmlns:a="http://schemas.openxmlformats.org/drawingml/2006/main">
            <a:r>
              <a:t>- D:\1Folder\Blocky-AI\doc\技术设计\正式契约\07-阶段1-Demo接口交接.md (固定夹具与运行事件契约)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商业路径从免费教育底座进入个人能力扩展与学校/机构授权。价格用于商业设计基线，并结合教师试点、机构合作与服务成本持续校准。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(教育基础版、教育扩展版与价格设计基线)</a:t>
            </a:r>
          </a:p>
          <a:p xmlns:a="http://schemas.openxmlformats.org/drawingml/2006/main">
            <a:r>
              <a:t>- D:\1Folder\Blocky-AI\doc\执行计划\2026-08-23-Blocky-竞品驱动完整开发计划.md (教育工作区与机构服务路线)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安全不是附录，而是教育目标的一部分。所有秘密只进入 Host 安全存储或本地忽略配置。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(秘密、设置层级与 Host 安全存储边界)</a:t>
            </a:r>
          </a:p>
          <a:p xmlns:a="http://schemas.openxmlformats.org/drawingml/2006/main">
            <a:r>
              <a:t>- D:\1Folder\Blocky-AI\doc\产品设计\Blocky-底部面板终端与日志系统设计.md (日志脱敏、终端隔离与审计边界)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赛事节奏从演示闭环、教师试点到产品、兼容与商业验证。六模板兼容版图与四个官方 Skills 形成长线生态规划，连接主流 Agent 生态、学校合作与规模化服务。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(阶段 1、3–10 研发路线)</a:t>
            </a:r>
          </a:p>
          <a:p xmlns:a="http://schemas.openxmlformats.org/drawingml/2006/main">
            <a:r>
              <a:t>- D:\1Folder\Blocky-AI\doc\产品设计\Blocky-内置兼容模板.md (六模板兼容矩阵)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收束到赛事五个评估维度：可见积木到可逆映射构成创新性；免费教育底座、个人扩展、机构授权构成商业路径；教育价值聚焦创造与负责；3 分钟闭环对应可验收成效；六模板、CLI/四 Skills、社区和多端构成阶段化孵化空间。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D:\1Folder\Blocky-AI\README.md (产品愿景、六模板与产品路线)</a:t>
            </a:r>
          </a:p>
          <a:p xmlns:a="http://schemas.openxmlformats.org/drawingml/2006/main">
            <a:r>
              <a:t>- D:\1Folder\Blocky-AI\doc\执行计划\2026-08-23-Blocky-竞品驱动完整开发计划.md (CLI、Skills、社区与多端路线)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acc8e379145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b73b9c0d7c4998" /><Relationship Type="http://schemas.openxmlformats.org/officeDocument/2006/relationships/slideLayout" Target="/ppt/slideLayouts/slideLayout1.xml" Id="R2942cf4e2d314d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42cf4e2d314d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ea21d566145a5" /><Relationship Type="http://schemas.openxmlformats.org/officeDocument/2006/relationships/image" Target="/ppt/media/image.png" Id="R69965a2d9acf4b4c" /><Relationship Type="http://schemas.openxmlformats.org/officeDocument/2006/relationships/notesSlide" Target="/ppt/notesSlides/notesSlide1.xml" Id="Ra35a53313c2c40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c507423164cb5" /><Relationship Type="http://schemas.openxmlformats.org/officeDocument/2006/relationships/notesSlide" Target="/ppt/notesSlides/notesSlide2.xml" Id="R78b8f443f95a4f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000d7fdb0496f" /><Relationship Type="http://schemas.openxmlformats.org/officeDocument/2006/relationships/notesSlide" Target="/ppt/notesSlides/notesSlide3.xml" Id="Re8df9364f9614c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299c4599c4da3" /><Relationship Type="http://schemas.openxmlformats.org/officeDocument/2006/relationships/image" Target="/ppt/media/image2.png" Id="R5035421f489540ac" /><Relationship Type="http://schemas.openxmlformats.org/officeDocument/2006/relationships/notesSlide" Target="/ppt/notesSlides/notesSlide4.xml" Id="Raaf5c31bdcf64a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b2d42c2744965" /><Relationship Type="http://schemas.openxmlformats.org/officeDocument/2006/relationships/notesSlide" Target="/ppt/notesSlides/notesSlide5.xml" Id="Rb3802733f7a94b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a0bb988924b16" /><Relationship Type="http://schemas.openxmlformats.org/officeDocument/2006/relationships/notesSlide" Target="/ppt/notesSlides/notesSlide6.xml" Id="R12b730adafed47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334618d8c4feb" /><Relationship Type="http://schemas.openxmlformats.org/officeDocument/2006/relationships/notesSlide" Target="/ppt/notesSlides/notesSlide7.xml" Id="R9f988453cfec4b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621f77f094744" /><Relationship Type="http://schemas.openxmlformats.org/officeDocument/2006/relationships/notesSlide" Target="/ppt/notesSlides/notesSlide8.xml" Id="Red11fefef02f4d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2eed707974232" /><Relationship Type="http://schemas.openxmlformats.org/officeDocument/2006/relationships/image" Target="/ppt/media/image3.png" Id="R4ea63e36af844c30" /><Relationship Type="http://schemas.openxmlformats.org/officeDocument/2006/relationships/notesSlide" Target="/ppt/notesSlides/notesSlide9.xml" Id="Rf90b4b274caf42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8aaa423574162" /><Relationship Type="http://schemas.openxmlformats.org/officeDocument/2006/relationships/notesSlide" Target="/ppt/notesSlides/notesSlide10.xml" Id="R94038f2f91f341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b47c64bec49e6" /><Relationship Type="http://schemas.openxmlformats.org/officeDocument/2006/relationships/notesSlide" Target="/ppt/notesSlides/notesSlide11.xml" Id="R8b23a08834a840d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4e9a26dab4770" /><Relationship Type="http://schemas.openxmlformats.org/officeDocument/2006/relationships/notesSlide" Target="/ppt/notesSlides/notesSlide12.xml" Id="Read7373ad5b241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cc9daf05a4cf0" /><Relationship Type="http://schemas.openxmlformats.org/officeDocument/2006/relationships/notesSlide" Target="/ppt/notesSlides/notesSlide13.xml" Id="R22f6679b88bf4e2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255ea87174c3b" /><Relationship Type="http://schemas.openxmlformats.org/officeDocument/2006/relationships/notesSlide" Target="/ppt/notesSlides/notesSlide14.xml" Id="R7c9c4d07aa844c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65a2d9acf4b4c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让学生不只会用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更能搭出、看懂、讲清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AI 创作软件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参赛方案 · 教育优先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把黑箱式“使用 AI”，变成可观察、可解释、可复现的创造过程。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进课堂后，学习过程反而更容易变成黑箱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学生可能拿到更快的答案，却没有真正理解系统如何做出答案。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会问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结果很快，角色、知识、工具与权限如何协作却不可见。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会连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通过节点与连线组织流程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参数复杂，初学者门槛高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Blocky 选择嵌套积木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会写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表达力强，但入门门槛高
课堂时间易耗在
环境配置与语法上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教育真正缺的，不是另一个回答器；而是一种能让学生看见过程、解释过程、重做过程的 AI 创作工具。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政策与规模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素养正在从“会使用”升级到“会理解、会创造、会负责”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全国教育体系规模口径，仅用于说明基础覆盖面，不等同于 Blocky 的可服务市场或收入预测。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国家教育数字化持续推进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人工智能助力教育变革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强化师生数字素养与技能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同步强调安全、伦理与规范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Blocky 的首批人群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职业教育与高校 AI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需要设计 AI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产品形态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式语言，贯通入门视图与专业创作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左：积木库｜中：多画布 / 浏览器｜右：构建助手 / 运行 Agent｜下：问题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5421f489540ac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实证画面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 Project Manifest / Workspace / IR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共享运行内核、权限模型与项目格式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教育场景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分钟课，完成“课堂知识小老师”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把课程资料变成可追溯问答伙伴，让学生同时练习构造、验证与表达。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老师准备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定义回答边界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答案带引用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讲解反思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解释回答或拒答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可验证学习结果：搭得出  ·  说得清  ·  引得准  · 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核心闭环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技术实证闭环覆盖 5 个关键步骤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确定性本地夹具稳定呈现“创建—运行—解释—保存—重开”。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资料问答伙伴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编辑积木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风格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运行回答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观察轨迹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绿 / 黄 / 红状态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确定性本地演示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证据不足清晰提示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重开仍可复现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核心闭环：五步可复现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技术与教育创新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壁垒不是积木数量，而是可验证、可回放、可逆的语义链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一条语义链同时服务学生理解、系统执行、教师复核与主流 Agent 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过程能解释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rPr>
              <a:t>同一语义链服务桌面、CLI、四个官方 Skills 与六个兼容模板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差异化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六模板兼容版图，定义主流 Agent 的积木化路径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规划覆盖六类 Agent 生态，共享项目格式、积木语言、运行内核和安全模型。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固定上游版本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聊天式回答器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易上手</a:t>
            </a:r>
          </a:p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可成长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专业十二类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兼容方法：锁定版本 → 结构映射 → 配置往返 → 行为对照 → 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轻量代码助手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极简 Agent · 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专业编程助手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 / 审批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个人全能助理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Channels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团队协作中枢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团队协作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工程开发工作台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MCP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可组合研究工作台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插件树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技术实证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技术实证与正式契约，共同支撑产品演进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从编辑、编译、运行到权限与可观察性，关键链路都有可复现证据。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确定性运行时与窄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结论：正式架构的关键风险已有可复现证据。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rPr>
              <a:t>正式契约 ·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Project Manifest / Workspace / Module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63e36af844c30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统一语义设计贯通画布、CLI、官方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APPLICATION EFFECT · 可验收成效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4 项可核验学习成果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从作品、讲解、引用到复现，形成可重复检查的课堂证据。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从蓝图到可运行项目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回答带来源；证据不足清晰提示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课堂验收：作品、解释、引用、复现四项证据同屏呈现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先用免费教育底座进入课堂，再以持续服务形成收入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免费教育底座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高频创作者付费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规模化收入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支持、私有化与课程服务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定价与机构采购均为待试点验证的设计假设；当前优先验证课程价值、教师复用与学生学习成效。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SOCIAL VALUE · 教育价值与安全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教育价值与安全边界，必须落在同一套机制里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降低首次使用门槛，也减少学生接触真实密钥与外部账户。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学生自由探索表达方式，同时保持课程知识与答案边界清晰可控。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文件、网络、工具与高风险操作都能在运行前被看见和解释。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轨迹可回放、日志先脱敏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老师能复核过程，项目文件不混入秘密、终端历史与审计数据。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让学生在有边界的系统里，学会负责地使用和创造 AI。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赛事与孵化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从课堂验证到规模化教育产品，三道增长门逐步打开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初赛交付演示闭环，复赛沉淀教师数据，总决赛验证产品与商业价值。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可展示成果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门禁：可运行、可解释、可重开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记录完成率与解释率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门禁：完成率、解释率、引用与拒答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 / 兼容 / 商业验证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只读兼容报告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形成长线生态规划，支撑规模化拓展。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五维对齐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AI 的创造者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让创造力成为核心能力。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7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→ 稳定 IR → 可回放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免费教育底座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素养从使用推进到创造与负责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六模板 →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期待赛事连接试点学校与教师，并提供模型、算力、渠道和投融资孵化支持。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AI+教育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2026-08-24T15:08:58.0680000Z</dcterms:created>
  <dcterms:modified xsi:type="dcterms:W3CDTF">2026-08-24T15:08:58.0680000Z</dcterms:modified>
</coreProperties>
</file>