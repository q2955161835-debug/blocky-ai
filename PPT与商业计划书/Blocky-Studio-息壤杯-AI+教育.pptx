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476560937e4c21" /><Relationship Type="http://schemas.openxmlformats.org/officeDocument/2006/relationships/extended-properties" Target="/docProps/app.xml" Id="Ra74c3c285e644149" /><Relationship Type="http://schemas.openxmlformats.org/officeDocument/2006/relationships/officeDocument" Target="/ppt/presentation.xml" Id="Re5762fa5157e48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b11fa6f13140c6"/>
  </p:sldMasterIdLst>
  <p:notesMasterIdLst>
    <p:notesMasterId xmlns:r="http://schemas.openxmlformats.org/officeDocument/2006/relationships" r:id="R9a8cac5e26bc4ff3"/>
  </p:notesMasterIdLst>
  <p:sldIdLst>
    <p:sldId xmlns:r="http://schemas.openxmlformats.org/officeDocument/2006/relationships" id="256" r:id="Ra7deb0496e7d46e3"/>
    <p:sldId xmlns:r="http://schemas.openxmlformats.org/officeDocument/2006/relationships" id="257" r:id="R72266e998d894a20"/>
    <p:sldId xmlns:r="http://schemas.openxmlformats.org/officeDocument/2006/relationships" id="258" r:id="Racef49421544495d"/>
    <p:sldId xmlns:r="http://schemas.openxmlformats.org/officeDocument/2006/relationships" id="259" r:id="Rffcd26c4ac084473"/>
    <p:sldId xmlns:r="http://schemas.openxmlformats.org/officeDocument/2006/relationships" id="260" r:id="R534b9964f09547ec"/>
    <p:sldId xmlns:r="http://schemas.openxmlformats.org/officeDocument/2006/relationships" id="261" r:id="R633b8b8968764b9b"/>
    <p:sldId xmlns:r="http://schemas.openxmlformats.org/officeDocument/2006/relationships" id="262" r:id="R6c9111c613c443e1"/>
    <p:sldId xmlns:r="http://schemas.openxmlformats.org/officeDocument/2006/relationships" id="263" r:id="R20fca51ff10d4b39"/>
    <p:sldId xmlns:r="http://schemas.openxmlformats.org/officeDocument/2006/relationships" id="264" r:id="R418850d3777f401f"/>
    <p:sldId xmlns:r="http://schemas.openxmlformats.org/officeDocument/2006/relationships" id="265" r:id="R96a62a8f6b2d459c"/>
    <p:sldId xmlns:r="http://schemas.openxmlformats.org/officeDocument/2006/relationships" id="266" r:id="R2499929d2f05436b"/>
    <p:sldId xmlns:r="http://schemas.openxmlformats.org/officeDocument/2006/relationships" id="267" r:id="R74a5c131647e4e1c"/>
    <p:sldId xmlns:r="http://schemas.openxmlformats.org/officeDocument/2006/relationships" id="268" r:id="R767af3e6256a44df"/>
    <p:sldId xmlns:r="http://schemas.openxmlformats.org/officeDocument/2006/relationships" id="269" r:id="R0e77eea2b33244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ad60dca0304bbc" /><Relationship Type="http://schemas.openxmlformats.org/officeDocument/2006/relationships/slideMaster" Target="/ppt/slideMasters/slideMaster1.xml" Id="Re5b11fa6f13140c6" /><Relationship Type="http://schemas.openxmlformats.org/officeDocument/2006/relationships/notesMaster" Target="/ppt/notesMasters/notesMaster1.xml" Id="R9a8cac5e26bc4ff3" /><Relationship Type="http://schemas.openxmlformats.org/officeDocument/2006/relationships/presProps" Target="/ppt/presProps.xml" Id="R0527ef10e89b416e" /><Relationship Type="http://schemas.openxmlformats.org/officeDocument/2006/relationships/tableStyles" Target="/ppt/tableStyles.xml" Id="R052fb6d233e240f6" /><Relationship Type="http://schemas.openxmlformats.org/officeDocument/2006/relationships/slide" Target="/ppt/slides/slide1.xml" Id="Ra7deb0496e7d46e3" /><Relationship Type="http://schemas.openxmlformats.org/officeDocument/2006/relationships/slide" Target="/ppt/slides/slide2.xml" Id="R72266e998d894a20" /><Relationship Type="http://schemas.openxmlformats.org/officeDocument/2006/relationships/slide" Target="/ppt/slides/slide3.xml" Id="Racef49421544495d" /><Relationship Type="http://schemas.openxmlformats.org/officeDocument/2006/relationships/slide" Target="/ppt/slides/slide4.xml" Id="Rffcd26c4ac084473" /><Relationship Type="http://schemas.openxmlformats.org/officeDocument/2006/relationships/slide" Target="/ppt/slides/slide5.xml" Id="R534b9964f09547ec" /><Relationship Type="http://schemas.openxmlformats.org/officeDocument/2006/relationships/slide" Target="/ppt/slides/slide6.xml" Id="R633b8b8968764b9b" /><Relationship Type="http://schemas.openxmlformats.org/officeDocument/2006/relationships/slide" Target="/ppt/slides/slide7.xml" Id="R6c9111c613c443e1" /><Relationship Type="http://schemas.openxmlformats.org/officeDocument/2006/relationships/slide" Target="/ppt/slides/slide8.xml" Id="R20fca51ff10d4b39" /><Relationship Type="http://schemas.openxmlformats.org/officeDocument/2006/relationships/slide" Target="/ppt/slides/slide9.xml" Id="R418850d3777f401f" /><Relationship Type="http://schemas.openxmlformats.org/officeDocument/2006/relationships/slide" Target="/ppt/slides/slide10.xml" Id="R96a62a8f6b2d459c" /><Relationship Type="http://schemas.openxmlformats.org/officeDocument/2006/relationships/slide" Target="/ppt/slides/slide11.xml" Id="R2499929d2f05436b" /><Relationship Type="http://schemas.openxmlformats.org/officeDocument/2006/relationships/slide" Target="/ppt/slides/slide12.xml" Id="R74a5c131647e4e1c" /><Relationship Type="http://schemas.openxmlformats.org/officeDocument/2006/relationships/slide" Target="/ppt/slides/slide13.xml" Id="R767af3e6256a44df" /><Relationship Type="http://schemas.openxmlformats.org/officeDocument/2006/relationships/slide" Target="/ppt/slides/slide14.xml" Id="R0e77eea2b33244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1d3b0ba8ff4f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d72fc1cc1f453c" /><Relationship Type="http://schemas.openxmlformats.org/officeDocument/2006/relationships/notesMaster" Target="/ppt/notesMasters/notesMaster1.xml" Id="Rddc80bd584fa48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96060aaf7a437d" /><Relationship Type="http://schemas.openxmlformats.org/officeDocument/2006/relationships/notesMaster" Target="/ppt/notesMasters/notesMaster1.xml" Id="Ra9f1a22d84e442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bf79cc65a24d28" /><Relationship Type="http://schemas.openxmlformats.org/officeDocument/2006/relationships/notesMaster" Target="/ppt/notesMasters/notesMaster1.xml" Id="Rfcc4619840624b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33450bd8284c3a" /><Relationship Type="http://schemas.openxmlformats.org/officeDocument/2006/relationships/notesMaster" Target="/ppt/notesMasters/notesMaster1.xml" Id="Rcc4ed15785994f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dec1f5c0134138" /><Relationship Type="http://schemas.openxmlformats.org/officeDocument/2006/relationships/notesMaster" Target="/ppt/notesMasters/notesMaster1.xml" Id="R4d14cbf727f540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f9109782ad14102" /><Relationship Type="http://schemas.openxmlformats.org/officeDocument/2006/relationships/notesMaster" Target="/ppt/notesMasters/notesMaster1.xml" Id="R2d01fb0d14924f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41294a915f463f" /><Relationship Type="http://schemas.openxmlformats.org/officeDocument/2006/relationships/notesMaster" Target="/ppt/notesMasters/notesMaster1.xml" Id="Rc452c54a863943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b39871c750415c" /><Relationship Type="http://schemas.openxmlformats.org/officeDocument/2006/relationships/notesMaster" Target="/ppt/notesMasters/notesMaster1.xml" Id="R6945436f5d6441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e22c2639094db7" /><Relationship Type="http://schemas.openxmlformats.org/officeDocument/2006/relationships/notesMaster" Target="/ppt/notesMasters/notesMaster1.xml" Id="Rfe4b1eed3fd2498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56eb1802d74fd3" /><Relationship Type="http://schemas.openxmlformats.org/officeDocument/2006/relationships/notesMaster" Target="/ppt/notesMasters/notesMaster1.xml" Id="R80bac01077a943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dbf51d052443db" /><Relationship Type="http://schemas.openxmlformats.org/officeDocument/2006/relationships/notesMaster" Target="/ppt/notesMasters/notesMaster1.xml" Id="R36b063370819420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bdc8fae08e4b02" /><Relationship Type="http://schemas.openxmlformats.org/officeDocument/2006/relationships/notesMaster" Target="/ppt/notesMasters/notesMaster1.xml" Id="Rc04010fc2d5845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dab39bfd744eb6" /><Relationship Type="http://schemas.openxmlformats.org/officeDocument/2006/relationships/notesMaster" Target="/ppt/notesMasters/notesMaster1.xml" Id="R551dea64b7d7402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7dfee9080b416c" /><Relationship Type="http://schemas.openxmlformats.org/officeDocument/2006/relationships/notesMaster" Target="/ppt/notesMasters/notesMaster1.xml" Id="R1fc1ba3ba63c4d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开场聚焦 Agent：Blocky 不是帮助学生多问一个答案，而是把角色、知识、工具、记忆、权限和运行过程交给学生亲手搭建。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D:\1Folder\Blocky-AI\doc\产品设计\Blocky-完整积木与Agent兼容设计.md (Scratch 式积木搭建 Agent 的产品定位)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Scratch 将抽象语法变成可拖动、可拼接、可运行的积木，形成面向青少年的成熟编程启蒙方式。Blocky 沿用这条学习路径，把角色、知识、记忆、工具、权限和运行轨迹变成学生可以搭建、运行与解释的 Agent 积木。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(Agent 语义、Scratch 式搭建与目标用户)</a:t>
            </a:r>
          </a:p>
          <a:p xmlns:a="http://schemas.openxmlformats.org/drawingml/2006/main">
            <a:r>
              <a:t>- https://scratch.mit.edu/help/about (Scratch 面向 8–16 岁，并以创造性思考、系统推理与协作为学习目标)</a:t>
            </a:r>
          </a:p>
          <a:p xmlns:a="http://schemas.openxmlformats.org/drawingml/2006/main">
            <a:r>
              <a:t>- https://doi.org/10.1016/j.compedu.2019.103607 (Zhang &amp; Nouri, 2019；综合 55 项实证研究，梳理 K-9 学生通过 Scratch 学习计算思维的证据)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student Agent-building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政策背景指向人工智能素养、实践创造与安全责任；Blocky 把这些抽象目标落到 Agent 搭建任务，让学生能够设计结构、运行系统并解释结果。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(教育强国建设规划纲要与教育数字化方向)</a:t>
            </a:r>
          </a:p>
          <a:p xmlns:a="http://schemas.openxmlformats.org/drawingml/2006/main">
            <a:r>
              <a:t>- D:\1Folder\Blocky-AI\doc\产品设计\Blocky-初版产品方案.md (教育用户与 Agent 搭建场景)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这页展示 Agent 搭建工作台：左侧选择 Agent 能力积木，中间组合模块，右侧由构建助手协助搭建并在运行 Agent 中测试，底部用诊断、日志、终端和输出解释执行。入门七类与专业十二类共享同一 Agent 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搭建与运行布局)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(入门七类、专业十二类与共享 Agent 项目)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课堂任务不是制作一个问答页面，而是搭建课堂知识 Agent：学生明确角色、资料、检索、回答规则和权限，再通过引用、轨迹和保存重开证明 Agent 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classroom Agent collaboration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演示视频用五步证明 Agent 搭建闭环：选择课堂知识 Agent 蓝图、配置角色知识工具、运行 Agent、检查轨迹、保存重开；同步展示引用、拒答与行为复现。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搭建演示旅程)</a:t>
            </a:r>
          </a:p>
          <a:p xmlns:a="http://schemas.openxmlformats.org/drawingml/2006/main">
            <a:r>
              <a:t>- D:\1Folder\Blocky-AI\doc\技术设计\正式契约\07-阶段1-Demo接口交接.md (固定夹具与 Agent 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不是一个黑箱标签，而是一条可检查的语义链：学生编辑积木，编译器生成稳定 Agent IR，受控运行时执行工具，Trace 回放每一步，适配器再与原生 Agent 配置双向映射。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产品墙与四层创作)</a:t>
            </a:r>
          </a:p>
          <a:p xmlns:a="http://schemas.openxmlformats.org/drawingml/2006/main">
            <a:r>
              <a:t>- D:\1Folder\Blocky-AI\doc\产品设计\CLI与官方Agent-Skill.md (四个官方 Skills 与共享 Agent 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六个方向不是六套互不相通的产品，而是六类 Agent 生态进入 Blocky 的兼容版图。公共 Agent 语义投影为可编辑积木，框架特有能力保留定位，配置与行为通过独立兼容矩阵核验。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(六个 Agent 模板方向与兼容矩阵)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左侧是 Agent Core 的可复现实测：积木编辑、Agent IR、交互清单、工具契约、确定性运行与保存重开；右侧是通过验收的正式 Agent 项目契约。证据支持的是 Agent 产品地基。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(Agent Core 尖峰验证范围与长稳证据)</a:t>
            </a:r>
          </a:p>
          <a:p xmlns:a="http://schemas.openxmlformats.org/drawingml/2006/main">
            <a:r>
              <a:t>- D:\1Folder\Blocky-AI\doc\技术设计\正式契约\README.md (Agent 项目正式契约注册表)</a:t>
            </a:r>
          </a:p>
          <a:p xmlns:a="http://schemas.openxmlformats.org/drawingml/2006/main">
            <a:r>
              <a:t>- D:\1Folder\Blocky-AI\doc\验收\归档\2026-08-23\验收-Blocky阶段0契约冻结.md (正式契约验收)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四项成果都围绕 Agent 搭建：学生能搭出可运行 Agent，能指出结构与轨迹，能核对引用和拒答，能保存重开并复现行为。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D:\1Folder\Blocky-AI\doc\技术设计\正式契约\07-阶段1-Demo接口交接.md (固定 Agent 夹具与运行事件契约)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blueprint line-art illustration for Agent learning outcomes,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商业入口是免费 Agent 搭建底座；个人扩展为高频搭建者提供模型、工具、Skills 与资源，学校和机构购买教师管理、Agent 课程、支持与私有化服务。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(教育基础版、个人扩展与机构服务设计)</a:t>
            </a:r>
          </a:p>
          <a:p xmlns:a="http://schemas.openxmlformats.org/drawingml/2006/main">
            <a:r>
              <a:t>- D:\1Folder\Blocky-AI\doc\执行计划\2026-08-23-Blocky-竞品驱动完整开发计划.md (Agent 教育工作区与机构服务路线)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教育把安全变成可学习的系统能力：资料边界、工具权限、密钥隔离、运行轨迹和日志脱敏都在搭建与运行过程中直接呈现。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(Agent 秘密、权限与 Host 安全边界)</a:t>
            </a:r>
          </a:p>
          <a:p xmlns:a="http://schemas.openxmlformats.org/drawingml/2006/main">
            <a:r>
              <a:t>- D:\1Folder\Blocky-AI\doc\产品设计\Blocky-底部面板终端与日志系统设计.md (Agent 日志脱敏、终端隔离与审计边界)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colored-pencil illustration for Agent safety, permissions and responsibility,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赛事路线围绕 Agent 搭建逐步放大：初赛证明 Agent 闭环，复赛验证教师与课堂数据，总决赛验证 Agent 兼容边界、教育扩展和机构合作。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 Agent 兼容矩阵)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paper-cut collage illustration for learning-to-scale Agent education growth,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收束到一个核心：Blocky 让学生成为 Agent 搭建者。创新来自透明 Agent 语义链；商业来自 Agent 教育底座与持续服务；社会价值来自可解释、负责任的 Agent 设计；应用成效用搭建、解释、引用、复现核验；孵化空间连接六模板、CLI、Skills、社区与多端。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(赛事评估维度与孵化资源)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(Agent CLI、Skills、兼容与多端路线)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student Agent-builder vision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1e4d6ec22d41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357c64f96d44e2" /><Relationship Type="http://schemas.openxmlformats.org/officeDocument/2006/relationships/slideLayout" Target="/ppt/slideLayouts/slideLayout1.xml" Id="Re8ef6f4a7a6a4b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ef6f4a7a6a4b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d077f327064761" /><Relationship Type="http://schemas.openxmlformats.org/officeDocument/2006/relationships/image" Target="/ppt/media/image.png" Id="R927c1c3f9de84868" /><Relationship Type="http://schemas.openxmlformats.org/officeDocument/2006/relationships/notesSlide" Target="/ppt/notesSlides/notesSlide1.xml" Id="R85a90f4574ae4d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6ad42bf054f90" /><Relationship Type="http://schemas.openxmlformats.org/officeDocument/2006/relationships/image" Target="/ppt/media/image2.png" Id="R997e0ea3272a4368" /><Relationship Type="http://schemas.openxmlformats.org/officeDocument/2006/relationships/notesSlide" Target="/ppt/notesSlides/notesSlide2.xml" Id="R6c5d770ca6a74b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edd19b9b40425b" /><Relationship Type="http://schemas.openxmlformats.org/officeDocument/2006/relationships/notesSlide" Target="/ppt/notesSlides/notesSlide3.xml" Id="R6852cd4e702c45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47b54078e7465b" /><Relationship Type="http://schemas.openxmlformats.org/officeDocument/2006/relationships/image" Target="/ppt/media/image3.png" Id="R5cb035c5dc5e4ef5" /><Relationship Type="http://schemas.openxmlformats.org/officeDocument/2006/relationships/notesSlide" Target="/ppt/notesSlides/notesSlide4.xml" Id="Rbbe4bbd66c614e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6d82451f3466b" /><Relationship Type="http://schemas.openxmlformats.org/officeDocument/2006/relationships/image" Target="/ppt/media/image4.png" Id="R3c77157856b6469b" /><Relationship Type="http://schemas.openxmlformats.org/officeDocument/2006/relationships/notesSlide" Target="/ppt/notesSlides/notesSlide5.xml" Id="R897d0bf56a814e5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e303a5dbf049c6" /><Relationship Type="http://schemas.openxmlformats.org/officeDocument/2006/relationships/notesSlide" Target="/ppt/notesSlides/notesSlide6.xml" Id="Rce71825cf1674b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720f2c9824a1c" /><Relationship Type="http://schemas.openxmlformats.org/officeDocument/2006/relationships/notesSlide" Target="/ppt/notesSlides/notesSlide7.xml" Id="R2adbccf1b30844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46eee3a614ebd" /><Relationship Type="http://schemas.openxmlformats.org/officeDocument/2006/relationships/notesSlide" Target="/ppt/notesSlides/notesSlide8.xml" Id="R2a3bb056b75241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0ddcb0630f4ff2" /><Relationship Type="http://schemas.openxmlformats.org/officeDocument/2006/relationships/image" Target="/ppt/media/image5.png" Id="R4af2faa0e5f04a0d" /><Relationship Type="http://schemas.openxmlformats.org/officeDocument/2006/relationships/notesSlide" Target="/ppt/notesSlides/notesSlide9.xml" Id="Rde95bf33193643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e5ef07f954728" /><Relationship Type="http://schemas.openxmlformats.org/officeDocument/2006/relationships/image" Target="/ppt/media/image6.png" Id="Rc13fd9bc9d094ad8" /><Relationship Type="http://schemas.openxmlformats.org/officeDocument/2006/relationships/notesSlide" Target="/ppt/notesSlides/notesSlide10.xml" Id="Rd9ef18453e6d47b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e097db2364c16" /><Relationship Type="http://schemas.openxmlformats.org/officeDocument/2006/relationships/notesSlide" Target="/ppt/notesSlides/notesSlide11.xml" Id="Re88a49c910194f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68bc447804f3d" /><Relationship Type="http://schemas.openxmlformats.org/officeDocument/2006/relationships/image" Target="/ppt/media/image7.png" Id="R7a823cd59b9347ad" /><Relationship Type="http://schemas.openxmlformats.org/officeDocument/2006/relationships/notesSlide" Target="/ppt/notesSlides/notesSlide12.xml" Id="R04b1469b65aa4e0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3ed6eb048c4ee3" /><Relationship Type="http://schemas.openxmlformats.org/officeDocument/2006/relationships/image" Target="/ppt/media/image8.png" Id="R53a5cab619814b20" /><Relationship Type="http://schemas.openxmlformats.org/officeDocument/2006/relationships/notesSlide" Target="/ppt/notesSlides/notesSlide13.xml" Id="R98f0b63695e14a8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4e57edc3748c9" /><Relationship Type="http://schemas.openxmlformats.org/officeDocument/2006/relationships/image" Target="/ppt/media/image9.png" Id="R351b6ceca081420b" /><Relationship Type="http://schemas.openxmlformats.org/officeDocument/2006/relationships/notesSlide" Target="/ppt/notesSlides/notesSlide14.xml" Id="Rf932b37dbad24c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c1c3f9de84868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Agent 搭建软件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搭建 · 教育场景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把黑箱式模型调用，变成可观察、可解释、可复现的 Agent 搭建过程。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Scratch 启蒙验证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验证积木式编程启蒙，Blocky 延伸到 Agent 搭建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把抽象语法变成可拖、可拼、可运行的结构，再把角色、知识、工具与权限变成学生能理解的 Agent 积木。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52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启蒙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76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启蒙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面向8–16岁，以可视积木学习创造、推理与协作。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051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718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289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素养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学习角色、知识、记忆、工具、权限与责任边界。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24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81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Scratch积木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拖积木搭 Agent，运行看轨迹，修改后保存重开仍一致。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Scratch 已验证“积木式编程启蒙”；Blocky 由此推出 Scratch 式 Agent 搭建工具。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7e0ea3272a4368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Agent 教育机会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搭建正在成为人工智能教育的下一步实践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全国教育体系规模，为 Agent 搭建课程提供广泛的课堂入口。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政策方向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人工智能助力教学变革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强调实践、创造与问题解决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同步重视安全、伦理与规范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教育入口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职教与高校 Agent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设计 Agent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语言，贯通入门搭建与专业工程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035c5dc5e4ef5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Agent 搭建实证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Agent 课堂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分钟课，搭出“课堂知识 Agent”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学生组合角色、资料检索、回答规则与权限，再用运行证据讲清系统。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老师设定任务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 Agent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解释系统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解释回答与拒答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学习成果：Agent 搭得出 · 结构说得清 · 引用找得到 · 重开仍一致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7157856b6469b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DEMO · Agent 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分钟完成 Agent 搭建与运行闭环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确定性本地实证呈现“选蓝图—改积木—跑 Agent—看轨迹—存项目”。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配置积木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检查轨迹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/ 状态 /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行为一致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实证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拒答与引用可见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回答与来源保持一致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闭环：五步可复现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Agent 语义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壁垒是一条可验证、可回放、可逆的 Agent 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同一套 Agent 结构同时服务学生搭建、运行执行、教师复核与原生兼容。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Agent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每步可回放解释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适配器可逆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 / 原生写回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 Agent 语义链贯通桌面、CLI、四个官方 Skills 与六模板兼容版图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Agent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生态，共用一套可改造的积木语言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映射到统一 Agent 项目。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兼容结果：公共语义可编辑，原生能力可定位，项目配置可逆写回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 · 文件读写 · Shell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Agent 内核实证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技术尖峰已验证 Agent 核心链路，正式契约已通过验收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积木编辑、稳定 IR、确定性运行、保存重开与项目协议均有可复查证据。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Agent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Agent Runtime 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 Agent 项目保存—重开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正式契约 · Agent 产品地基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Agent Project Manifest / Module Workspace / IR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RuntimeEvent / Diagnostic / Agent Trace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Build Spec / Semantic Patch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AppSurface / RPA / Window lifecycle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Terminal / LogEnvelope / AuditRecord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f2faa0e5f04a0d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Agent 语义贯通画布、CLI、官方 Skills、兼容模板与教育工作区。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结论：Agent 项目核心风险已有可复现实证。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LEARNING OUTCOME · Agent 学习成效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分钟核验 4 项 Agent 搭建成果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 Agent 项目、结构讲解、来源引用到保存复现，课堂证据一次看清。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蓝图变成可运行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回答有来源，证据不足会拒答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保存重开，Agent 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课堂验收：Agent 搭建、解释、引用、复现四项证据同屏呈现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3fd9bc9d094ad8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Agent 教育商业模式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搭建底座进入课堂，持续服务形成收入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 Agent 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高频搭建者付费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高级模型、工具、Skills 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规模化课程服务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课程、支持与私有化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先验证 Agent 课程价值、教师复用与学生搭建成效，再拓展个人与机构服务。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SAFETY · Agent 教育边界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Agent，也学会权限、证据与责任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降低首次搭建门槛，减少学生接触真实密钥与外部账户。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 Agent 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学生自主设计角色与流程，课程知识和回答边界保持清晰。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文件、网络、工具与高风险操作在运行前可见、可解释。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轨迹可回放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教师复核每步运行；日志先脱敏，项目文件不混入秘密。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让学生在有边界的系统里，负责任地搭建和运行 Agent。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23cd59b9347ad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Agent 教育增长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Agent 课堂实证走向规模化教育产品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初赛展示 Agent 闭环，复赛沉淀教师数据，总决赛验证兼容与商业价值。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闭环实证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 3 分钟 Agent 搭建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门槛：Agent 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接入真实 RAG / 模型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记录搭建率与解释率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门槛：搭建率、解释率、引用与拒答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产品验证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 / Codex 兼容报告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门槛：教师复用、兼容边界、付费试点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六模板兼容版图与四个官方 Skills 构成 Agent 生态增长路线。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a5cab619814b20"/>
          <a:stretch xmlns:a="http://schemas.openxmlformats.org/drawingml/2006/main"/>
        </p:blipFill>
        <p:spPr>
          <a:xfrm xmlns:a="http://schemas.openxmlformats.org/drawingml/2006/main">
            <a:off x="9906000" y="209550"/>
            <a:ext cx="1028700" cy="1543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BLOCKY · Agent 教育价值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把系统设计、运行解释与责任边界变成可学习的能力。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0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 积木 → 稳定 IR → Trace → 可逆映射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把人工智能素养落到 Agent 设计、搭建与负责运行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Agent 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六模板 → Agent CLI / 四 Skills →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 Agent 教育试点学校与教师，并提供模型、算力、渠道与孵化支持。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b6ceca081420b"/>
          <a:stretch xmlns:a="http://schemas.openxmlformats.org/drawingml/2006/main"/>
        </p:blipFill>
        <p:spPr>
          <a:xfrm xmlns:a="http://schemas.openxmlformats.org/drawingml/2006/main">
            <a:off x="9219887" y="428625"/>
            <a:ext cx="1753225" cy="219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2026-08-24T17:15:40.8080000Z</dcterms:created>
  <dcterms:modified xsi:type="dcterms:W3CDTF">2026-08-24T17:15:40.8080000Z</dcterms:modified>
</coreProperties>
</file>