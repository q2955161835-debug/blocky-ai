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c5198cabec4892" /><Relationship Type="http://schemas.openxmlformats.org/officeDocument/2006/relationships/extended-properties" Target="/docProps/app.xml" Id="Rde9d13e9013a44ad" /><Relationship Type="http://schemas.openxmlformats.org/officeDocument/2006/relationships/officeDocument" Target="/ppt/presentation.xml" Id="R5dec16192eb440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8cf3cd41b747c9"/>
  </p:sldMasterIdLst>
  <p:notesMasterIdLst>
    <p:notesMasterId xmlns:r="http://schemas.openxmlformats.org/officeDocument/2006/relationships" r:id="R92269446842447b6"/>
  </p:notesMasterIdLst>
  <p:sldIdLst>
    <p:sldId xmlns:r="http://schemas.openxmlformats.org/officeDocument/2006/relationships" id="256" r:id="Rc077f957c1364baa"/>
    <p:sldId xmlns:r="http://schemas.openxmlformats.org/officeDocument/2006/relationships" id="257" r:id="R333461dcb8574925"/>
    <p:sldId xmlns:r="http://schemas.openxmlformats.org/officeDocument/2006/relationships" id="258" r:id="Ra90c99912a3f469b"/>
    <p:sldId xmlns:r="http://schemas.openxmlformats.org/officeDocument/2006/relationships" id="259" r:id="Ra12601cea7f24044"/>
    <p:sldId xmlns:r="http://schemas.openxmlformats.org/officeDocument/2006/relationships" id="260" r:id="R47f4763504664008"/>
    <p:sldId xmlns:r="http://schemas.openxmlformats.org/officeDocument/2006/relationships" id="261" r:id="Rcb72d89e8e654667"/>
    <p:sldId xmlns:r="http://schemas.openxmlformats.org/officeDocument/2006/relationships" id="262" r:id="R67c9839dd4b0472b"/>
    <p:sldId xmlns:r="http://schemas.openxmlformats.org/officeDocument/2006/relationships" id="263" r:id="R8ebaa03d2e674b83"/>
    <p:sldId xmlns:r="http://schemas.openxmlformats.org/officeDocument/2006/relationships" id="264" r:id="Rc572149091ff4e90"/>
    <p:sldId xmlns:r="http://schemas.openxmlformats.org/officeDocument/2006/relationships" id="265" r:id="Re5a63f3d3ec14482"/>
    <p:sldId xmlns:r="http://schemas.openxmlformats.org/officeDocument/2006/relationships" id="266" r:id="R46fcd5f4140f4c5c"/>
    <p:sldId xmlns:r="http://schemas.openxmlformats.org/officeDocument/2006/relationships" id="267" r:id="R3489dbc45ed74a13"/>
    <p:sldId xmlns:r="http://schemas.openxmlformats.org/officeDocument/2006/relationships" id="268" r:id="R6a91bb3e07db447c"/>
    <p:sldId xmlns:r="http://schemas.openxmlformats.org/officeDocument/2006/relationships" id="269" r:id="R4128dcc4bc8048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5184590cec481e" /><Relationship Type="http://schemas.openxmlformats.org/officeDocument/2006/relationships/slideMaster" Target="/ppt/slideMasters/slideMaster1.xml" Id="Rb38cf3cd41b747c9" /><Relationship Type="http://schemas.openxmlformats.org/officeDocument/2006/relationships/notesMaster" Target="/ppt/notesMasters/notesMaster1.xml" Id="R92269446842447b6" /><Relationship Type="http://schemas.openxmlformats.org/officeDocument/2006/relationships/presProps" Target="/ppt/presProps.xml" Id="Re14e318a9297425d" /><Relationship Type="http://schemas.openxmlformats.org/officeDocument/2006/relationships/tableStyles" Target="/ppt/tableStyles.xml" Id="Rba37fb271e254cd6" /><Relationship Type="http://schemas.openxmlformats.org/officeDocument/2006/relationships/slide" Target="/ppt/slides/slide1.xml" Id="Rc077f957c1364baa" /><Relationship Type="http://schemas.openxmlformats.org/officeDocument/2006/relationships/slide" Target="/ppt/slides/slide2.xml" Id="R333461dcb8574925" /><Relationship Type="http://schemas.openxmlformats.org/officeDocument/2006/relationships/slide" Target="/ppt/slides/slide3.xml" Id="Ra90c99912a3f469b" /><Relationship Type="http://schemas.openxmlformats.org/officeDocument/2006/relationships/slide" Target="/ppt/slides/slide4.xml" Id="Ra12601cea7f24044" /><Relationship Type="http://schemas.openxmlformats.org/officeDocument/2006/relationships/slide" Target="/ppt/slides/slide5.xml" Id="R47f4763504664008" /><Relationship Type="http://schemas.openxmlformats.org/officeDocument/2006/relationships/slide" Target="/ppt/slides/slide6.xml" Id="Rcb72d89e8e654667" /><Relationship Type="http://schemas.openxmlformats.org/officeDocument/2006/relationships/slide" Target="/ppt/slides/slide7.xml" Id="R67c9839dd4b0472b" /><Relationship Type="http://schemas.openxmlformats.org/officeDocument/2006/relationships/slide" Target="/ppt/slides/slide8.xml" Id="R8ebaa03d2e674b83" /><Relationship Type="http://schemas.openxmlformats.org/officeDocument/2006/relationships/slide" Target="/ppt/slides/slide9.xml" Id="Rc572149091ff4e90" /><Relationship Type="http://schemas.openxmlformats.org/officeDocument/2006/relationships/slide" Target="/ppt/slides/slide10.xml" Id="Re5a63f3d3ec14482" /><Relationship Type="http://schemas.openxmlformats.org/officeDocument/2006/relationships/slide" Target="/ppt/slides/slide11.xml" Id="R46fcd5f4140f4c5c" /><Relationship Type="http://schemas.openxmlformats.org/officeDocument/2006/relationships/slide" Target="/ppt/slides/slide12.xml" Id="R3489dbc45ed74a13" /><Relationship Type="http://schemas.openxmlformats.org/officeDocument/2006/relationships/slide" Target="/ppt/slides/slide13.xml" Id="R6a91bb3e07db447c" /><Relationship Type="http://schemas.openxmlformats.org/officeDocument/2006/relationships/slide" Target="/ppt/slides/slide14.xml" Id="R4128dcc4bc8048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b03680777947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9ca654fe484a5c" /><Relationship Type="http://schemas.openxmlformats.org/officeDocument/2006/relationships/notesMaster" Target="/ppt/notesMasters/notesMaster1.xml" Id="Re1bfba6ff62044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5d17409ad44718" /><Relationship Type="http://schemas.openxmlformats.org/officeDocument/2006/relationships/notesMaster" Target="/ppt/notesMasters/notesMaster1.xml" Id="Rd1df01681de940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88750875a942c1" /><Relationship Type="http://schemas.openxmlformats.org/officeDocument/2006/relationships/notesMaster" Target="/ppt/notesMasters/notesMaster1.xml" Id="Raa6ddf44e7a040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aa08c87bc24407" /><Relationship Type="http://schemas.openxmlformats.org/officeDocument/2006/relationships/notesMaster" Target="/ppt/notesMasters/notesMaster1.xml" Id="Re3ceac77a916430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40ff13760b4b5a" /><Relationship Type="http://schemas.openxmlformats.org/officeDocument/2006/relationships/notesMaster" Target="/ppt/notesMasters/notesMaster1.xml" Id="R495068e72c3147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1b445ba7414610" /><Relationship Type="http://schemas.openxmlformats.org/officeDocument/2006/relationships/notesMaster" Target="/ppt/notesMasters/notesMaster1.xml" Id="R410cf753ba2a41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f0ebeeca514f04" /><Relationship Type="http://schemas.openxmlformats.org/officeDocument/2006/relationships/notesMaster" Target="/ppt/notesMasters/notesMaster1.xml" Id="R6b4a01f5ad1049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69f08b3ff148a0" /><Relationship Type="http://schemas.openxmlformats.org/officeDocument/2006/relationships/notesMaster" Target="/ppt/notesMasters/notesMaster1.xml" Id="R0f774fac9df548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d2ea1b687f4fdd" /><Relationship Type="http://schemas.openxmlformats.org/officeDocument/2006/relationships/notesMaster" Target="/ppt/notesMasters/notesMaster1.xml" Id="R01e744022d524c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2c9e6c16d64046" /><Relationship Type="http://schemas.openxmlformats.org/officeDocument/2006/relationships/notesMaster" Target="/ppt/notesMasters/notesMaster1.xml" Id="R4e25386cdbbb4d7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eac80a80dd741f5" /><Relationship Type="http://schemas.openxmlformats.org/officeDocument/2006/relationships/notesMaster" Target="/ppt/notesMasters/notesMaster1.xml" Id="R29ce30ecf70b48a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651ecc754b4ed5" /><Relationship Type="http://schemas.openxmlformats.org/officeDocument/2006/relationships/notesMaster" Target="/ppt/notesMasters/notesMaster1.xml" Id="R331cafa9b92a4cd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04f5e925fdb4d13" /><Relationship Type="http://schemas.openxmlformats.org/officeDocument/2006/relationships/notesMaster" Target="/ppt/notesMasters/notesMaster1.xml" Id="Rad52f5033bd4486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31aca66230e4cbc" /><Relationship Type="http://schemas.openxmlformats.org/officeDocument/2006/relationships/notesMaster" Target="/ppt/notesMasters/notesMaster1.xml" Id="R1c8e466415e34f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开场只讲一句：教育场景真正需要的是把 AI 的构造过程交还给学生。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D:\1Folder\Blocky-AI\README.md (Blocky 产品定位与当前状态)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三个痛点对应三类现有入口，不点名竞品；结论是教育需要新的表达层。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(目标用户、教育问题与交互定位)</a:t>
            </a:r>
          </a:p>
          <a:p xmlns:a="http://schemas.openxmlformats.org/drawingml/2006/main">
            <a:r>
              <a:t>- https://hudong.moe.gov.cn/jyb_xwfb/gzdt_gzdt/s5987/202412/t20241202_1165500.html (以人为本、激发兴趣、探究实践、学用结合)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数字是全国教育体系基础盘，不做 TAM 推算。重点是政策方向与 Blocky 的目标人群匹配。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(教育强国建设规划纲要与教育数字化、AI 助教助学方向)</a:t>
            </a:r>
          </a:p>
          <a:p xmlns:a="http://schemas.openxmlformats.org/drawingml/2006/main">
            <a:r>
              <a:t>- D:\1Folder\Blocky-AI\doc\产品设计\Blocky-初版产品方案.md (首批教育用户)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七类词汇要按学习任务来讲。专业能力不是另一套产品，而是同一语义逐步解锁。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(入门七类与专业十二类)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这是首个课堂 POC 场景。老师掌握资料边界，学生掌握系统构造和解释。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资料问答伙伴闭环)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这页是演示视频脚本骨架。首轮不铺全功能，只证明完整闭环和诚实的失败行为。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Demo 旅程与固定夹具)</a:t>
            </a:r>
          </a:p>
          <a:p xmlns:a="http://schemas.openxmlformats.org/drawingml/2006/main">
            <a:r>
              <a:t>- D:\1Folder\Blocky-AI\doc\技术设计\正式契约\07-阶段1-Demo接口交接.md (阶段 1 接口与替换边界)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这一页是 Blocky 的技术护城河：教育交互与工程确定性是一条链，不是两套故事。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(积木语义与项目格式)</a:t>
            </a:r>
          </a:p>
          <a:p xmlns:a="http://schemas.openxmlformats.org/drawingml/2006/main">
            <a:r>
              <a:t>- D:\1Folder\Blocky-AI\doc\技术设计\Windows-Core技术尖峰报告.md (稳定 IR、运行时与轨迹验证)</a:t>
            </a:r>
          </a:p>
          <a:p xmlns:a="http://schemas.openxmlformats.org/drawingml/2006/main">
            <a:r>
              <a:t>- D:\1Folder\Blocky-AI\doc\产品设计\Blocky-GitHub项目积木化与Agent组件设计.md (可解释转换与来源证据)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这是一张定位图，不使用未经验证的竞品打分。Blocky 的核心是同一底座覆盖入门到专业。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(竞品交互范式研究与产品边界)</a:t>
            </a:r>
          </a:p>
          <a:p xmlns:a="http://schemas.openxmlformats.org/drawingml/2006/main">
            <a:r>
              <a:t>- D:\1Folder\Blocky-AI\doc\产品设计\Blocky-完整积木与Agent兼容设计.md (教育/专业同一 Workspace、IR 与项目格式)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长稳数据绑定到原精确提交，不描述成当前版本重跑。阶段 1 仍是下一步。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(尖峰验证范围、360 次循环与边界)</a:t>
            </a:r>
          </a:p>
          <a:p xmlns:a="http://schemas.openxmlformats.org/drawingml/2006/main">
            <a:r>
              <a:t>- D:\1Folder\Blocky-AI\doc\验收\归档\2026-08-10\验收-Windows-Core技术尖峰.md (L3 尖峰验收)</a:t>
            </a:r>
          </a:p>
          <a:p xmlns:a="http://schemas.openxmlformats.org/drawingml/2006/main">
            <a:r>
              <a:t>- D:\1Folder\Blocky-AI\doc\验收\归档\2026-08-23\验收-Blocky阶段0契约冻结.md (阶段 0 v1alpha1 契约验收)</a:t>
            </a:r>
          </a:p>
          <a:p xmlns:a="http://schemas.openxmlformats.org/drawingml/2006/main">
            <a:r>
              <a:t>- D:\1Folder\Blocky-AI\doc\产品设计\Blocky-状态与阶段替换账本.md (正式能力未实现清单)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应用成效以可验收行为表述。真实课堂数据要在后续教师试点后补充。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验收旅程)</a:t>
            </a:r>
          </a:p>
          <a:p xmlns:a="http://schemas.openxmlformats.org/drawingml/2006/main">
            <a:r>
              <a:t>- D:\1Folder\Blocky-AI\doc\技术设计\正式契约\07-阶段1-Demo接口交接.md (固定夹具与失败语义)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商业路径遵循先产品价值、后收入验证。教育扩展价格只作为内部设计基线，不当作已验证价格。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(教育基础版、教育扩展版与价格设计基线)</a:t>
            </a:r>
          </a:p>
          <a:p xmlns:a="http://schemas.openxmlformats.org/drawingml/2006/main">
            <a:r>
              <a:t>- D:\1Folder\Blocky-AI\doc\执行计划\2026-08-23-Blocky-竞品驱动完整开发计划.md (教育工作区与阶段门禁)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安全不是附录，而是教育目标的一部分。所有秘密只进入 Host 安全存储或本地忽略配置。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(秘密、设置层级与 Host 安全存储边界)</a:t>
            </a:r>
          </a:p>
          <a:p xmlns:a="http://schemas.openxmlformats.org/drawingml/2006/main">
            <a:r>
              <a:t>- D:\1Folder\Blocky-AI\doc\产品设计\Blocky-底部面板终端与日志系统设计.md (日志脱敏、终端隔离与审计边界)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官方赛程是 7 月报名、8 月初赛、9 月复赛、11 月初总决赛。项目路线按此拟定，但不绕过既有阶段门禁。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(阶段 1、阶段 3–7 与阶段 10 门禁)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收束到赛事五个评估维度，并给出明确资源诉求。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(创新性、商业模式、社会价值、应用成效、孵化推广潜力等评估维度与赛事资源)</a:t>
            </a:r>
          </a:p>
          <a:p xmlns:a="http://schemas.openxmlformats.org/drawingml/2006/main">
            <a:r>
              <a:t>- D:\1Folder\Blocky-AI\README.md (Blocky 产品愿景与当前阶段)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b0a6e5477d44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2ac84728284692" /><Relationship Type="http://schemas.openxmlformats.org/officeDocument/2006/relationships/slideLayout" Target="/ppt/slideLayouts/slideLayout1.xml" Id="Rd98a0285cc4748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8a0285cc4748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72d10876a74ca0" /><Relationship Type="http://schemas.openxmlformats.org/officeDocument/2006/relationships/image" Target="/ppt/media/image.png" Id="R1ca2c2e4eae24f45" /><Relationship Type="http://schemas.openxmlformats.org/officeDocument/2006/relationships/notesSlide" Target="/ppt/notesSlides/notesSlide1.xml" Id="Re24252881f0448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6608857f6c4a76" /><Relationship Type="http://schemas.openxmlformats.org/officeDocument/2006/relationships/notesSlide" Target="/ppt/notesSlides/notesSlide2.xml" Id="R45274083f3f648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a37b6cda3c4dea" /><Relationship Type="http://schemas.openxmlformats.org/officeDocument/2006/relationships/notesSlide" Target="/ppt/notesSlides/notesSlide3.xml" Id="Rafa1ddcd385a47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c9e212c9fe498e" /><Relationship Type="http://schemas.openxmlformats.org/officeDocument/2006/relationships/image" Target="/ppt/media/image2.png" Id="Rff3ad4091e354018" /><Relationship Type="http://schemas.openxmlformats.org/officeDocument/2006/relationships/notesSlide" Target="/ppt/notesSlides/notesSlide4.xml" Id="R777b867eff2346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f03d527f2c4418" /><Relationship Type="http://schemas.openxmlformats.org/officeDocument/2006/relationships/notesSlide" Target="/ppt/notesSlides/notesSlide5.xml" Id="R9a04417dfe3a4f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3b4afa1efd4012" /><Relationship Type="http://schemas.openxmlformats.org/officeDocument/2006/relationships/notesSlide" Target="/ppt/notesSlides/notesSlide6.xml" Id="Re40b2807622d43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6cbd9662947f5" /><Relationship Type="http://schemas.openxmlformats.org/officeDocument/2006/relationships/notesSlide" Target="/ppt/notesSlides/notesSlide7.xml" Id="R53ef7982f23f460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025fceb894f71" /><Relationship Type="http://schemas.openxmlformats.org/officeDocument/2006/relationships/notesSlide" Target="/ppt/notesSlides/notesSlide8.xml" Id="R606702b4b1964c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efe4480a64001" /><Relationship Type="http://schemas.openxmlformats.org/officeDocument/2006/relationships/image" Target="/ppt/media/image3.png" Id="R11607b52ed294fd9" /><Relationship Type="http://schemas.openxmlformats.org/officeDocument/2006/relationships/notesSlide" Target="/ppt/notesSlides/notesSlide9.xml" Id="R26c5876711bd4d4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517aa632f6464a" /><Relationship Type="http://schemas.openxmlformats.org/officeDocument/2006/relationships/notesSlide" Target="/ppt/notesSlides/notesSlide10.xml" Id="R9f02aa6c27a04a3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d56d6685140d3" /><Relationship Type="http://schemas.openxmlformats.org/officeDocument/2006/relationships/notesSlide" Target="/ppt/notesSlides/notesSlide11.xml" Id="Rfc1ae3b9dbd642d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3582d67214f03" /><Relationship Type="http://schemas.openxmlformats.org/officeDocument/2006/relationships/notesSlide" Target="/ppt/notesSlides/notesSlide12.xml" Id="R97abb68b7d8b4a9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fd76b5fe84bd1" /><Relationship Type="http://schemas.openxmlformats.org/officeDocument/2006/relationships/notesSlide" Target="/ppt/notesSlides/notesSlide13.xml" Id="R268fb948589b4ea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9597147664cec" /><Relationship Type="http://schemas.openxmlformats.org/officeDocument/2006/relationships/notesSlide" Target="/ppt/notesSlides/notesSlide14.xml" Id="Rdc41a59d90a941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a2c2e4eae24f45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让学生不只会用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更能搭出、看懂、讲清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AI 创作软件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POC 提案 · 教育优先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把黑箱式“使用 AI”，变成可观察、可解释、可复现的创造过程。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教育痛点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进课堂后，学习过程反而更容易变成黑箱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学生可能拿到更快的答案，却没有真正理解系统如何做出答案。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会问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聊天式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结果很快，角色、知识、工具与权限如何协作却不可见。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会连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连线式工作流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通过节点与连线组织流程
参数复杂，初学者门槛高
本产品不采用这种交互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会写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代码框架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表达力强，但入门门槛高
课堂时间易耗在
环境配置与语法上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教育真正缺的，不是另一个回答器；而是一种能让学生看见过程、解释过程、重做过程的 AI 创作工具。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政策与规模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素养正在从“会使用”升级到“会理解、会创造、会负责”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全国教育体系规模口径，仅用于说明基础覆盖面，不等同于 Blocky 的可服务市场或收入预测。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政策信号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国家教育数字化持续推进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人工智能助力教育变革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强化师生数字素养与技能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同步强调安全、伦理与规范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Blocky 的首批人群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职业教育与高校 AI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需要设计 AI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产品形态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把 AI 系统变成学生看得见的积木语言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不是节点连线壳，也不是提示词黑箱；每个能力都能被选择、组合、运行和解释。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3ad4091e354018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技术尖峰画面 · 非正式产品界面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入门视图：七类任务语言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244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教育视图与专业视图共享项目格式、运行内核和安全模型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教育场景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分钟课，完成“课堂知识小老师”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把课程资料变成可追溯问答伙伴，让学生同时练习构造、验证与表达。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9900"/>
            <a:ext cx="845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老师准备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定义回答边界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运行观察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答案带引用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讲解反思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解释回答或拒答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可验证学习结果：搭得出  ·  说得清  ·  引得准  ·  复现得了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POC · 首轮交付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首个 POC 只验证一个完整闭环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阶段 1 计划：用确定性本地夹具完成“创建—运行—解释—保存—重开”。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资料问答伙伴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编辑积木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风格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运行回答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观察轨迹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绿 / 黄 / 红状态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行为保持一致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无密钥也能演示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无证据就拒答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不把幻觉包装成学习结果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重开仍可复现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POC 计划，不等同于已完成产品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技术与教育创新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真正的创新不是积木外观，而是可验证的语义链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从学生能理解的表达，贯通到系统能执行、老师能复核的证据。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可见积木 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可回放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过程能解释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可逆映射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蓝图 / 代码可成长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可解释性不是运行结束后的“作文”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219700"/>
            <a:ext cx="853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它来自积木、编译、权限与运行轨迹本身。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DIFFERENTIATION · 差异化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用积木降低上手门槛，也保留能力成长空间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095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创作能力与可解释性 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0673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上手难度：低（易上手）→ 高（需编程）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聊天式回答器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连线式工作流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代码框架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易上手</a:t>
            </a:r>
          </a:p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可成长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专业十二类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578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同一项目格式与运行内核，支持从入门视图平滑进阶到专业视图。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当前证据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底座已验证；正式产品 Demo 仍在下一阶段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把“已经证明的”与“计划证明的”分开，是本项目最重要的可信度边界。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Windows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确定性运行时与窄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结论：正式架构的关键风险已有可复现证据。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尚未完成 · 正式产品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62250"/>
            <a:ext cx="48577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阶段 1 正式 monorepo Demo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真实 RAG / 模型 / Provider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Blocky 构建助手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班级 / 作业 / 提交工作区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正式安装包与试点数据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607b52ed294fd9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677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219700"/>
            <a:ext cx="2590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286375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技术尖峰 · 非正式产品界面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APPLICATION EFFECT · 可验收成效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POC 可以在 3 分钟内验证 4 个学习结果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不先许诺留存率和收入；先让 POC 的行为结果可重复检查。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从蓝图到可运行项目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回答带来源；无证据拒答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保存重开后行为一致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阶段 1 验收口径 · 不是已经发生的用户效果数据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先用免费教育底座进入课堂，再以持续服务形成收入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免费教育底座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核心搭建、运行与保存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个人教育扩展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高频创作者付费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规模化收入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支持、私有化与课程服务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定价与机构采购均为待试点验证的设计假设；当前优先验证课程价值、教师复用与学生学习成效。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SOCIAL VALUE · 教育价值与安全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教育价值与安全边界，必须落在同一套机制里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降低首次使用门槛，也减少学生接触真实密钥与外部账户。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学生能探索表达方式，但不能偷偷扩大课程知识与答案边界。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文件、网络、工具与高风险操作都能在运行前被看见和解释。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轨迹可回放、日志先脱敏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老师能复核过程，项目文件不混入秘密、终端历史与审计数据。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让学生在有边界的系统里，学会负责地使用和创造 AI。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赛事与孵化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POC 到可规模化教育产品，三道门逐步打开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跟随赛事迭代：初赛证明闭环，复赛进入试点，总决赛用真实数据回答价值。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可展示 POC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 3 分钟闭环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D47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门禁：可运行、可解释、可重开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 /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接入真实 RAG 与模型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门禁：完成率、解释率、引用与拒答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产品与商业验证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门禁：教师复用、付费试点、部署可行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时间与试点规模为参赛执行建议；正式研发仍受 Blocky 阶段门禁约束。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WHY BLOCKY · 五维对齐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让每个学生都成为 AI 的创造者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而不是答案的消费者。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可见积木 → 稳定 IR → 可回放轨迹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免费教育底座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 AI 素养从使用推进到创造与负责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分钟验证搭建、解释、引用、复现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同一项目格式与内核，逐阶段扩展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期待赛事连接试点学校与教师，并提供模型、算力、渠道和投融资孵化支持。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AI+教育</a:t>
            </a:r>
          </a:p>
        </p:txBody>
      </p:sp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2026-08-24T14:36:58.4060000Z</dcterms:created>
  <dcterms:modified xsi:type="dcterms:W3CDTF">2026-08-24T14:36:58.4060000Z</dcterms:modified>
</coreProperties>
</file>