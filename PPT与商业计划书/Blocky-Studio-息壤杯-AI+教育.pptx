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0b69402e1bac45c4" /><Relationship Type="http://schemas.openxmlformats.org/officeDocument/2006/relationships/extended-properties" Target="/docProps/app.xml" Id="R08c7d982b5894165" /><Relationship Type="http://schemas.openxmlformats.org/officeDocument/2006/relationships/officeDocument" Target="/ppt/presentation.xml" Id="R64813e035d3f486d" /></Relationships>
</file>

<file path=ppt/presentation.xml><?xml version="1.0" encoding="utf-8"?>
<p:presentation xmlns:p="http://schemas.openxmlformats.org/presentationml/2006/main">
  <p:sldMasterIdLst>
    <p:sldMasterId xmlns:r="http://schemas.openxmlformats.org/officeDocument/2006/relationships" id="2147483648" r:id="Rb73a3d91e80d4a08"/>
  </p:sldMasterIdLst>
  <p:notesMasterIdLst>
    <p:notesMasterId xmlns:r="http://schemas.openxmlformats.org/officeDocument/2006/relationships" r:id="Rc4fa0f17243a4f1a"/>
  </p:notesMasterIdLst>
  <p:sldIdLst>
    <p:sldId xmlns:r="http://schemas.openxmlformats.org/officeDocument/2006/relationships" id="256" r:id="Rfd9fc39ca57c47e7"/>
    <p:sldId xmlns:r="http://schemas.openxmlformats.org/officeDocument/2006/relationships" id="257" r:id="R1ee103db1e2841a0"/>
    <p:sldId xmlns:r="http://schemas.openxmlformats.org/officeDocument/2006/relationships" id="258" r:id="R1d6e4f62de6544ab"/>
    <p:sldId xmlns:r="http://schemas.openxmlformats.org/officeDocument/2006/relationships" id="259" r:id="R5558b00f2519481d"/>
    <p:sldId xmlns:r="http://schemas.openxmlformats.org/officeDocument/2006/relationships" id="260" r:id="Ra5b5186d9b3742fe"/>
    <p:sldId xmlns:r="http://schemas.openxmlformats.org/officeDocument/2006/relationships" id="261" r:id="R4f94db6a0a534061"/>
    <p:sldId xmlns:r="http://schemas.openxmlformats.org/officeDocument/2006/relationships" id="262" r:id="Rd2480b6a91654efe"/>
    <p:sldId xmlns:r="http://schemas.openxmlformats.org/officeDocument/2006/relationships" id="263" r:id="R0c9f86a20cf04755"/>
    <p:sldId xmlns:r="http://schemas.openxmlformats.org/officeDocument/2006/relationships" id="264" r:id="Rdb1d7d5b801b4837"/>
    <p:sldId xmlns:r="http://schemas.openxmlformats.org/officeDocument/2006/relationships" id="265" r:id="R348488e75e0441d5"/>
    <p:sldId xmlns:r="http://schemas.openxmlformats.org/officeDocument/2006/relationships" id="266" r:id="R6dc16cfc1d70442d"/>
    <p:sldId xmlns:r="http://schemas.openxmlformats.org/officeDocument/2006/relationships" id="267" r:id="Rc686fcd960fc4ebe"/>
    <p:sldId xmlns:r="http://schemas.openxmlformats.org/officeDocument/2006/relationships" id="268" r:id="R0374f12113974a55"/>
    <p:sldId xmlns:r="http://schemas.openxmlformats.org/officeDocument/2006/relationships" id="269" r:id="R7f9a9262c0c34923"/>
    <p:sldId xmlns:r="http://schemas.openxmlformats.org/officeDocument/2006/relationships" id="270" r:id="R10d5a5700b924836"/>
    <p:sldId xmlns:r="http://schemas.openxmlformats.org/officeDocument/2006/relationships" id="271" r:id="Rcb871834589a41a7"/>
    <p:sldId xmlns:r="http://schemas.openxmlformats.org/officeDocument/2006/relationships" id="272" r:id="R5ecd3dc9cb2c46f3"/>
    <p:sldId xmlns:r="http://schemas.openxmlformats.org/officeDocument/2006/relationships" id="273" r:id="R25e055a86b4b4d78"/>
    <p:sldId xmlns:r="http://schemas.openxmlformats.org/officeDocument/2006/relationships" id="274" r:id="Rd4fea3c8f36542be"/>
    <p:sldId xmlns:r="http://schemas.openxmlformats.org/officeDocument/2006/relationships" id="275" r:id="R58d729a555d745f4"/>
    <p:sldId xmlns:r="http://schemas.openxmlformats.org/officeDocument/2006/relationships" id="276" r:id="R03a7ec69aec9447d"/>
    <p:sldId xmlns:r="http://schemas.openxmlformats.org/officeDocument/2006/relationships" id="277" r:id="Rf4d2fd52371b40d4"/>
    <p:sldId xmlns:r="http://schemas.openxmlformats.org/officeDocument/2006/relationships" id="278" r:id="Ra7171e3dfc1b4224"/>
    <p:sldId xmlns:r="http://schemas.openxmlformats.org/officeDocument/2006/relationships" id="279" r:id="R680073fab31441bf"/>
    <p:sldId xmlns:r="http://schemas.openxmlformats.org/officeDocument/2006/relationships" id="280" r:id="R2c675ea5cc794bdc"/>
    <p:sldId xmlns:r="http://schemas.openxmlformats.org/officeDocument/2006/relationships" id="281" r:id="R0506aa8ff28941d9"/>
    <p:sldId xmlns:r="http://schemas.openxmlformats.org/officeDocument/2006/relationships" id="282" r:id="R98522cc6a7b64920"/>
    <p:sldId xmlns:r="http://schemas.openxmlformats.org/officeDocument/2006/relationships" id="283" r:id="Rd380b5ec0b9e4617"/>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fb16e471c3164281" /><Relationship Type="http://schemas.openxmlformats.org/officeDocument/2006/relationships/slideMaster" Target="/ppt/slideMasters/slideMaster1.xml" Id="Rb73a3d91e80d4a08" /><Relationship Type="http://schemas.openxmlformats.org/officeDocument/2006/relationships/notesMaster" Target="/ppt/notesMasters/notesMaster1.xml" Id="Rc4fa0f17243a4f1a" /><Relationship Type="http://schemas.openxmlformats.org/officeDocument/2006/relationships/presProps" Target="/ppt/presProps.xml" Id="R40e4795ed3e840ab" /><Relationship Type="http://schemas.openxmlformats.org/officeDocument/2006/relationships/tableStyles" Target="/ppt/tableStyles.xml" Id="Rbb71b186d8f04ddf" /><Relationship Type="http://schemas.openxmlformats.org/officeDocument/2006/relationships/slide" Target="/ppt/slides/slide1.xml" Id="Rfd9fc39ca57c47e7" /><Relationship Type="http://schemas.openxmlformats.org/officeDocument/2006/relationships/slide" Target="/ppt/slides/slide2.xml" Id="R1ee103db1e2841a0" /><Relationship Type="http://schemas.openxmlformats.org/officeDocument/2006/relationships/slide" Target="/ppt/slides/slide3.xml" Id="R1d6e4f62de6544ab" /><Relationship Type="http://schemas.openxmlformats.org/officeDocument/2006/relationships/slide" Target="/ppt/slides/slide4.xml" Id="R5558b00f2519481d" /><Relationship Type="http://schemas.openxmlformats.org/officeDocument/2006/relationships/slide" Target="/ppt/slides/slide5.xml" Id="Ra5b5186d9b3742fe" /><Relationship Type="http://schemas.openxmlformats.org/officeDocument/2006/relationships/slide" Target="/ppt/slides/slide6.xml" Id="R4f94db6a0a534061" /><Relationship Type="http://schemas.openxmlformats.org/officeDocument/2006/relationships/slide" Target="/ppt/slides/slide7.xml" Id="Rd2480b6a91654efe" /><Relationship Type="http://schemas.openxmlformats.org/officeDocument/2006/relationships/slide" Target="/ppt/slides/slide8.xml" Id="R0c9f86a20cf04755" /><Relationship Type="http://schemas.openxmlformats.org/officeDocument/2006/relationships/slide" Target="/ppt/slides/slide9.xml" Id="Rdb1d7d5b801b4837" /><Relationship Type="http://schemas.openxmlformats.org/officeDocument/2006/relationships/slide" Target="/ppt/slides/slide10.xml" Id="R348488e75e0441d5" /><Relationship Type="http://schemas.openxmlformats.org/officeDocument/2006/relationships/slide" Target="/ppt/slides/slide11.xml" Id="R6dc16cfc1d70442d" /><Relationship Type="http://schemas.openxmlformats.org/officeDocument/2006/relationships/slide" Target="/ppt/slides/slide12.xml" Id="Rc686fcd960fc4ebe" /><Relationship Type="http://schemas.openxmlformats.org/officeDocument/2006/relationships/slide" Target="/ppt/slides/slide13.xml" Id="R0374f12113974a55" /><Relationship Type="http://schemas.openxmlformats.org/officeDocument/2006/relationships/slide" Target="/ppt/slides/slide14.xml" Id="R7f9a9262c0c34923" /><Relationship Type="http://schemas.openxmlformats.org/officeDocument/2006/relationships/slide" Target="/ppt/slides/slide15.xml" Id="R10d5a5700b924836" /><Relationship Type="http://schemas.openxmlformats.org/officeDocument/2006/relationships/slide" Target="/ppt/slides/slide16.xml" Id="Rcb871834589a41a7" /><Relationship Type="http://schemas.openxmlformats.org/officeDocument/2006/relationships/slide" Target="/ppt/slides/slide17.xml" Id="R5ecd3dc9cb2c46f3" /><Relationship Type="http://schemas.openxmlformats.org/officeDocument/2006/relationships/slide" Target="/ppt/slides/slide18.xml" Id="R25e055a86b4b4d78" /><Relationship Type="http://schemas.openxmlformats.org/officeDocument/2006/relationships/slide" Target="/ppt/slides/slide19.xml" Id="Rd4fea3c8f36542be" /><Relationship Type="http://schemas.openxmlformats.org/officeDocument/2006/relationships/slide" Target="/ppt/slides/slide20.xml" Id="R58d729a555d745f4" /><Relationship Type="http://schemas.openxmlformats.org/officeDocument/2006/relationships/slide" Target="/ppt/slides/slide21.xml" Id="R03a7ec69aec9447d" /><Relationship Type="http://schemas.openxmlformats.org/officeDocument/2006/relationships/slide" Target="/ppt/slides/slide22.xml" Id="Rf4d2fd52371b40d4" /><Relationship Type="http://schemas.openxmlformats.org/officeDocument/2006/relationships/slide" Target="/ppt/slides/slide23.xml" Id="Ra7171e3dfc1b4224" /><Relationship Type="http://schemas.openxmlformats.org/officeDocument/2006/relationships/slide" Target="/ppt/slides/slide24.xml" Id="R680073fab31441bf" /><Relationship Type="http://schemas.openxmlformats.org/officeDocument/2006/relationships/slide" Target="/ppt/slides/slide25.xml" Id="R2c675ea5cc794bdc" /><Relationship Type="http://schemas.openxmlformats.org/officeDocument/2006/relationships/slide" Target="/ppt/slides/slide26.xml" Id="R0506aa8ff28941d9" /><Relationship Type="http://schemas.openxmlformats.org/officeDocument/2006/relationships/slide" Target="/ppt/slides/slide27.xml" Id="R98522cc6a7b64920" /><Relationship Type="http://schemas.openxmlformats.org/officeDocument/2006/relationships/slide" Target="/ppt/slides/slide28.xml" Id="Rd380b5ec0b9e461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bbe4408a68a744a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700601006564e82" /><Relationship Type="http://schemas.openxmlformats.org/officeDocument/2006/relationships/notesMaster" Target="/ppt/notesMasters/notesMaster1.xml" Id="R9034a4816dc443b5" /></Relationships>
</file>

<file path=ppt/notesSlides/_rels/notesSlide2.xml.rels>&#65279;<?xml version="1.0" encoding="utf-8"?><Relationships xmlns="http://schemas.openxmlformats.org/package/2006/relationships"><Relationship Type="http://schemas.openxmlformats.org/officeDocument/2006/relationships/slide" Target="/ppt/slides/slide2.xml" Id="Raf086996921440cb" /><Relationship Type="http://schemas.openxmlformats.org/officeDocument/2006/relationships/notesMaster" Target="/ppt/notesMasters/notesMaster1.xml" Id="R604f80959e14410d" /></Relationships>
</file>

<file path=ppt/notesSlides/_rels/notesSlide3.xml.rels>&#65279;<?xml version="1.0" encoding="utf-8"?><Relationships xmlns="http://schemas.openxmlformats.org/package/2006/relationships"><Relationship Type="http://schemas.openxmlformats.org/officeDocument/2006/relationships/slide" Target="/ppt/slides/slide3.xml" Id="R067381e6c39d4e24" /><Relationship Type="http://schemas.openxmlformats.org/officeDocument/2006/relationships/notesMaster" Target="/ppt/notesMasters/notesMaster1.xml" Id="Rd18b37953e4a4153" /></Relationships>
</file>

<file path=ppt/notesSlides/_rels/notesSlide4.xml.rels>&#65279;<?xml version="1.0" encoding="utf-8"?><Relationships xmlns="http://schemas.openxmlformats.org/package/2006/relationships"><Relationship Type="http://schemas.openxmlformats.org/officeDocument/2006/relationships/slide" Target="/ppt/slides/slide4.xml" Id="R8fe392b7c9894617" /><Relationship Type="http://schemas.openxmlformats.org/officeDocument/2006/relationships/notesMaster" Target="/ppt/notesMasters/notesMaster1.xml" Id="R90fac45712984893" /></Relationships>
</file>

<file path=ppt/notesSlides/_rels/notesSlide5.xml.rels>&#65279;<?xml version="1.0" encoding="utf-8"?><Relationships xmlns="http://schemas.openxmlformats.org/package/2006/relationships"><Relationship Type="http://schemas.openxmlformats.org/officeDocument/2006/relationships/slide" Target="/ppt/slides/slide5.xml" Id="R81a640077d634897" /><Relationship Type="http://schemas.openxmlformats.org/officeDocument/2006/relationships/notesMaster" Target="/ppt/notesMasters/notesMaster1.xml" Id="Reeae1b4cbde54d16" /></Relationships>
</file>

<file path=ppt/notesSlides/_rels/notesSlide6.xml.rels>&#65279;<?xml version="1.0" encoding="utf-8"?><Relationships xmlns="http://schemas.openxmlformats.org/package/2006/relationships"><Relationship Type="http://schemas.openxmlformats.org/officeDocument/2006/relationships/slide" Target="/ppt/slides/slide6.xml" Id="Re5718b4513214cf2" /><Relationship Type="http://schemas.openxmlformats.org/officeDocument/2006/relationships/notesMaster" Target="/ppt/notesMasters/notesMaster1.xml" Id="Rc43539b842e34997" /></Relationships>
</file>

<file path=ppt/notesSlides/_rels/notesSlide7.xml.rels>&#65279;<?xml version="1.0" encoding="utf-8"?><Relationships xmlns="http://schemas.openxmlformats.org/package/2006/relationships"><Relationship Type="http://schemas.openxmlformats.org/officeDocument/2006/relationships/slide" Target="/ppt/slides/slide7.xml" Id="R526325a4db54424a" /><Relationship Type="http://schemas.openxmlformats.org/officeDocument/2006/relationships/notesMaster" Target="/ppt/notesMasters/notesMaster1.xml" Id="Rf3dd444ca3444afa" /></Relationships>
</file>

<file path=ppt/notesSlides/_rels/notesSlide8.xml.rels>&#65279;<?xml version="1.0" encoding="utf-8"?><Relationships xmlns="http://schemas.openxmlformats.org/package/2006/relationships"><Relationship Type="http://schemas.openxmlformats.org/officeDocument/2006/relationships/slide" Target="/ppt/slides/slide8.xml" Id="R7627f2572ab7470e" /><Relationship Type="http://schemas.openxmlformats.org/officeDocument/2006/relationships/notesMaster" Target="/ppt/notesMasters/notesMaster1.xml" Id="R9b0db0f68ccb471f" /></Relationships>
</file>

<file path=ppt/notesSlides/_rels/notesSlide9.xml.rels>&#65279;<?xml version="1.0" encoding="utf-8"?><Relationships xmlns="http://schemas.openxmlformats.org/package/2006/relationships"><Relationship Type="http://schemas.openxmlformats.org/officeDocument/2006/relationships/slide" Target="/ppt/slides/slide9.xml" Id="Ree561ebe581d48c0" /><Relationship Type="http://schemas.openxmlformats.org/officeDocument/2006/relationships/notesMaster" Target="/ppt/notesMasters/notesMaster1.xml" Id="R61a2dccd364d4972"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fee902b2f2ca4ff4" /><Relationship Type="http://schemas.openxmlformats.org/officeDocument/2006/relationships/notesMaster" Target="/ppt/notesMasters/notesMaster1.xml" Id="R96109888f21e48fe"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f9ff91122a8d4557" /><Relationship Type="http://schemas.openxmlformats.org/officeDocument/2006/relationships/notesMaster" Target="/ppt/notesMasters/notesMaster1.xml" Id="R1eb0fb4837794d15"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952a44e25de5428b" /><Relationship Type="http://schemas.openxmlformats.org/officeDocument/2006/relationships/notesMaster" Target="/ppt/notesMasters/notesMaster1.xml" Id="R9900ba6198a2490a"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ba0327ae00be4360" /><Relationship Type="http://schemas.openxmlformats.org/officeDocument/2006/relationships/notesMaster" Target="/ppt/notesMasters/notesMaster1.xml" Id="Rd135c392af0e4f25"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9739c9d1dc2a4809" /><Relationship Type="http://schemas.openxmlformats.org/officeDocument/2006/relationships/notesMaster" Target="/ppt/notesMasters/notesMaster1.xml" Id="R8048e72accf14d4c"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e9618ce1d65045dc" /><Relationship Type="http://schemas.openxmlformats.org/officeDocument/2006/relationships/notesMaster" Target="/ppt/notesMasters/notesMaster1.xml" Id="Ra47fa09bbf29444d"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f5c52cc98d744cef" /><Relationship Type="http://schemas.openxmlformats.org/officeDocument/2006/relationships/notesMaster" Target="/ppt/notesMasters/notesMaster1.xml" Id="R6dd9a11481b14bb9"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0241ecd6bc904b95" /><Relationship Type="http://schemas.openxmlformats.org/officeDocument/2006/relationships/notesMaster" Target="/ppt/notesMasters/notesMaster1.xml" Id="R3b91691cacf34b31"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3f626ae98db1443f" /><Relationship Type="http://schemas.openxmlformats.org/officeDocument/2006/relationships/notesMaster" Target="/ppt/notesMasters/notesMaster1.xml" Id="Rbb8e832d757a4bf1"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2cc46aa333f140b4" /><Relationship Type="http://schemas.openxmlformats.org/officeDocument/2006/relationships/notesMaster" Target="/ppt/notesMasters/notesMaster1.xml" Id="R2f124d0a4cb048a2"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5271a528f2244ba7" /><Relationship Type="http://schemas.openxmlformats.org/officeDocument/2006/relationships/notesMaster" Target="/ppt/notesMasters/notesMaster1.xml" Id="R404d05b3c66f4aa9"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cc730204730a4cf9" /><Relationship Type="http://schemas.openxmlformats.org/officeDocument/2006/relationships/notesMaster" Target="/ppt/notesMasters/notesMaster1.xml" Id="R317d973928a547da"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76121fc21a9b49e2" /><Relationship Type="http://schemas.openxmlformats.org/officeDocument/2006/relationships/notesMaster" Target="/ppt/notesMasters/notesMaster1.xml" Id="R5a33cc9d19694eb9"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45e3a3cc3e8640b7" /><Relationship Type="http://schemas.openxmlformats.org/officeDocument/2006/relationships/notesMaster" Target="/ppt/notesMasters/notesMaster1.xml" Id="R131855aa762841bc"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799d33709fe94082" /><Relationship Type="http://schemas.openxmlformats.org/officeDocument/2006/relationships/notesMaster" Target="/ppt/notesMasters/notesMaster1.xml" Id="Rab837892129042b0"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d90828478a73415e" /><Relationship Type="http://schemas.openxmlformats.org/officeDocument/2006/relationships/notesMaster" Target="/ppt/notesMasters/notesMaster1.xml" Id="Rc600006dd7254c33"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79b68d1eb8484458" /><Relationship Type="http://schemas.openxmlformats.org/officeDocument/2006/relationships/notesMaster" Target="/ppt/notesMasters/notesMaster1.xml" Id="Rea1d2ce2a1ec4d01"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a0c7210b39a54e65" /><Relationship Type="http://schemas.openxmlformats.org/officeDocument/2006/relationships/notesMaster" Target="/ppt/notesMasters/notesMaster1.xml" Id="Rfdf230aae3424a05"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69fb818bfb42426f" /><Relationship Type="http://schemas.openxmlformats.org/officeDocument/2006/relationships/notesMaster" Target="/ppt/notesMasters/notesMaster1.xml" Id="R2e86667452d14d15"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开场直接回答产品是什么：Blocky Studio 是 Scratch 式 Agent 搭建与学习软件，让学生从“使用 AI”进入“设计、搭建并负责运行 Agent”。</a:t>
            </a:r>
          </a:p>
          <a:p xmlns:a="http://schemas.openxmlformats.org/drawingml/2006/main">
            <a:r>
              <a:t/>
            </a:r>
          </a:p>
          <a:p xmlns:a="http://schemas.openxmlformats.org/drawingml/2006/main">
            <a:r>
              <a:t>[Sources]</a:t>
            </a:r>
          </a:p>
          <a:p xmlns:a="http://schemas.openxmlformats.org/drawingml/2006/main">
            <a:r>
              <a:t>- https://js.news.cn/20260814/e55cedf9698f4f56a99a8a96d8473a54/c.html (2026 息壤杯惠民产品创新与 AI+教育方向)</a:t>
            </a:r>
          </a:p>
          <a:p xmlns:a="http://schemas.openxmlformats.org/drawingml/2006/main">
            <a:r>
              <a:t>- D:\1Folder\Blocky-AI\doc\产品设计\Blocky-完整积木与Agent兼容设计.md (Scratch 式 Agent 产品定位)</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Scratch 已经证明，可视积木适合把抽象编程结构转成青少年可操作的学习对象；Blocky 把这条路径延伸到 Agent 的角色、知识、工具、记忆、权限和运行轨迹。</a:t>
            </a:r>
          </a:p>
          <a:p xmlns:a="http://schemas.openxmlformats.org/drawingml/2006/main">
            <a:r>
              <a:t/>
            </a:r>
          </a:p>
          <a:p xmlns:a="http://schemas.openxmlformats.org/drawingml/2006/main">
            <a:r>
              <a:t>[Sources]</a:t>
            </a:r>
          </a:p>
          <a:p xmlns:a="http://schemas.openxmlformats.org/drawingml/2006/main">
            <a:r>
              <a:t>- https://scratch.mit.edu/help/about (Scratch 面向 8–16 岁，并强调创造性思考、系统化推理与协作)</a:t>
            </a:r>
          </a:p>
          <a:p xmlns:a="http://schemas.openxmlformats.org/drawingml/2006/main">
            <a:r>
              <a:t>- https://doi.org/10.1016/j.compedu.2019.103607 (K-9 学生通过 Scratch 学习计算思维的实证综述)</a:t>
            </a:r>
          </a:p>
          <a:p xmlns:a="http://schemas.openxmlformats.org/drawingml/2006/main">
            <a:r>
              <a:t>- D:\1Folder\Blocky-AI\doc\产品设计\Blocky-完整积木与Agent兼容设计.md (Scratch 式 Agent 搭建与语义设计)</a:t>
            </a:r>
          </a:p>
          <a:p xmlns:a="http://schemas.openxmlformats.org/drawingml/2006/main">
            <a:r>
              <a:t>[/Sources]</a:t>
            </a:r>
          </a:p>
          <a:p xmlns:a="http://schemas.openxmlformats.org/drawingml/2006/main">
            <a:r>
              <a:t/>
            </a:r>
          </a:p>
          <a:p xmlns:a="http://schemas.openxmlformats.org/drawingml/2006/main">
            <a:r>
              <a:t>- OpenAI image generation, original student Agent-building illustration created for this deck, 2026-08-25.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全国教育体系提供广泛入口，但商业计划不把所有学校都当作首批市场。Blocky 先服务 12 岁以上学生、职教/高校入门课程与教师创作者，再连接个人高频搭建者和学校/教育机构。</a:t>
            </a:r>
          </a:p>
          <a:p xmlns:a="http://schemas.openxmlformats.org/drawingml/2006/main">
            <a:r>
              <a:t/>
            </a:r>
          </a:p>
          <a:p xmlns:a="http://schemas.openxmlformats.org/drawingml/2006/main">
            <a:r>
              <a:t>[Sources]</a:t>
            </a:r>
          </a:p>
          <a:p xmlns:a="http://schemas.openxmlformats.org/drawingml/2006/main">
            <a:r>
              <a:t>- https://hudong.moe.gov.cn/jyb_sjzl/sjzl_fztjgb/202506/t20250611_1193760.html (2024 年全国教育事业发展统计公报)</a:t>
            </a:r>
          </a:p>
          <a:p xmlns:a="http://schemas.openxmlformats.org/drawingml/2006/main">
            <a:r>
              <a:t>- D:\1Folder\Blocky-AI\doc\产品设计\Blocky-初版产品方案.md (教育用户、个人与机构服务)</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产品形态坚持 Scratch 式嵌套画布，而不是通用节点连线工作流。入门七类与专业十二类共享项目格式、IR、运行内核、轨迹与权限模型。</a:t>
            </a:r>
          </a:p>
          <a:p xmlns:a="http://schemas.openxmlformats.org/drawingml/2006/main">
            <a:r>
              <a:t/>
            </a:r>
          </a:p>
          <a:p xmlns:a="http://schemas.openxmlformats.org/drawingml/2006/main">
            <a:r>
              <a:t>[Sources]</a:t>
            </a:r>
          </a:p>
          <a:p xmlns:a="http://schemas.openxmlformats.org/drawingml/2006/main">
            <a:r>
              <a:t>- D:\1Folder\Blocky-AI\doc\产品设计\Blocky-初版产品方案.md (桌面 Agent 搭建布局)</a:t>
            </a:r>
          </a:p>
          <a:p xmlns:a="http://schemas.openxmlformats.org/drawingml/2006/main">
            <a:r>
              <a:t>- D:\1Folder\Blocky-AI\doc\产品设计\Blocky-完整积木与Agent兼容设计.md (入门七类、专业十二类与统一语义)</a:t>
            </a:r>
          </a:p>
          <a:p xmlns:a="http://schemas.openxmlformats.org/drawingml/2006/main">
            <a:r>
              <a:t>- D:\1Folder\Blocky-AI\doc\技术设计\Windows-Core视觉验收\13-professional-conversation-trace.png (本地技术尖峰截图)</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课堂采用 4–6 课时项目制：先定义问题与边界，再完成角色与知识、工具与权限、运行核验，最后展示和复盘。每课时交付一个可保存、可继续的里程碑，复杂 Agent 在后续项目中持续扩展。</a:t>
            </a:r>
          </a:p>
          <a:p xmlns:a="http://schemas.openxmlformats.org/drawingml/2006/main">
            <a:r>
              <a:t/>
            </a:r>
          </a:p>
          <a:p xmlns:a="http://schemas.openxmlformats.org/drawingml/2006/main">
            <a:r>
              <a:t>[Sources]</a:t>
            </a:r>
          </a:p>
          <a:p xmlns:a="http://schemas.openxmlformats.org/drawingml/2006/main">
            <a:r>
              <a:t>- D:\1Folder\Blocky-AI\doc\执行计划\2026-08-23-Blocky-竞品驱动完整开发计划.md (资料问答 Agent 课堂闭环)</a:t>
            </a:r>
          </a:p>
          <a:p xmlns:a="http://schemas.openxmlformats.org/drawingml/2006/main">
            <a:r>
              <a:t>- https://hudong.moe.gov.cn/jyb_xwfb/gzdt_gzdt/s5987/202412/t20241202_1165500.html (探究实践与学用结合)</a:t>
            </a:r>
          </a:p>
          <a:p xmlns:a="http://schemas.openxmlformats.org/drawingml/2006/main">
            <a:r>
              <a:t>[/Sources]</a:t>
            </a:r>
          </a:p>
          <a:p xmlns:a="http://schemas.openxmlformats.org/drawingml/2006/main">
            <a:r>
              <a:t/>
            </a:r>
          </a:p>
          <a:p xmlns:a="http://schemas.openxmlformats.org/drawingml/2006/main">
            <a:r>
              <a:t>- OpenAI image generation, original classroom Agent collaboration illustration created for this deck, 2026-08-25.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这里的 3 分钟是基于现成蓝图的产品演示时长，不是完整课程时长。五步连续呈现选择蓝图、修改角色/知识/工具、运行、查看轨迹与保存重开，并让引用、拒答和项目复现证据同屏。</a:t>
            </a:r>
          </a:p>
          <a:p xmlns:a="http://schemas.openxmlformats.org/drawingml/2006/main">
            <a:r>
              <a:t/>
            </a:r>
          </a:p>
          <a:p xmlns:a="http://schemas.openxmlformats.org/drawingml/2006/main">
            <a:r>
              <a:t>[Sources]</a:t>
            </a:r>
          </a:p>
          <a:p xmlns:a="http://schemas.openxmlformats.org/drawingml/2006/main">
            <a:r>
              <a:t>- D:\1Folder\Blocky-AI\doc\执行计划\2026-08-23-Blocky-竞品驱动完整开发计划.md (Agent 搭建展示旅程)</a:t>
            </a:r>
          </a:p>
          <a:p xmlns:a="http://schemas.openxmlformats.org/drawingml/2006/main">
            <a:r>
              <a:t>- D:\1Folder\Blocky-AI\doc\技术设计\Windows-Core技术尖峰报告.md (确定性运行、保存重开与事件证据)</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这一页把完整产品拆成五个连续层次：Scratch 式创作、多画布与应用界面、办公 Agent 与 RPA、兼容与专业接口，以及场景服务、社区和多端。项目积木化连接产品能力与外部项目，场景服务则把通用底座组合为个人、机构和企业方案。</a:t>
            </a:r>
          </a:p>
          <a:p xmlns:a="http://schemas.openxmlformats.org/drawingml/2006/main">
            <a:r>
              <a:t/>
            </a:r>
          </a:p>
          <a:p xmlns:a="http://schemas.openxmlformats.org/drawingml/2006/main">
            <a:r>
              <a:t>[Sources]</a:t>
            </a:r>
          </a:p>
          <a:p xmlns:a="http://schemas.openxmlformats.org/drawingml/2006/main">
            <a:r>
              <a:t>- D:/1Folder/Blocky-AI/doc/执行计划/2026-08-23-Blocky-竞品驱动完整开发计划.md (R0-R3、教育工作区、企业交付、社区与多端)</a:t>
            </a:r>
          </a:p>
          <a:p xmlns:a="http://schemas.openxmlformats.org/drawingml/2006/main">
            <a:r>
              <a:t>- D:/1Folder/Blocky-AI/doc/产品设计/Blocky-初版产品方案.md (完整产品、目标用户与商业基线)</a:t>
            </a:r>
          </a:p>
          <a:p xmlns:a="http://schemas.openxmlformats.org/drawingml/2006/main">
            <a:r>
              <a:t>- D:/1Folder/Blocky-AI/doc/产品设计/Blocky-GitHub项目积木化与Agent组件设计.md (项目积木化入口与产物)</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Four creation depths share one project format: compatibility templates, expandable Blocky blueprints, atomic blocks, and controlled internal code.</a:t>
            </a:r>
          </a:p>
          <a:p xmlns:a="http://schemas.openxmlformats.org/drawingml/2006/main">
            <a:r>
              <a:t/>
            </a:r>
          </a:p>
          <a:p xmlns:a="http://schemas.openxmlformats.org/drawingml/2006/main">
            <a:r>
              <a:t>[Sources]</a:t>
            </a:r>
          </a:p>
          <a:p xmlns:a="http://schemas.openxmlformats.org/drawingml/2006/main">
            <a:r>
              <a:t>- D:/1Folder/Blocky-AI/doc/执行计划/2026-08-23-Blocky-竞品驱动完整开发计划.md (four creation levels)</a:t>
            </a:r>
          </a:p>
          <a:p xmlns:a="http://schemas.openxmlformats.org/drawingml/2006/main">
            <a:r>
              <a:t>- D:/1Folder/Blocky-AI/doc/产品设计/Blocky-积木完整清单.md (19 capability families and stable semantic catalog)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Internal code is a controlled local implementation layer, not a place to hide Agent topology, tool contracts, or permissions.</a:t>
            </a:r>
          </a:p>
          <a:p xmlns:a="http://schemas.openxmlformats.org/drawingml/2006/main">
            <a:r>
              <a:t/>
            </a:r>
          </a:p>
          <a:p xmlns:a="http://schemas.openxmlformats.org/drawingml/2006/main">
            <a:r>
              <a:t>[Sources]</a:t>
            </a:r>
          </a:p>
          <a:p xmlns:a="http://schemas.openxmlformats.org/drawingml/2006/main">
            <a:r>
              <a:t>- D:/1Folder/Blocky-AI/doc/产品设计/Blocky-完整积木与Agent兼容设计.md (block internal code and status)</a:t>
            </a:r>
          </a:p>
          <a:p xmlns:a="http://schemas.openxmlformats.org/drawingml/2006/main">
            <a:r>
              <a:t>- D:/1Folder/Blocky-AI/doc/产品设计/Blocky-交互入口与工具积木设计.md (visual and code custom blocks)</a:t>
            </a:r>
          </a:p>
          <a:p xmlns:a="http://schemas.openxmlformats.org/drawingml/2006/main">
            <a:r>
              <a:t>- D:/1Folder/Blocky-AI/doc/技术设计/ADR-004-开放扩展与社区安全边界.md (code extension isolation and permissions)</a:t>
            </a:r>
          </a:p>
          <a:p xmlns:a="http://schemas.openxmlformats.org/drawingml/2006/main">
            <a:r>
              <a:t>- D:/1Folder/Blocky-AI/PPT与商业计划书/assets/blocky-block-internals-v1.png (OpenAI image generation, concept illustration)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AppSurface is optional and explicit. Creating a page does not implicitly create authentication, a database, a domain, or deployment.</a:t>
            </a:r>
          </a:p>
          <a:p xmlns:a="http://schemas.openxmlformats.org/drawingml/2006/main">
            <a:r>
              <a:t/>
            </a:r>
          </a:p>
          <a:p xmlns:a="http://schemas.openxmlformats.org/drawingml/2006/main">
            <a:r>
              <a:t>[Sources]</a:t>
            </a:r>
          </a:p>
          <a:p xmlns:a="http://schemas.openxmlformats.org/drawingml/2006/main">
            <a:r>
              <a:t>- D:/1Folder/Blocky-AI/doc/产品设计/Blocky-多画布应用界面与RPA设计.md (multi-canvas, AppSurface, browser preview)</a:t>
            </a:r>
          </a:p>
          <a:p xmlns:a="http://schemas.openxmlformats.org/drawingml/2006/main">
            <a:r>
              <a:t>- D:/1Folder/Blocky-AI/doc/技术设计/ADR-005-多模块应用界面与RPA边界.md (explicit creation and isolated bridge)</a:t>
            </a:r>
          </a:p>
          <a:p xmlns:a="http://schemas.openxmlformats.org/drawingml/2006/main">
            <a:r>
              <a:t>- D:/1Folder/Blocky-AI/PPT与商业计划书/assets/blocky-appsurface-frontend-v1.png (OpenAI image generation, concept illustration)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Office expansion uses the same module language. The first route is attended automation with explicit approvals, checkpoints, and semantic/UIA targeting.</a:t>
            </a:r>
          </a:p>
          <a:p xmlns:a="http://schemas.openxmlformats.org/drawingml/2006/main">
            <a:r>
              <a:t/>
            </a:r>
          </a:p>
          <a:p xmlns:a="http://schemas.openxmlformats.org/drawingml/2006/main">
            <a:r>
              <a:t>[Sources]</a:t>
            </a:r>
          </a:p>
          <a:p xmlns:a="http://schemas.openxmlformats.org/drawingml/2006/main">
            <a:r>
              <a:t>- D:/1Folder/Blocky-AI/doc/产品设计/Blocky-多画布应用界面与RPA设计.md (office scenarios and attended RPA)</a:t>
            </a:r>
          </a:p>
          <a:p xmlns:a="http://schemas.openxmlformats.org/drawingml/2006/main">
            <a:r>
              <a:t>- D:/1Folder/Blocky-AI/doc/技术设计/ADR-005-多模块应用界面与RPA边界.md (RPA Host and recovery boundary)</a:t>
            </a:r>
          </a:p>
          <a:p xmlns:a="http://schemas.openxmlformats.org/drawingml/2006/main">
            <a:r>
              <a:t>- D:/1Folder/Blocky-AI/PPT与商业计划书/assets/blocky-office-automation-v1.png (OpenAI image generation, concept illustration)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six office blueprint families are product scenarios derived from the office/RPA design, not current implementation claims.</a:t>
            </a:r>
          </a:p>
          <a:p xmlns:a="http://schemas.openxmlformats.org/drawingml/2006/main">
            <a:r>
              <a:t/>
            </a:r>
          </a:p>
          <a:p xmlns:a="http://schemas.openxmlformats.org/drawingml/2006/main">
            <a:r>
              <a:t>[Sources]</a:t>
            </a:r>
          </a:p>
          <a:p xmlns:a="http://schemas.openxmlformats.org/drawingml/2006/main">
            <a:r>
              <a:t>- D:/1Folder/Blocky-AI/doc/产品设计/Blocky-多画布应用界面与RPA设计.md (legacy system, browser-desktop, Excel/form, reconciliation, ticket, no-API scenarios)</a:t>
            </a:r>
          </a:p>
          <a:p xmlns:a="http://schemas.openxmlformats.org/drawingml/2006/main">
            <a:r>
              <a:t>- D:/1Folder/Blocky-AI/doc/产品设计/Blocky-积木完整清单.md (computer, browser, data, approval, checkpoint capabilities)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desktop workbench separates editing facts, runtime events, user terminals, Agent process requests, logs, and audit while preserving stable source mapping.</a:t>
            </a:r>
          </a:p>
          <a:p xmlns:a="http://schemas.openxmlformats.org/drawingml/2006/main">
            <a:r>
              <a:t/>
            </a:r>
          </a:p>
          <a:p xmlns:a="http://schemas.openxmlformats.org/drawingml/2006/main">
            <a:r>
              <a:t>[Sources]</a:t>
            </a:r>
          </a:p>
          <a:p xmlns:a="http://schemas.openxmlformats.org/drawingml/2006/main">
            <a:r>
              <a:t>- D:/1Folder/Blocky-AI/doc/产品设计/Blocky-底部面板终端与日志系统设计.md (Problems, Run Log, Terminal, Output, redaction)</a:t>
            </a:r>
          </a:p>
          <a:p xmlns:a="http://schemas.openxmlformats.org/drawingml/2006/main">
            <a:r>
              <a:t>- D:/1Folder/Blocky-AI/doc/产品设计/Blocky-设置中心设计模板.md (workspace, preview, RPA, terminal, logging settings)</a:t>
            </a:r>
          </a:p>
          <a:p xmlns:a="http://schemas.openxmlformats.org/drawingml/2006/main">
            <a:r>
              <a:t>- D:/1Folder/Blocky-AI/doc/技术设计/ADR-006-底部面板终端与日志系统边界.md (terminal and event isolation)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六个方向分别承载轻量编码、专业编程、个人助理、团队协作、工程开发和组合研究等 Agent 架构。这里表达的是兼容版图与教学入口，不把设计方向写成已经完成的“原生完整兼容”。</a:t>
            </a:r>
          </a:p>
          <a:p xmlns:a="http://schemas.openxmlformats.org/drawingml/2006/main">
            <a:r>
              <a:t/>
            </a:r>
          </a:p>
          <a:p xmlns:a="http://schemas.openxmlformats.org/drawingml/2006/main">
            <a:r>
              <a:t>[Sources]</a:t>
            </a:r>
          </a:p>
          <a:p xmlns:a="http://schemas.openxmlformats.org/drawingml/2006/main">
            <a:r>
              <a:t>- D:\1Folder\Blocky-AI\doc\产品设计\Blocky-内置兼容模板.md (Pi、Codex、OpenClaw、Hermes、OpenCode、DeepSeek Harness 六模板设计)</a:t>
            </a:r>
          </a:p>
          <a:p xmlns:a="http://schemas.openxmlformats.org/drawingml/2006/main">
            <a:r>
              <a:t>- D:\1Folder\Blocky-AI\doc\技术设计\ADR-002-原生Agent兼容运行时.md (进程外运行时、版本化适配器与可逆投影)</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Blocky 构建助手不仅搭建 Agent，还承担项目积木化入口：锁定来源，理解源码与行为，映射 Blocky 语义，生成幽灵差异，再通过编译、测试和运行轨迹验证。它让新的仓库、Agent 与业务能力持续进入 Blocky，而核心积木目录仍保持稳定。</a:t>
            </a:r>
          </a:p>
          <a:p xmlns:a="http://schemas.openxmlformats.org/drawingml/2006/main">
            <a:r>
              <a:t/>
            </a:r>
          </a:p>
          <a:p xmlns:a="http://schemas.openxmlformats.org/drawingml/2006/main">
            <a:r>
              <a:t>[Sources]</a:t>
            </a:r>
          </a:p>
          <a:p xmlns:a="http://schemas.openxmlformats.org/drawingml/2006/main">
            <a:r>
              <a:t>- D:/1Folder/Blocky-AI/doc/产品设计/Blocky-GitHub项目积木化与Agent组件设计.md (核心决策、证据链与性能设计)</a:t>
            </a:r>
          </a:p>
          <a:p xmlns:a="http://schemas.openxmlformats.org/drawingml/2006/main">
            <a:r>
              <a:t>- D:/1Folder/Blocky-AI/doc/技术设计/ADR-003-CLI与官方Agent-Skill接口.md (conversion-core、Build Spec 与语义补丁)</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项目积木化的输入不只是一类 GitHub 仓库。Blocky 可以面向本地代码、现有 Agent、知识/RAG、MCP/CLI/API、业务自动化与教学或组织资产进行分型，再把它们组合进同一模块项目。</a:t>
            </a:r>
          </a:p>
          <a:p xmlns:a="http://schemas.openxmlformats.org/drawingml/2006/main">
            <a:r>
              <a:t/>
            </a:r>
          </a:p>
          <a:p xmlns:a="http://schemas.openxmlformats.org/drawingml/2006/main">
            <a:r>
              <a:t>[Sources]</a:t>
            </a:r>
          </a:p>
          <a:p xmlns:a="http://schemas.openxmlformats.org/drawingml/2006/main">
            <a:r>
              <a:t>- D:/1Folder/Blocky-AI/doc/产品设计/Blocky-GitHub项目积木化与Agent组件设计.md (仓库分型、RAG 组件与 Harness 夹具)</a:t>
            </a:r>
          </a:p>
          <a:p xmlns:a="http://schemas.openxmlformats.org/drawingml/2006/main">
            <a:r>
              <a:t>- D:/1Folder/Blocky-AI/doc/产品设计/Blocky-多画布应用界面与RPA设计.md (业务流程、RPA 与跨模块表达)</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项目积木化不是强迫所有内容变成同一种形态。稳定组件进入自定义积木，多步通用能力进入可展开蓝图，完整 Harness 进入兼容模板草案，许可证、性能或动态边界进入原生保留报告；同一项目可同时产生四类结果。</a:t>
            </a:r>
          </a:p>
          <a:p xmlns:a="http://schemas.openxmlformats.org/drawingml/2006/main">
            <a:r>
              <a:t/>
            </a:r>
          </a:p>
          <a:p xmlns:a="http://schemas.openxmlformats.org/drawingml/2006/main">
            <a:r>
              <a:t>[Sources]</a:t>
            </a:r>
          </a:p>
          <a:p xmlns:a="http://schemas.openxmlformats.org/drawingml/2006/main">
            <a:r>
              <a:t>- D:/1Folder/Blocky-AI/doc/产品设计/Blocky-GitHub项目积木化与Agent组件设计.md (四类产物与选择规则)</a:t>
            </a:r>
          </a:p>
          <a:p xmlns:a="http://schemas.openxmlformats.org/drawingml/2006/main">
            <a:r>
              <a:t>- D:/1Folder/Blocky-AI/doc/技术设计/ADR-004-开放扩展与社区安全边界.md (自定义积木、扩展包与安全边界)</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四个官方 Skills 分别负责搭建 Agent、创建积木、项目积木化和逆向现有 Agent。图形页、构建助手、CLI、Skills 与 Codex 插件共同读取相同的积木目录、编译器、IR、权限和运行事件。</a:t>
            </a:r>
          </a:p>
          <a:p xmlns:a="http://schemas.openxmlformats.org/drawingml/2006/main">
            <a:r>
              <a:t/>
            </a:r>
          </a:p>
          <a:p xmlns:a="http://schemas.openxmlformats.org/drawingml/2006/main">
            <a:r>
              <a:t>[Sources]</a:t>
            </a:r>
          </a:p>
          <a:p xmlns:a="http://schemas.openxmlformats.org/drawingml/2006/main">
            <a:r>
              <a:t>- D:/1Folder/Blocky-AI/doc/产品设计/CLI与官方Agent-Skill.md (CLI 家族与四个官方 Skills)</a:t>
            </a:r>
          </a:p>
          <a:p xmlns:a="http://schemas.openxmlformats.org/drawingml/2006/main">
            <a:r>
              <a:t>- D:/1Folder/Blocky-AI/doc/技术设计/ADR-003-CLI与官方Agent-Skill接口.md (Build Spec、语义补丁与插件边界)</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Community objects are classified by execution risk. Signatures identify publishers and content integrity but do not replace scanning, permissions, sandboxing, or revocation.</a:t>
            </a:r>
          </a:p>
          <a:p xmlns:a="http://schemas.openxmlformats.org/drawingml/2006/main">
            <a:r>
              <a:t/>
            </a:r>
          </a:p>
          <a:p xmlns:a="http://schemas.openxmlformats.org/drawingml/2006/main">
            <a:r>
              <a:t>[Sources]</a:t>
            </a:r>
          </a:p>
          <a:p xmlns:a="http://schemas.openxmlformats.org/drawingml/2006/main">
            <a:r>
              <a:t>- D:/1Folder/Blocky-AI/doc/技术设计/ADR-004-开放扩展与社区安全边界.md (four distribution objects and supply-chain controls)</a:t>
            </a:r>
          </a:p>
          <a:p xmlns:a="http://schemas.openxmlformats.org/drawingml/2006/main">
            <a:r>
              <a:t>- D:/1Folder/Blocky-AI/doc/产品设计/Blocky-积木完整清单.md (community publish/install/update/fork)</a:t>
            </a:r>
          </a:p>
          <a:p xmlns:a="http://schemas.openxmlformats.org/drawingml/2006/main">
            <a:r>
              <a:t>- D:/1Folder/Blocky-AI/PPT与商业计划书/assets/blocky-community-packages-v1.png (OpenAI image generation, concept illustration)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mobile product is an Agent runner, not a reduced desktop editor. It reads InteractionManifest and negotiates local, desktop, or user-selected server targets.</a:t>
            </a:r>
          </a:p>
          <a:p xmlns:a="http://schemas.openxmlformats.org/drawingml/2006/main">
            <a:r>
              <a:t/>
            </a:r>
          </a:p>
          <a:p xmlns:a="http://schemas.openxmlformats.org/drawingml/2006/main">
            <a:r>
              <a:t>[Sources]</a:t>
            </a:r>
          </a:p>
          <a:p xmlns:a="http://schemas.openxmlformats.org/drawingml/2006/main">
            <a:r>
              <a:t>- D:/1Folder/Blocky-AI/doc/产品设计/Blocky-初版产品方案.md (mobile Agent runner scope)</a:t>
            </a:r>
          </a:p>
          <a:p xmlns:a="http://schemas.openxmlformats.org/drawingml/2006/main">
            <a:r>
              <a:t>- D:/1Folder/Blocky-AI/doc/产品设计/Blocky-交互入口与工具积木设计.md (mobile InteractionManifest and target choice)</a:t>
            </a:r>
          </a:p>
          <a:p xmlns:a="http://schemas.openxmlformats.org/drawingml/2006/main">
            <a:r>
              <a:t>- D:/1Folder/Blocky-AI/doc/技术设计/ADR-001-首版跨端技术选型.md (Android, HarmonyOS, iOS responsibilities)</a:t>
            </a:r>
          </a:p>
          <a:p xmlns:a="http://schemas.openxmlformats.org/drawingml/2006/main">
            <a:r>
              <a:t>- D:/1Folder/Blocky-AI/PPT与商业计划书/assets/blocky-mobile-runner-v1.png (OpenAI image generation, concept illustration)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这一页只陈述已经验收的证据：左侧是 Windows Core 尖峰的编辑、编译、运行、保存和 Host 证据；右侧是正式产品契约、正反夹具与独立文档验收。两者不等于正式产品全部完成。</a:t>
            </a:r>
          </a:p>
          <a:p xmlns:a="http://schemas.openxmlformats.org/drawingml/2006/main">
            <a:r>
              <a:t/>
            </a:r>
          </a:p>
          <a:p xmlns:a="http://schemas.openxmlformats.org/drawingml/2006/main">
            <a:r>
              <a:t>[Sources]</a:t>
            </a:r>
          </a:p>
          <a:p xmlns:a="http://schemas.openxmlformats.org/drawingml/2006/main">
            <a:r>
              <a:t>- D:\1Folder\Blocky-AI\doc\技术设计\Windows-Core技术尖峰报告.md (Windows Core 实证与长稳数据)</a:t>
            </a:r>
          </a:p>
          <a:p xmlns:a="http://schemas.openxmlformats.org/drawingml/2006/main">
            <a:r>
              <a:t>- D:\1Folder\Blocky-AI\doc\技术设计\正式契约\README.md (正式契约注册表)</a:t>
            </a:r>
          </a:p>
          <a:p xmlns:a="http://schemas.openxmlformats.org/drawingml/2006/main">
            <a:r>
              <a:t>- D:\1Folder\Blocky-AI\doc\验收\归档\2026-08-23\验收-Blocky阶段0契约冻结.md (独立验收结果)</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四项成果都能转成课堂指标：完成一个可运行 Agent、解释关键积木和轨迹、提供可定位来源或在缺证据时拒答、保存重开后保持语义一致。</a:t>
            </a:r>
          </a:p>
          <a:p xmlns:a="http://schemas.openxmlformats.org/drawingml/2006/main">
            <a:r>
              <a:t/>
            </a:r>
          </a:p>
          <a:p xmlns:a="http://schemas.openxmlformats.org/drawingml/2006/main">
            <a:r>
              <a:t>[Sources]</a:t>
            </a:r>
          </a:p>
          <a:p xmlns:a="http://schemas.openxmlformats.org/drawingml/2006/main">
            <a:r>
              <a:t>- D:\1Folder\Blocky-AI\doc\执行计划\2026-08-23-Blocky-竞品驱动完整开发计划.md (Agent 课堂闭环验收旅程)</a:t>
            </a:r>
          </a:p>
          <a:p xmlns:a="http://schemas.openxmlformats.org/drawingml/2006/main">
            <a:r>
              <a:t>- D:\1Folder\Blocky-AI\doc\技术设计\正式契约\03-交互工具运行与可观察性-v1alpha1.md (运行事件、高亮、日志与轨迹同源)</a:t>
            </a:r>
          </a:p>
          <a:p xmlns:a="http://schemas.openxmlformats.org/drawingml/2006/main">
            <a:r>
              <a:t>[/Sources]</a:t>
            </a:r>
          </a:p>
          <a:p xmlns:a="http://schemas.openxmlformats.org/drawingml/2006/main">
            <a:r>
              <a:t/>
            </a:r>
          </a:p>
          <a:p xmlns:a="http://schemas.openxmlformats.org/drawingml/2006/main">
            <a:r>
              <a:t>- OpenAI image generation, original blueprint line-art illustration for Agent learning outcomes, created for this deck, 2026-08-25.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Blocky 的拓展服务分为三类客户：个人学习与创作、学校或教育机构、企业与行业团队。标准产品提供统一语言与运行底座，服务层围绕课程、蓝图、知识、系统集成、治理和运营形成场景解决方案。</a:t>
            </a:r>
          </a:p>
          <a:p xmlns:a="http://schemas.openxmlformats.org/drawingml/2006/main">
            <a:r>
              <a:t/>
            </a:r>
          </a:p>
          <a:p xmlns:a="http://schemas.openxmlformats.org/drawingml/2006/main">
            <a:r>
              <a:t>[Sources]</a:t>
            </a:r>
          </a:p>
          <a:p xmlns:a="http://schemas.openxmlformats.org/drawingml/2006/main">
            <a:r>
              <a:t>- D:/1Folder/Blocky-AI/doc/产品设计/Blocky-初版产品方案.md (目标用户、教育机构和企业咨询方案)</a:t>
            </a:r>
          </a:p>
          <a:p xmlns:a="http://schemas.openxmlformats.org/drawingml/2006/main">
            <a:r>
              <a:t>- D:/1Folder/Blocky-AI/doc/执行计划/2026-08-23-Blocky-竞品驱动完整开发计划.md (阶段 10 教育工作区、阶段 11 企业交付、阶段 14 商业化)</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定制服务沿统一交付链推进：先做场景诊断，再形成 Agent 与模块蓝图，连接内容、数据和业务系统，完成部署治理，最后通过培训、运营和版本升级持续服务。交付成果回流为组织蓝图、私有积木、适配器和版本化资产包。</a:t>
            </a:r>
          </a:p>
          <a:p xmlns:a="http://schemas.openxmlformats.org/drawingml/2006/main">
            <a:r>
              <a:t/>
            </a:r>
          </a:p>
          <a:p xmlns:a="http://schemas.openxmlformats.org/drawingml/2006/main">
            <a:r>
              <a:t>[Sources]</a:t>
            </a:r>
          </a:p>
          <a:p xmlns:a="http://schemas.openxmlformats.org/drawingml/2006/main">
            <a:r>
              <a:t>- D:/1Folder/Blocky-AI/doc/执行计划/2026-08-23-Blocky-竞品驱动完整开发计划.md (教育、团队、部署、企业 RPA 与社区阶段)</a:t>
            </a:r>
          </a:p>
          <a:p xmlns:a="http://schemas.openxmlformats.org/drawingml/2006/main">
            <a:r>
              <a:t>- D:/1Folder/Blocky-AI/doc/产品设计/Blocky-多画布应用界面与RPA设计.md (应用界面、RPA 与组织交付边界)</a:t>
            </a:r>
          </a:p>
          <a:p xmlns:a="http://schemas.openxmlformats.org/drawingml/2006/main">
            <a:r>
              <a:t>- D:/1Folder/Blocky-AI/doc/技术设计/ADR-004-开放扩展与社区安全边界.md (自定义能力、私有包与供应链治理)</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商业模式由两部分组成：个人教育与专业订阅形成规模和复购；教育机构方案、企业与行业定制形成高价值交付与持续服务。所有方案共享项目格式和运行内核，定制成果可沉淀为复用资产。</a:t>
            </a:r>
          </a:p>
          <a:p xmlns:a="http://schemas.openxmlformats.org/drawingml/2006/main">
            <a:r>
              <a:t/>
            </a:r>
          </a:p>
          <a:p xmlns:a="http://schemas.openxmlformats.org/drawingml/2006/main">
            <a:r>
              <a:t>[Sources]</a:t>
            </a:r>
          </a:p>
          <a:p xmlns:a="http://schemas.openxmlformats.org/drawingml/2006/main">
            <a:r>
              <a:t>- D:/1Folder/Blocky-AI/doc/产品设计/Blocky-初版产品方案.md (教育拓展、专业订阅、机构与企业咨询基线)</a:t>
            </a:r>
          </a:p>
          <a:p xmlns:a="http://schemas.openxmlformats.org/drawingml/2006/main">
            <a:r>
              <a:t>- D:/1Folder/Blocky-AI/doc/执行计划/2026-08-23-Blocky-竞品驱动完整开发计划.md (教育工作区、企业交付与商业化路线)</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市场进入从可验证的课堂样板开始，随后通过课程、蓝图和教师服务进入教育机构；企业侧从高频且可核验的流程共创切入。每个机构或企业项目再通过项目积木化沉淀为可复用资产，形成产品、服务与生态共同增长的飞轮。</a:t>
            </a:r>
          </a:p>
          <a:p xmlns:a="http://schemas.openxmlformats.org/drawingml/2006/main">
            <a:r>
              <a:t/>
            </a:r>
          </a:p>
          <a:p xmlns:a="http://schemas.openxmlformats.org/drawingml/2006/main">
            <a:r>
              <a:t>[Sources]</a:t>
            </a:r>
          </a:p>
          <a:p xmlns:a="http://schemas.openxmlformats.org/drawingml/2006/main">
            <a:r>
              <a:t>- D:/1Folder/Blocky-AI/doc/产品设计/Blocky-初版产品方案.md (教育与专业目标用户)</a:t>
            </a:r>
          </a:p>
          <a:p xmlns:a="http://schemas.openxmlformats.org/drawingml/2006/main">
            <a:r>
              <a:t>- D:/1Folder/Blocky-AI/doc/产品设计/Blocky-GitHub项目积木化与Agent组件设计.md (项目积木化与资产选择)</a:t>
            </a:r>
          </a:p>
          <a:p xmlns:a="http://schemas.openxmlformats.org/drawingml/2006/main">
            <a:r>
              <a:t>- D:/1Folder/Blocky-AI/doc/执行计划/2026-08-23-Blocky-竞品驱动完整开发计划.md (教育、企业与社区阶段)</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路线图把产品能力、场景服务和生态放在同一节奏中：R0 建立正式地基，R1 完成自助产品与项目积木化，R2 扩展教育机构、团队、部署和企业服务，R3 建立社区、多端与商业服务目录。</a:t>
            </a:r>
          </a:p>
          <a:p xmlns:a="http://schemas.openxmlformats.org/drawingml/2006/main">
            <a:r>
              <a:t/>
            </a:r>
          </a:p>
          <a:p xmlns:a="http://schemas.openxmlformats.org/drawingml/2006/main">
            <a:r>
              <a:t>[Sources]</a:t>
            </a:r>
          </a:p>
          <a:p xmlns:a="http://schemas.openxmlformats.org/drawingml/2006/main">
            <a:r>
              <a:t>- D:/1Folder/Blocky-AI/doc/执行计划/2026-08-23-Blocky-竞品驱动完整开发计划.md (R0-R3、阶段 0-14)</a:t>
            </a:r>
          </a:p>
          <a:p xmlns:a="http://schemas.openxmlformats.org/drawingml/2006/main">
            <a:r>
              <a:t>- D:/1Folder/Blocky-AI/doc/产品设计/Blocky-状态与阶段替换账本.md (阶段替换与正式边界)</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Blocky 的长期价值来自三件事：让学习者以 Scratch 式方法理解和搭建 Agent；让项目积木化把外部代码、Agent 与业务流程转成可编辑资产；让场景服务把这些资产组合成教育机构和企业可持续使用的解决方案。</a:t>
            </a:r>
          </a:p>
          <a:p xmlns:a="http://schemas.openxmlformats.org/drawingml/2006/main">
            <a:r>
              <a:t/>
            </a:r>
          </a:p>
          <a:p xmlns:a="http://schemas.openxmlformats.org/drawingml/2006/main">
            <a:r>
              <a:t>[Sources]</a:t>
            </a:r>
          </a:p>
          <a:p xmlns:a="http://schemas.openxmlformats.org/drawingml/2006/main">
            <a:r>
              <a:t>- D:/1Folder/Blocky-AI/doc/产品设计/Blocky-初版产品方案.md (教育、专业、社区、多端与商业基线)</a:t>
            </a:r>
          </a:p>
          <a:p xmlns:a="http://schemas.openxmlformats.org/drawingml/2006/main">
            <a:r>
              <a:t>- D:/1Folder/Blocky-AI/doc/产品设计/Blocky-GitHub项目积木化与Agent组件设计.md (项目积木化核心能力)</a:t>
            </a:r>
          </a:p>
          <a:p xmlns:a="http://schemas.openxmlformats.org/drawingml/2006/main">
            <a:r>
              <a:t>- D:/1Folder/Blocky-AI/doc/执行计划/2026-08-23-Blocky-竞品驱动完整开发计划.md (教育机构、企业交付、社区与多端路线)</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645aa8286284ce1"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844ba990db14344" /><Relationship Type="http://schemas.openxmlformats.org/officeDocument/2006/relationships/slideLayout" Target="/ppt/slideLayouts/slideLayout1.xml" Id="R5c6da1f945784c81"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c6da1f945784c81"/>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87b0eb7e304746f2" /><Relationship Type="http://schemas.openxmlformats.org/officeDocument/2006/relationships/image" Target="/ppt/media/image.png" Id="R109eaeb36c6b43ee" /><Relationship Type="http://schemas.openxmlformats.org/officeDocument/2006/relationships/notesSlide" Target="/ppt/notesSlides/notesSlide1.xml" Id="R5691de7977a648ed"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d2dc09930857476f" /><Relationship Type="http://schemas.openxmlformats.org/officeDocument/2006/relationships/image" Target="/ppt/media/image2.png" Id="R1f57bc2b204042d5" /><Relationship Type="http://schemas.openxmlformats.org/officeDocument/2006/relationships/notesSlide" Target="/ppt/notesSlides/notesSlide2.xml" Id="R57bb116d91a54326"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0dbf07d5f2ad407a" /><Relationship Type="http://schemas.openxmlformats.org/officeDocument/2006/relationships/notesSlide" Target="/ppt/notesSlides/notesSlide3.xml" Id="R13ecb330806442a1"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0206f6a85cbb49d7" /><Relationship Type="http://schemas.openxmlformats.org/officeDocument/2006/relationships/image" Target="/ppt/media/image3.png" Id="R991a3e723ab54253" /><Relationship Type="http://schemas.openxmlformats.org/officeDocument/2006/relationships/notesSlide" Target="/ppt/notesSlides/notesSlide4.xml" Id="Rcae4e8cd6b7d4ca0"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ca983cb3babc4287" /><Relationship Type="http://schemas.openxmlformats.org/officeDocument/2006/relationships/image" Target="/ppt/media/image4.png" Id="Reac6803c95ee4f07" /><Relationship Type="http://schemas.openxmlformats.org/officeDocument/2006/relationships/notesSlide" Target="/ppt/notesSlides/notesSlide5.xml" Id="R0eef2c5e225d4473"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1f56ffc73d8543ae" /><Relationship Type="http://schemas.openxmlformats.org/officeDocument/2006/relationships/notesSlide" Target="/ppt/notesSlides/notesSlide6.xml" Id="R105a4ed772bd438a"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a3dfd07aaf5b4376" /><Relationship Type="http://schemas.openxmlformats.org/officeDocument/2006/relationships/notesSlide" Target="/ppt/notesSlides/notesSlide7.xml" Id="Rc97026cf68114d2b"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763de3ddd6bf4ddf" /><Relationship Type="http://schemas.openxmlformats.org/officeDocument/2006/relationships/image" Target="/ppt/media/image5.png" Id="Rf00433235ddd4aad" /><Relationship Type="http://schemas.openxmlformats.org/officeDocument/2006/relationships/notesSlide" Target="/ppt/notesSlides/notesSlide8.xml" Id="R30e8ac80827a465a"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17d54e7746904066" /><Relationship Type="http://schemas.openxmlformats.org/officeDocument/2006/relationships/image" Target="/ppt/media/image6.png" Id="R8c2d313bebc8437d" /><Relationship Type="http://schemas.openxmlformats.org/officeDocument/2006/relationships/notesSlide" Target="/ppt/notesSlides/notesSlide9.xml" Id="R349cf65199f5479d"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7952667d2c96470e" /><Relationship Type="http://schemas.openxmlformats.org/officeDocument/2006/relationships/image" Target="/ppt/media/image7.png" Id="R43ff9193b0114d42" /><Relationship Type="http://schemas.openxmlformats.org/officeDocument/2006/relationships/notesSlide" Target="/ppt/notesSlides/notesSlide10.xml" Id="R5e356c86c3e54d18"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8221f1da0af643f7" /><Relationship Type="http://schemas.openxmlformats.org/officeDocument/2006/relationships/image" Target="/ppt/media/image8.png" Id="R8006d59092e1408d" /><Relationship Type="http://schemas.openxmlformats.org/officeDocument/2006/relationships/notesSlide" Target="/ppt/notesSlides/notesSlide11.xml" Id="R1e10429e9f0740c1"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6a9a4e3e459b4687" /><Relationship Type="http://schemas.openxmlformats.org/officeDocument/2006/relationships/notesSlide" Target="/ppt/notesSlides/notesSlide12.xml" Id="Rbecff108e8014acf"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51473ef77ebe4778" /><Relationship Type="http://schemas.openxmlformats.org/officeDocument/2006/relationships/image" Target="/ppt/media/image9.png" Id="R7f50e800462e4164" /><Relationship Type="http://schemas.openxmlformats.org/officeDocument/2006/relationships/notesSlide" Target="/ppt/notesSlides/notesSlide13.xml" Id="Rd094127b218942a0"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2d3a5f062e9e4ecc" /><Relationship Type="http://schemas.openxmlformats.org/officeDocument/2006/relationships/notesSlide" Target="/ppt/notesSlides/notesSlide14.xml" Id="R1e632358381d4838"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641946fa8f35453a" /><Relationship Type="http://schemas.openxmlformats.org/officeDocument/2006/relationships/notesSlide" Target="/ppt/notesSlides/notesSlide15.xml" Id="Rf0512833f6334206"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10872dc5eae24fe5" /><Relationship Type="http://schemas.openxmlformats.org/officeDocument/2006/relationships/notesSlide" Target="/ppt/notesSlides/notesSlide16.xml" Id="R24e9741be0824bd1"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5bd044bc1411446c" /><Relationship Type="http://schemas.openxmlformats.org/officeDocument/2006/relationships/image" Target="/ppt/media/image5.png" Id="R6b7daf5b42d04439" /><Relationship Type="http://schemas.openxmlformats.org/officeDocument/2006/relationships/notesSlide" Target="/ppt/notesSlides/notesSlide17.xml" Id="R878968cbb1a84a26"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593fc4afd39c4b20" /><Relationship Type="http://schemas.openxmlformats.org/officeDocument/2006/relationships/notesSlide" Target="/ppt/notesSlides/notesSlide18.xml" Id="R8713100358804ac2"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32f064639f31402b" /><Relationship Type="http://schemas.openxmlformats.org/officeDocument/2006/relationships/image" Target="/ppt/media/image10.png" Id="R7a2ae5dd4be04e98" /><Relationship Type="http://schemas.openxmlformats.org/officeDocument/2006/relationships/notesSlide" Target="/ppt/notesSlides/notesSlide19.xml" Id="Rcfb5e9256edc4f4f"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7ccd68a30a394da8" /><Relationship Type="http://schemas.openxmlformats.org/officeDocument/2006/relationships/image" Target="/ppt/media/image11.png" Id="Rac0becb4964e4bee" /><Relationship Type="http://schemas.openxmlformats.org/officeDocument/2006/relationships/notesSlide" Target="/ppt/notesSlides/notesSlide20.xml" Id="Rdb6bb1d6eefe4669"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82705dd514d348cc" /><Relationship Type="http://schemas.openxmlformats.org/officeDocument/2006/relationships/image" Target="/ppt/media/image9.png" Id="Rf141889e0e5e419a" /><Relationship Type="http://schemas.openxmlformats.org/officeDocument/2006/relationships/notesSlide" Target="/ppt/notesSlides/notesSlide21.xml" Id="R5df636f72bdf4642"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b8bf8b065f094f90" /><Relationship Type="http://schemas.openxmlformats.org/officeDocument/2006/relationships/image" Target="/ppt/media/image5.png" Id="Rd92601830e714ce0" /><Relationship Type="http://schemas.openxmlformats.org/officeDocument/2006/relationships/notesSlide" Target="/ppt/notesSlides/notesSlide22.xml" Id="R8b8699175f3441aa"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d291e9622cc5447e" /><Relationship Type="http://schemas.openxmlformats.org/officeDocument/2006/relationships/notesSlide" Target="/ppt/notesSlides/notesSlide23.xml" Id="Rfa750f5bf9a8417a"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c628dd583f59435c" /><Relationship Type="http://schemas.openxmlformats.org/officeDocument/2006/relationships/notesSlide" Target="/ppt/notesSlides/notesSlide24.xml" Id="R84e6d27ae8e945ba"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6e03f42907b04439" /><Relationship Type="http://schemas.openxmlformats.org/officeDocument/2006/relationships/image" Target="/ppt/media/image12.png" Id="R3dece1f6ab7d4c2e" /><Relationship Type="http://schemas.openxmlformats.org/officeDocument/2006/relationships/notesSlide" Target="/ppt/notesSlides/notesSlide25.xml" Id="Rb8bd52ff50e14a8c"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254d0c251e7a45d5" /><Relationship Type="http://schemas.openxmlformats.org/officeDocument/2006/relationships/image" Target="/ppt/media/image12.png" Id="R3789a69ff3244c46" /><Relationship Type="http://schemas.openxmlformats.org/officeDocument/2006/relationships/notesSlide" Target="/ppt/notesSlides/notesSlide26.xml" Id="R390a93dfcd0e4259"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3c2016432f434c48" /><Relationship Type="http://schemas.openxmlformats.org/officeDocument/2006/relationships/image" Target="/ppt/media/image5.png" Id="Rf5736a076d1c4353" /><Relationship Type="http://schemas.openxmlformats.org/officeDocument/2006/relationships/notesSlide" Target="/ppt/notesSlides/notesSlide27.xml" Id="Re928048305114009"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86fb2c8a8d19459c" /><Relationship Type="http://schemas.openxmlformats.org/officeDocument/2006/relationships/image" Target="/ppt/media/image12.png" Id="Ra420708228da4eef" /><Relationship Type="http://schemas.openxmlformats.org/officeDocument/2006/relationships/notesSlide" Target="/ppt/notesSlides/notesSlide28.xml" Id="R4b8a7e9cb791466d"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FA0D9BE4-76F9-4A7D-9C8D-2F5EF256500F}"/>
              </a:ext>
            </a:extLst>
          </p:cNvPr>
          <p:cNvSpPr>
            <a:spLocks xmlns:a="http://schemas.openxmlformats.org/drawingml/2006/main" noGrp="1"/>
          </p:cNvSpPr>
          <p:nvPr/>
        </p:nvSpPr>
        <p:spPr>
          <a:xfrm xmlns:a="http://schemas.openxmlformats.org/drawingml/2006/main">
            <a:off x="7239000" y="0"/>
            <a:ext cx="4953000" cy="6858000"/>
          </a:xfrm>
          <a:prstGeom xmlns:a="http://schemas.openxmlformats.org/drawingml/2006/main" prst="rect">
            <a:avLst/>
          </a:prstGeom>
          <a:solidFill xmlns:a="http://schemas.openxmlformats.org/drawingml/2006/main">
            <a:srgbClr val="FFF6D6"/>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CB4CCF9B-8A6D-4873-B7C6-72B7F16F49D6}"/>
              </a:ext>
            </a:extLst>
          </p:cNvPr>
          <p:cNvSpPr>
            <a:spLocks xmlns:a="http://schemas.openxmlformats.org/drawingml/2006/main" noGrp="1"/>
          </p:cNvSpPr>
          <p:nvPr/>
        </p:nvSpPr>
        <p:spPr>
          <a:xfrm xmlns:a="http://schemas.openxmlformats.org/drawingml/2006/main">
            <a:off x="10096500" y="0"/>
            <a:ext cx="2095500" cy="6858000"/>
          </a:xfrm>
          <a:prstGeom xmlns:a="http://schemas.openxmlformats.org/drawingml/2006/main" prst="rect">
            <a:avLst/>
          </a:prstGeom>
          <a:solidFill xmlns:a="http://schemas.openxmlformats.org/drawingml/2006/main">
            <a:srgbClr val="176BFF"/>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CD4AD890-3E02-4B32-A590-73AF68E445E3}"/>
              </a:ext>
            </a:extLst>
          </p:cNvPr>
          <p:cNvSpPr>
            <a:spLocks xmlns:a="http://schemas.openxmlformats.org/drawingml/2006/main" noGrp="1"/>
          </p:cNvSpPr>
          <p:nvPr/>
        </p:nvSpPr>
        <p:spPr>
          <a:xfrm xmlns:a="http://schemas.openxmlformats.org/drawingml/2006/main">
            <a:off x="8782050" y="781050"/>
            <a:ext cx="1695450" cy="1695450"/>
          </a:xfrm>
          <a:prstGeom xmlns:a="http://schemas.openxmlformats.org/drawingml/2006/main" prst="ellipse">
            <a:avLst/>
          </a:prstGeom>
          <a:solidFill xmlns:a="http://schemas.openxmlformats.org/drawingml/2006/main">
            <a:srgbClr val="FFD447"/>
          </a:solidFill>
          <a:ln xmlns:a="http://schemas.openxmlformats.org/drawingml/2006/main" w="0">
            <a:noFill/>
            <a:prstDash val="solid"/>
          </a:ln>
        </p:spPr>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109eaeb36c6b43ee"/>
          <a:stretch xmlns:a="http://schemas.openxmlformats.org/drawingml/2006/main"/>
        </p:blipFill>
        <p:spPr>
          <a:xfrm xmlns:a="http://schemas.openxmlformats.org/drawingml/2006/main">
            <a:off x="8029575" y="1257300"/>
            <a:ext cx="2952750" cy="29527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5D369273-24D0-4097-89BD-DB290BEAF915}"/>
              </a:ext>
            </a:extLst>
          </p:cNvPr>
          <p:cNvSpPr>
            <a:spLocks xmlns:a="http://schemas.openxmlformats.org/drawingml/2006/main" noGrp="1"/>
          </p:cNvSpPr>
          <p:nvPr/>
        </p:nvSpPr>
        <p:spPr>
          <a:xfrm xmlns:a="http://schemas.openxmlformats.org/drawingml/2006/main">
            <a:off x="685800" y="590550"/>
            <a:ext cx="5905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i="0">
                <a:solidFill>
                  <a:srgbClr val="176BFF"/>
                </a:solidFill>
                <a:latin typeface="Microsoft YaHei"/>
                <a:ea typeface="Microsoft YaHei"/>
                <a:cs typeface="Microsoft YaHei"/>
              </a:defRPr>
            </a:pPr>
            <a:r>
              <a:rPr sz="1200" b="1" i="0">
                <a:solidFill>
                  <a:srgbClr val="176BFF"/>
                </a:solidFill>
                <a:latin typeface="Microsoft YaHei"/>
                <a:ea typeface="Microsoft YaHei"/>
                <a:cs typeface="Microsoft YaHei"/>
              </a:rPr>
              <a:t>2026 息壤杯｜惠民产品创新｜AI+教育赛道</a:t>
            </a:r>
          </a:p>
        </p:txBody>
      </p:sp>
      <p:sp>
        <p:nvSpPr>
          <p:cNvPr id="6" name="">
            <a:extLst xmlns:a="http://schemas.openxmlformats.org/drawingml/2006/main">
              <a:ext uri="{FF2B5EF4-FFF2-40B4-BE49-F238E27FC236}">
                <a16:creationId xmlns:a16="http://schemas.microsoft.com/office/drawing/2014/main" id="{1E12D827-8A22-4FC0-8118-2EA4F9F6C46B}"/>
              </a:ext>
            </a:extLst>
          </p:cNvPr>
          <p:cNvSpPr>
            <a:spLocks xmlns:a="http://schemas.openxmlformats.org/drawingml/2006/main" noGrp="1"/>
          </p:cNvSpPr>
          <p:nvPr/>
        </p:nvSpPr>
        <p:spPr>
          <a:xfrm xmlns:a="http://schemas.openxmlformats.org/drawingml/2006/main">
            <a:off x="685800" y="1466850"/>
            <a:ext cx="619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4050" b="1" i="0">
                <a:solidFill>
                  <a:srgbClr val="111827"/>
                </a:solidFill>
                <a:latin typeface="Microsoft YaHei"/>
                <a:ea typeface="Microsoft YaHei"/>
                <a:cs typeface="Microsoft YaHei"/>
              </a:defRPr>
            </a:pPr>
            <a:r>
              <a:rPr sz="4050" b="1" i="0">
                <a:solidFill>
                  <a:srgbClr val="111827"/>
                </a:solidFill>
                <a:latin typeface="Microsoft YaHei"/>
                <a:ea typeface="Microsoft YaHei"/>
                <a:cs typeface="Microsoft YaHei"/>
              </a:rPr>
              <a:t>让学生真正搭建 Agent</a:t>
            </a:r>
          </a:p>
        </p:txBody>
      </p:sp>
      <p:sp>
        <p:nvSpPr>
          <p:cNvPr id="7" name="">
            <a:extLst xmlns:a="http://schemas.openxmlformats.org/drawingml/2006/main">
              <a:ext uri="{FF2B5EF4-FFF2-40B4-BE49-F238E27FC236}">
                <a16:creationId xmlns:a16="http://schemas.microsoft.com/office/drawing/2014/main" id="{90820EF3-5C41-49AB-9DB0-278C191C10C9}"/>
              </a:ext>
            </a:extLst>
          </p:cNvPr>
          <p:cNvSpPr>
            <a:spLocks xmlns:a="http://schemas.openxmlformats.org/drawingml/2006/main" noGrp="1"/>
          </p:cNvSpPr>
          <p:nvPr/>
        </p:nvSpPr>
        <p:spPr>
          <a:xfrm xmlns:a="http://schemas.openxmlformats.org/drawingml/2006/main">
            <a:off x="685800" y="2228850"/>
            <a:ext cx="6477000" cy="1123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4050" b="1" i="0">
                <a:solidFill>
                  <a:srgbClr val="176BFF"/>
                </a:solidFill>
                <a:latin typeface="Microsoft YaHei"/>
                <a:ea typeface="Microsoft YaHei"/>
                <a:cs typeface="Microsoft YaHei"/>
              </a:defRPr>
            </a:pPr>
            <a:r>
              <a:rPr sz="4050" b="1" i="0">
                <a:solidFill>
                  <a:srgbClr val="176BFF"/>
                </a:solidFill>
                <a:latin typeface="Microsoft YaHei"/>
                <a:ea typeface="Microsoft YaHei"/>
                <a:cs typeface="Microsoft YaHei"/>
              </a:rPr>
              <a:t>看得懂、改得动、跑得通</a:t>
            </a:r>
          </a:p>
        </p:txBody>
      </p:sp>
      <p:sp>
        <p:nvSpPr>
          <p:cNvPr id="8" name="">
            <a:extLst xmlns:a="http://schemas.openxmlformats.org/drawingml/2006/main">
              <a:ext uri="{FF2B5EF4-FFF2-40B4-BE49-F238E27FC236}">
                <a16:creationId xmlns:a16="http://schemas.microsoft.com/office/drawing/2014/main" id="{1C3CB7FC-A2C8-4032-B5FB-5BDAD9D7A4ED}"/>
              </a:ext>
            </a:extLst>
          </p:cNvPr>
          <p:cNvSpPr>
            <a:spLocks xmlns:a="http://schemas.openxmlformats.org/drawingml/2006/main" noGrp="1"/>
          </p:cNvSpPr>
          <p:nvPr/>
        </p:nvSpPr>
        <p:spPr>
          <a:xfrm xmlns:a="http://schemas.openxmlformats.org/drawingml/2006/main">
            <a:off x="685800" y="3733800"/>
            <a:ext cx="476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100" b="1" i="0">
                <a:solidFill>
                  <a:srgbClr val="111827"/>
                </a:solidFill>
                <a:latin typeface="Microsoft YaHei"/>
                <a:ea typeface="Microsoft YaHei"/>
                <a:cs typeface="Microsoft YaHei"/>
              </a:defRPr>
            </a:pPr>
            <a:r>
              <a:rPr sz="2100" b="1" i="0">
                <a:solidFill>
                  <a:srgbClr val="111827"/>
                </a:solidFill>
                <a:latin typeface="Microsoft YaHei"/>
                <a:ea typeface="Microsoft YaHei"/>
                <a:cs typeface="Microsoft YaHei"/>
              </a:rPr>
              <a:t>Blocky Studio</a:t>
            </a:r>
          </a:p>
        </p:txBody>
      </p:sp>
      <p:sp>
        <p:nvSpPr>
          <p:cNvPr id="9" name="">
            <a:extLst xmlns:a="http://schemas.openxmlformats.org/drawingml/2006/main">
              <a:ext uri="{FF2B5EF4-FFF2-40B4-BE49-F238E27FC236}">
                <a16:creationId xmlns:a16="http://schemas.microsoft.com/office/drawing/2014/main" id="{B5E5E5DB-B502-4C97-A633-16C100D0891A}"/>
              </a:ext>
            </a:extLst>
          </p:cNvPr>
          <p:cNvSpPr>
            <a:spLocks xmlns:a="http://schemas.openxmlformats.org/drawingml/2006/main" noGrp="1"/>
          </p:cNvSpPr>
          <p:nvPr/>
        </p:nvSpPr>
        <p:spPr>
          <a:xfrm xmlns:a="http://schemas.openxmlformats.org/drawingml/2006/main">
            <a:off x="685800" y="4171950"/>
            <a:ext cx="5334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725" b="0" i="0">
                <a:solidFill>
                  <a:srgbClr val="667085"/>
                </a:solidFill>
                <a:latin typeface="Microsoft YaHei"/>
                <a:ea typeface="Microsoft YaHei"/>
                <a:cs typeface="Microsoft YaHei"/>
              </a:defRPr>
            </a:pPr>
            <a:r>
              <a:rPr sz="1725" b="0" i="0">
                <a:solidFill>
                  <a:srgbClr val="667085"/>
                </a:solidFill>
                <a:latin typeface="Microsoft YaHei"/>
                <a:ea typeface="Microsoft YaHei"/>
                <a:cs typeface="Microsoft YaHei"/>
              </a:rPr>
              <a:t>Scratch 式 Agent 搭建与学习软件</a:t>
            </a:r>
          </a:p>
        </p:txBody>
      </p:sp>
      <p:sp>
        <p:nvSpPr>
          <p:cNvPr id="10" name="">
            <a:extLst xmlns:a="http://schemas.openxmlformats.org/drawingml/2006/main">
              <a:ext uri="{FF2B5EF4-FFF2-40B4-BE49-F238E27FC236}">
                <a16:creationId xmlns:a16="http://schemas.microsoft.com/office/drawing/2014/main" id="{65806E6E-DF21-46F4-84A1-E56863B718DB}"/>
              </a:ext>
            </a:extLst>
          </p:cNvPr>
          <p:cNvSpPr>
            <a:spLocks xmlns:a="http://schemas.openxmlformats.org/drawingml/2006/main" noGrp="1"/>
          </p:cNvSpPr>
          <p:nvPr/>
        </p:nvSpPr>
        <p:spPr>
          <a:xfrm xmlns:a="http://schemas.openxmlformats.org/drawingml/2006/main">
            <a:off x="685800" y="4972050"/>
            <a:ext cx="2952750" cy="323850"/>
          </a:xfrm>
          <a:prstGeom xmlns:a="http://schemas.openxmlformats.org/drawingml/2006/main" prst="roundRect">
            <a:avLst>
              <a:gd name="adj" fmla="val 50000"/>
            </a:avLst>
          </a:prstGeom>
          <a:solidFill xmlns:a="http://schemas.openxmlformats.org/drawingml/2006/main">
            <a:srgbClr val="EAF2FF"/>
          </a:solidFill>
          <a:ln xmlns:a="http://schemas.openxmlformats.org/drawingml/2006/main" w="9525">
            <a:solidFill>
              <a:srgbClr val="D8E6FF"/>
            </a:solidFill>
            <a:prstDash val="solid"/>
          </a:ln>
        </p:spPr>
      </p:sp>
      <p:sp>
        <p:nvSpPr>
          <p:cNvPr id="11" name="">
            <a:extLst xmlns:a="http://schemas.openxmlformats.org/drawingml/2006/main">
              <a:ext uri="{FF2B5EF4-FFF2-40B4-BE49-F238E27FC236}">
                <a16:creationId xmlns:a16="http://schemas.microsoft.com/office/drawing/2014/main" id="{CC856512-3F11-4BC5-BBFE-0365EA4629F0}"/>
              </a:ext>
            </a:extLst>
          </p:cNvPr>
          <p:cNvSpPr>
            <a:spLocks xmlns:a="http://schemas.openxmlformats.org/drawingml/2006/main" noGrp="1"/>
          </p:cNvSpPr>
          <p:nvPr/>
        </p:nvSpPr>
        <p:spPr>
          <a:xfrm xmlns:a="http://schemas.openxmlformats.org/drawingml/2006/main">
            <a:off x="800100" y="5038725"/>
            <a:ext cx="27241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050" b="1" i="0">
                <a:solidFill>
                  <a:srgbClr val="176BFF"/>
                </a:solidFill>
                <a:latin typeface="Microsoft YaHei"/>
                <a:ea typeface="Microsoft YaHei"/>
                <a:cs typeface="Microsoft YaHei"/>
              </a:defRPr>
            </a:pPr>
            <a:r>
              <a:rPr sz="975" b="1" i="0">
                <a:solidFill>
                  <a:srgbClr val="176BFF"/>
                </a:solidFill>
                <a:latin typeface="Microsoft YaHei"/>
                <a:ea typeface="Microsoft YaHei"/>
                <a:cs typeface="Microsoft YaHei"/>
              </a:rPr>
              <a:t>7 类入门 · 4 项成果 · 6 类兼容生态</a:t>
            </a:r>
          </a:p>
        </p:txBody>
      </p:sp>
      <p:sp>
        <p:nvSpPr>
          <p:cNvPr id="12" name="">
            <a:extLst xmlns:a="http://schemas.openxmlformats.org/drawingml/2006/main">
              <a:ext uri="{FF2B5EF4-FFF2-40B4-BE49-F238E27FC236}">
                <a16:creationId xmlns:a16="http://schemas.microsoft.com/office/drawing/2014/main" id="{D294BB3B-9431-4961-B921-BE763B2F22DE}"/>
              </a:ext>
            </a:extLst>
          </p:cNvPr>
          <p:cNvSpPr>
            <a:spLocks xmlns:a="http://schemas.openxmlformats.org/drawingml/2006/main" noGrp="1"/>
          </p:cNvSpPr>
          <p:nvPr/>
        </p:nvSpPr>
        <p:spPr>
          <a:xfrm xmlns:a="http://schemas.openxmlformats.org/drawingml/2006/main">
            <a:off x="685800" y="5524500"/>
            <a:ext cx="5905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500" b="0" i="0">
                <a:solidFill>
                  <a:srgbClr val="667085"/>
                </a:solidFill>
                <a:latin typeface="Microsoft YaHei"/>
                <a:ea typeface="Microsoft YaHei"/>
                <a:cs typeface="Microsoft YaHei"/>
              </a:defRPr>
            </a:pPr>
            <a:r>
              <a:rPr sz="1425" b="0" i="0">
                <a:solidFill>
                  <a:srgbClr val="667085"/>
                </a:solidFill>
                <a:latin typeface="Microsoft YaHei"/>
                <a:ea typeface="Microsoft YaHei"/>
                <a:cs typeface="Microsoft YaHei"/>
              </a:rPr>
              <a:t>把“只会提问”升级为能设计角色、知识、工具、权限并解释运行过程。</a:t>
            </a:r>
          </a:p>
        </p:txBody>
      </p:sp>
      <p:sp>
        <p:nvSpPr>
          <p:cNvPr id="13" name="">
            <a:extLst xmlns:a="http://schemas.openxmlformats.org/drawingml/2006/main">
              <a:ext uri="{FF2B5EF4-FFF2-40B4-BE49-F238E27FC236}">
                <a16:creationId xmlns:a16="http://schemas.microsoft.com/office/drawing/2014/main" id="{F9D0086F-B57E-43C0-B341-1F4B85AAFDD3}"/>
              </a:ext>
            </a:extLst>
          </p:cNvPr>
          <p:cNvSpPr>
            <a:spLocks xmlns:a="http://schemas.openxmlformats.org/drawingml/2006/main" noGrp="1"/>
          </p:cNvSpPr>
          <p:nvPr/>
        </p:nvSpPr>
        <p:spPr>
          <a:xfrm xmlns:a="http://schemas.openxmlformats.org/drawingml/2006/main">
            <a:off x="10029825" y="6153150"/>
            <a:ext cx="15716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050" b="1" i="0">
                <a:solidFill>
                  <a:srgbClr val="FFFFFF"/>
                </a:solidFill>
                <a:latin typeface="Microsoft YaHei"/>
                <a:ea typeface="Microsoft YaHei"/>
                <a:cs typeface="Microsoft YaHei"/>
              </a:defRPr>
            </a:pPr>
            <a:r>
              <a:rPr sz="1050" b="1" i="0">
                <a:solidFill>
                  <a:srgbClr val="FFFFFF"/>
                </a:solidFill>
                <a:latin typeface="Microsoft YaHei"/>
                <a:ea typeface="Microsoft YaHei"/>
                <a:cs typeface="Microsoft YaHei"/>
              </a:rPr>
              <a:t>Blocky Studio</a:t>
            </a:r>
          </a:p>
        </p:txBody>
      </p:sp>
    </p:spTree>
    <p:extLst>
      <p:ext uri="{BB962C8B-B14F-4D97-AF65-F5344CB8AC3E}">
        <p14:creationId xmlns:p14="http://schemas.microsoft.com/office/powerpoint/2010/main" val="1325861926"/>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A86DE290-F233-4EA8-B16E-409742FCCB5F}"/>
              </a:ext>
            </a:extLst>
          </p:cNvPr>
          <p:cNvSpPr>
            <a:spLocks xmlns:a="http://schemas.openxmlformats.org/drawingml/2006/main" noGrp="1"/>
          </p:cNvSpPr>
          <p:nvPr/>
        </p:nvSpPr>
        <p:spPr>
          <a:xfrm xmlns:a="http://schemas.openxmlformats.org/drawingml/2006/main">
            <a:off x="685800" y="40005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200" b="1" i="0">
                <a:solidFill>
                  <a:srgbClr val="176BFF"/>
                </a:solidFill>
                <a:latin typeface="Microsoft YaHei"/>
                <a:ea typeface="Microsoft YaHei"/>
                <a:cs typeface="Microsoft YaHei"/>
              </a:defRPr>
            </a:pPr>
            <a:r>
              <a:rPr sz="1200" b="1" i="0">
                <a:solidFill>
                  <a:srgbClr val="176BFF"/>
                </a:solidFill>
                <a:latin typeface="Microsoft YaHei"/>
                <a:ea typeface="Microsoft YaHei"/>
                <a:cs typeface="Microsoft YaHei"/>
              </a:rPr>
              <a:t>WHY NOW · 教育断层</a:t>
            </a:r>
          </a:p>
        </p:txBody>
      </p:sp>
      <p:sp>
        <p:nvSpPr>
          <p:cNvPr id="2" name="">
            <a:extLst xmlns:a="http://schemas.openxmlformats.org/drawingml/2006/main">
              <a:ext uri="{FF2B5EF4-FFF2-40B4-BE49-F238E27FC236}">
                <a16:creationId xmlns:a16="http://schemas.microsoft.com/office/drawing/2014/main" id="{30540E2D-BEFB-41DE-A2EC-A7BFC2D2A66C}"/>
              </a:ext>
            </a:extLst>
          </p:cNvPr>
          <p:cNvSpPr>
            <a:spLocks xmlns:a="http://schemas.openxmlformats.org/drawingml/2006/main" noGrp="1"/>
          </p:cNvSpPr>
          <p:nvPr/>
        </p:nvSpPr>
        <p:spPr>
          <a:xfrm xmlns:a="http://schemas.openxmlformats.org/drawingml/2006/main">
            <a:off x="685800" y="742950"/>
            <a:ext cx="108204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3150" b="1" i="0">
                <a:solidFill>
                  <a:srgbClr val="111827"/>
                </a:solidFill>
                <a:latin typeface="Microsoft YaHei"/>
                <a:ea typeface="Microsoft YaHei"/>
                <a:cs typeface="Microsoft YaHei"/>
              </a:defRPr>
            </a:pPr>
            <a:r>
              <a:rPr sz="2850" b="1" i="0">
                <a:solidFill>
                  <a:srgbClr val="111827"/>
                </a:solidFill>
                <a:latin typeface="Microsoft YaHei"/>
                <a:ea typeface="Microsoft YaHei"/>
                <a:cs typeface="Microsoft YaHei"/>
              </a:rPr>
              <a:t>Scratch 已证明积木式编程启蒙；Agent 教育仍缺同级工具</a:t>
            </a:r>
          </a:p>
        </p:txBody>
      </p:sp>
      <p:sp>
        <p:nvSpPr>
          <p:cNvPr id="3" name="">
            <a:extLst xmlns:a="http://schemas.openxmlformats.org/drawingml/2006/main">
              <a:ext uri="{FF2B5EF4-FFF2-40B4-BE49-F238E27FC236}">
                <a16:creationId xmlns:a16="http://schemas.microsoft.com/office/drawing/2014/main" id="{0144CACA-0CE4-40DB-B2E2-8BE7B71AF697}"/>
              </a:ext>
            </a:extLst>
          </p:cNvPr>
          <p:cNvSpPr>
            <a:spLocks xmlns:a="http://schemas.openxmlformats.org/drawingml/2006/main" noGrp="1"/>
          </p:cNvSpPr>
          <p:nvPr/>
        </p:nvSpPr>
        <p:spPr>
          <a:xfrm xmlns:a="http://schemas.openxmlformats.org/drawingml/2006/main">
            <a:off x="685800" y="1381125"/>
            <a:ext cx="10820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500" b="0" i="0">
                <a:solidFill>
                  <a:srgbClr val="667085"/>
                </a:solidFill>
                <a:latin typeface="Microsoft YaHei"/>
                <a:ea typeface="Microsoft YaHei"/>
                <a:cs typeface="Microsoft YaHei"/>
              </a:defRPr>
            </a:pPr>
            <a:r>
              <a:rPr sz="1500" b="0" i="0">
                <a:solidFill>
                  <a:srgbClr val="667085"/>
                </a:solidFill>
                <a:latin typeface="Microsoft YaHei"/>
                <a:ea typeface="Microsoft YaHei"/>
                <a:cs typeface="Microsoft YaHei"/>
              </a:rPr>
              <a:t>学生已会“用 AI”，却很难看见角色、知识、工具、记忆与权限如何组成可运行系统。</a:t>
            </a:r>
          </a:p>
        </p:txBody>
      </p:sp>
      <p:sp>
        <p:nvSpPr>
          <p:cNvPr id="4" name="">
            <a:extLst xmlns:a="http://schemas.openxmlformats.org/drawingml/2006/main">
              <a:ext uri="{FF2B5EF4-FFF2-40B4-BE49-F238E27FC236}">
                <a16:creationId xmlns:a16="http://schemas.microsoft.com/office/drawing/2014/main" id="{E40599E7-286E-4CEB-8ADD-B581260DAE77}"/>
              </a:ext>
            </a:extLst>
          </p:cNvPr>
          <p:cNvSpPr>
            <a:spLocks xmlns:a="http://schemas.openxmlformats.org/drawingml/2006/main" noGrp="1"/>
          </p:cNvSpPr>
          <p:nvPr/>
        </p:nvSpPr>
        <p:spPr>
          <a:xfrm xmlns:a="http://schemas.openxmlformats.org/drawingml/2006/main">
            <a:off x="4762500" y="2895600"/>
            <a:ext cx="6743700" cy="19050"/>
          </a:xfrm>
          <a:prstGeom xmlns:a="http://schemas.openxmlformats.org/drawingml/2006/main" prst="roundRect">
            <a:avLst>
              <a:gd name="adj" fmla="val 7746"/>
            </a:avLst>
          </a:prstGeom>
          <a:solidFill xmlns:a="http://schemas.openxmlformats.org/drawingml/2006/main">
            <a:srgbClr val="F4F7FB"/>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18AA88ED-3F7F-4892-A17B-A48C5F03034C}"/>
              </a:ext>
            </a:extLst>
          </p:cNvPr>
          <p:cNvSpPr>
            <a:spLocks xmlns:a="http://schemas.openxmlformats.org/drawingml/2006/main" noGrp="1"/>
          </p:cNvSpPr>
          <p:nvPr/>
        </p:nvSpPr>
        <p:spPr>
          <a:xfrm xmlns:a="http://schemas.openxmlformats.org/drawingml/2006/main">
            <a:off x="4991100" y="2352675"/>
            <a:ext cx="723900" cy="323850"/>
          </a:xfrm>
          <a:prstGeom xmlns:a="http://schemas.openxmlformats.org/drawingml/2006/main" prst="roundRect">
            <a:avLst>
              <a:gd name="adj" fmla="val 50000"/>
            </a:avLst>
          </a:prstGeom>
          <a:solidFill xmlns:a="http://schemas.openxmlformats.org/drawingml/2006/main">
            <a:srgbClr val="FFFFFF"/>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2C5A4442-86C5-4DBE-B966-1E22F62101A9}"/>
              </a:ext>
            </a:extLst>
          </p:cNvPr>
          <p:cNvSpPr>
            <a:spLocks xmlns:a="http://schemas.openxmlformats.org/drawingml/2006/main" noGrp="1"/>
          </p:cNvSpPr>
          <p:nvPr/>
        </p:nvSpPr>
        <p:spPr>
          <a:xfrm xmlns:a="http://schemas.openxmlformats.org/drawingml/2006/main">
            <a:off x="5086350" y="2419350"/>
            <a:ext cx="5334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050" b="1" i="0">
                <a:solidFill>
                  <a:srgbClr val="176BFF"/>
                </a:solidFill>
                <a:latin typeface="Microsoft YaHei"/>
                <a:ea typeface="Microsoft YaHei"/>
                <a:cs typeface="Microsoft YaHei"/>
              </a:defRPr>
            </a:pPr>
            <a:r>
              <a:rPr sz="1050" b="1" i="0">
                <a:solidFill>
                  <a:srgbClr val="176BFF"/>
                </a:solidFill>
                <a:latin typeface="Microsoft YaHei"/>
                <a:ea typeface="Microsoft YaHei"/>
                <a:cs typeface="Microsoft YaHei"/>
              </a:rPr>
              <a:t>方法</a:t>
            </a:r>
          </a:p>
        </p:txBody>
      </p:sp>
      <p:sp>
        <p:nvSpPr>
          <p:cNvPr id="7" name="">
            <a:extLst xmlns:a="http://schemas.openxmlformats.org/drawingml/2006/main">
              <a:ext uri="{FF2B5EF4-FFF2-40B4-BE49-F238E27FC236}">
                <a16:creationId xmlns:a16="http://schemas.microsoft.com/office/drawing/2014/main" id="{395D5BBB-CF18-459F-89A2-0A0FDD0AAD2F}"/>
              </a:ext>
            </a:extLst>
          </p:cNvPr>
          <p:cNvSpPr>
            <a:spLocks xmlns:a="http://schemas.openxmlformats.org/drawingml/2006/main" noGrp="1"/>
          </p:cNvSpPr>
          <p:nvPr/>
        </p:nvSpPr>
        <p:spPr>
          <a:xfrm xmlns:a="http://schemas.openxmlformats.org/drawingml/2006/main">
            <a:off x="5905500" y="2276475"/>
            <a:ext cx="1809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2025" b="1" i="0">
                <a:solidFill>
                  <a:srgbClr val="111827"/>
                </a:solidFill>
                <a:latin typeface="Microsoft YaHei"/>
                <a:ea typeface="Microsoft YaHei"/>
                <a:cs typeface="Microsoft YaHei"/>
              </a:defRPr>
            </a:pPr>
            <a:r>
              <a:rPr sz="1950" b="1" i="0">
                <a:solidFill>
                  <a:srgbClr val="111827"/>
                </a:solidFill>
                <a:latin typeface="Microsoft YaHei"/>
                <a:ea typeface="Microsoft YaHei"/>
                <a:cs typeface="Microsoft YaHei"/>
              </a:rPr>
              <a:t>Scratch 启蒙</a:t>
            </a:r>
          </a:p>
        </p:txBody>
      </p:sp>
      <p:sp>
        <p:nvSpPr>
          <p:cNvPr id="8" name="">
            <a:extLst xmlns:a="http://schemas.openxmlformats.org/drawingml/2006/main">
              <a:ext uri="{FF2B5EF4-FFF2-40B4-BE49-F238E27FC236}">
                <a16:creationId xmlns:a16="http://schemas.microsoft.com/office/drawing/2014/main" id="{BBBB09F4-5080-4128-A92D-ECF4FE194626}"/>
              </a:ext>
            </a:extLst>
          </p:cNvPr>
          <p:cNvSpPr>
            <a:spLocks xmlns:a="http://schemas.openxmlformats.org/drawingml/2006/main" noGrp="1"/>
          </p:cNvSpPr>
          <p:nvPr/>
        </p:nvSpPr>
        <p:spPr>
          <a:xfrm xmlns:a="http://schemas.openxmlformats.org/drawingml/2006/main">
            <a:off x="7810500" y="2209800"/>
            <a:ext cx="34671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pPr>
            <a:r>
              <a:rPr sz="1350"/>
              <a:t>8–16 岁｜用可视积木学习创造、推理与协作</a:t>
            </a:r>
          </a:p>
        </p:txBody>
      </p:sp>
      <p:sp>
        <p:nvSpPr>
          <p:cNvPr id="9" name="">
            <a:extLst xmlns:a="http://schemas.openxmlformats.org/drawingml/2006/main">
              <a:ext uri="{FF2B5EF4-FFF2-40B4-BE49-F238E27FC236}">
                <a16:creationId xmlns:a16="http://schemas.microsoft.com/office/drawing/2014/main" id="{CB5DA8EC-409C-4867-98FA-3B237753F063}"/>
              </a:ext>
            </a:extLst>
          </p:cNvPr>
          <p:cNvSpPr>
            <a:spLocks xmlns:a="http://schemas.openxmlformats.org/drawingml/2006/main" noGrp="1"/>
          </p:cNvSpPr>
          <p:nvPr/>
        </p:nvSpPr>
        <p:spPr>
          <a:xfrm xmlns:a="http://schemas.openxmlformats.org/drawingml/2006/main">
            <a:off x="4762500" y="3848100"/>
            <a:ext cx="6743700" cy="19050"/>
          </a:xfrm>
          <a:prstGeom xmlns:a="http://schemas.openxmlformats.org/drawingml/2006/main" prst="roundRect">
            <a:avLst>
              <a:gd name="adj" fmla="val 7746"/>
            </a:avLst>
          </a:prstGeom>
          <a:solidFill xmlns:a="http://schemas.openxmlformats.org/drawingml/2006/main">
            <a:srgbClr val="F4F7FB"/>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EFF2932F-EF45-40EC-BFB1-02393B5A0AC2}"/>
              </a:ext>
            </a:extLst>
          </p:cNvPr>
          <p:cNvSpPr>
            <a:spLocks xmlns:a="http://schemas.openxmlformats.org/drawingml/2006/main" noGrp="1"/>
          </p:cNvSpPr>
          <p:nvPr/>
        </p:nvSpPr>
        <p:spPr>
          <a:xfrm xmlns:a="http://schemas.openxmlformats.org/drawingml/2006/main">
            <a:off x="4991100" y="3305175"/>
            <a:ext cx="723900" cy="323850"/>
          </a:xfrm>
          <a:prstGeom xmlns:a="http://schemas.openxmlformats.org/drawingml/2006/main" prst="roundRect">
            <a:avLst>
              <a:gd name="adj" fmla="val 50000"/>
            </a:avLst>
          </a:prstGeom>
          <a:solidFill xmlns:a="http://schemas.openxmlformats.org/drawingml/2006/main">
            <a:srgbClr val="FFFFFF"/>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D6E62B85-C3E2-4470-9235-AA031C745FD1}"/>
              </a:ext>
            </a:extLst>
          </p:cNvPr>
          <p:cNvSpPr>
            <a:spLocks xmlns:a="http://schemas.openxmlformats.org/drawingml/2006/main" noGrp="1"/>
          </p:cNvSpPr>
          <p:nvPr/>
        </p:nvSpPr>
        <p:spPr>
          <a:xfrm xmlns:a="http://schemas.openxmlformats.org/drawingml/2006/main">
            <a:off x="5086350" y="3371850"/>
            <a:ext cx="5334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050" b="1" i="0">
                <a:solidFill>
                  <a:srgbClr val="F79009"/>
                </a:solidFill>
                <a:latin typeface="Microsoft YaHei"/>
                <a:ea typeface="Microsoft YaHei"/>
                <a:cs typeface="Microsoft YaHei"/>
              </a:defRPr>
            </a:pPr>
            <a:r>
              <a:rPr sz="1050" b="1" i="0">
                <a:solidFill>
                  <a:srgbClr val="176BFF"/>
                </a:solidFill>
                <a:latin typeface="Microsoft YaHei"/>
                <a:ea typeface="Microsoft YaHei"/>
                <a:cs typeface="Microsoft YaHei"/>
              </a:rPr>
              <a:t>断层</a:t>
            </a:r>
          </a:p>
        </p:txBody>
      </p:sp>
      <p:sp>
        <p:nvSpPr>
          <p:cNvPr id="12" name="">
            <a:extLst xmlns:a="http://schemas.openxmlformats.org/drawingml/2006/main">
              <a:ext uri="{FF2B5EF4-FFF2-40B4-BE49-F238E27FC236}">
                <a16:creationId xmlns:a16="http://schemas.microsoft.com/office/drawing/2014/main" id="{026C706B-C168-4645-A2AA-6D71C55B9F71}"/>
              </a:ext>
            </a:extLst>
          </p:cNvPr>
          <p:cNvSpPr>
            <a:spLocks xmlns:a="http://schemas.openxmlformats.org/drawingml/2006/main" noGrp="1"/>
          </p:cNvSpPr>
          <p:nvPr/>
        </p:nvSpPr>
        <p:spPr>
          <a:xfrm xmlns:a="http://schemas.openxmlformats.org/drawingml/2006/main">
            <a:off x="5905500" y="3228975"/>
            <a:ext cx="1809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2025" b="1" i="0">
                <a:solidFill>
                  <a:srgbClr val="111827"/>
                </a:solidFill>
                <a:latin typeface="Microsoft YaHei"/>
                <a:ea typeface="Microsoft YaHei"/>
                <a:cs typeface="Microsoft YaHei"/>
              </a:defRPr>
            </a:pPr>
            <a:r>
              <a:rPr sz="1950" b="1" i="0">
                <a:solidFill>
                  <a:srgbClr val="111827"/>
                </a:solidFill>
                <a:latin typeface="Microsoft YaHei"/>
                <a:ea typeface="Microsoft YaHei"/>
                <a:cs typeface="Microsoft YaHei"/>
              </a:rPr>
              <a:t>只会对话</a:t>
            </a:r>
          </a:p>
        </p:txBody>
      </p:sp>
      <p:sp>
        <p:nvSpPr>
          <p:cNvPr id="13" name="">
            <a:extLst xmlns:a="http://schemas.openxmlformats.org/drawingml/2006/main">
              <a:ext uri="{FF2B5EF4-FFF2-40B4-BE49-F238E27FC236}">
                <a16:creationId xmlns:a16="http://schemas.microsoft.com/office/drawing/2014/main" id="{ADCAE70C-34DE-4B49-BC59-72916708ACBA}"/>
              </a:ext>
            </a:extLst>
          </p:cNvPr>
          <p:cNvSpPr>
            <a:spLocks xmlns:a="http://schemas.openxmlformats.org/drawingml/2006/main" noGrp="1"/>
          </p:cNvSpPr>
          <p:nvPr/>
        </p:nvSpPr>
        <p:spPr>
          <a:xfrm xmlns:a="http://schemas.openxmlformats.org/drawingml/2006/main">
            <a:off x="7810500" y="3162300"/>
            <a:ext cx="34671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pPr>
            <a:r>
              <a:rPr sz="1350"/>
              <a:t>聊天界面只呈现输入与答案，不呈现结构、工具调用与责任边界</a:t>
            </a:r>
          </a:p>
        </p:txBody>
      </p:sp>
      <p:sp>
        <p:nvSpPr>
          <p:cNvPr id="14" name="">
            <a:extLst xmlns:a="http://schemas.openxmlformats.org/drawingml/2006/main">
              <a:ext uri="{FF2B5EF4-FFF2-40B4-BE49-F238E27FC236}">
                <a16:creationId xmlns:a16="http://schemas.microsoft.com/office/drawing/2014/main" id="{7171AE33-BE20-47DD-8783-063FEE2E2E7A}"/>
              </a:ext>
            </a:extLst>
          </p:cNvPr>
          <p:cNvSpPr>
            <a:spLocks xmlns:a="http://schemas.openxmlformats.org/drawingml/2006/main" noGrp="1"/>
          </p:cNvSpPr>
          <p:nvPr/>
        </p:nvSpPr>
        <p:spPr>
          <a:xfrm xmlns:a="http://schemas.openxmlformats.org/drawingml/2006/main">
            <a:off x="4762500" y="4800600"/>
            <a:ext cx="6743700" cy="19050"/>
          </a:xfrm>
          <a:prstGeom xmlns:a="http://schemas.openxmlformats.org/drawingml/2006/main" prst="roundRect">
            <a:avLst>
              <a:gd name="adj" fmla="val 7746"/>
            </a:avLst>
          </a:prstGeom>
          <a:solidFill xmlns:a="http://schemas.openxmlformats.org/drawingml/2006/main">
            <a:srgbClr val="F4F7FB"/>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9AC036CF-9EEB-4C8E-9ECE-8C71807979A1}"/>
              </a:ext>
            </a:extLst>
          </p:cNvPr>
          <p:cNvSpPr>
            <a:spLocks xmlns:a="http://schemas.openxmlformats.org/drawingml/2006/main" noGrp="1"/>
          </p:cNvSpPr>
          <p:nvPr/>
        </p:nvSpPr>
        <p:spPr>
          <a:xfrm xmlns:a="http://schemas.openxmlformats.org/drawingml/2006/main">
            <a:off x="4991100" y="4257675"/>
            <a:ext cx="723900" cy="323850"/>
          </a:xfrm>
          <a:prstGeom xmlns:a="http://schemas.openxmlformats.org/drawingml/2006/main" prst="roundRect">
            <a:avLst>
              <a:gd name="adj" fmla="val 50000"/>
            </a:avLst>
          </a:prstGeom>
          <a:solidFill xmlns:a="http://schemas.openxmlformats.org/drawingml/2006/main">
            <a:srgbClr val="FFFFFF"/>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20BF48A1-AB51-4748-9371-48647738AE45}"/>
              </a:ext>
            </a:extLst>
          </p:cNvPr>
          <p:cNvSpPr>
            <a:spLocks xmlns:a="http://schemas.openxmlformats.org/drawingml/2006/main" noGrp="1"/>
          </p:cNvSpPr>
          <p:nvPr/>
        </p:nvSpPr>
        <p:spPr>
          <a:xfrm xmlns:a="http://schemas.openxmlformats.org/drawingml/2006/main">
            <a:off x="5086350" y="4324350"/>
            <a:ext cx="5334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050" b="1" i="0">
                <a:solidFill>
                  <a:srgbClr val="17A673"/>
                </a:solidFill>
                <a:latin typeface="Microsoft YaHei"/>
                <a:ea typeface="Microsoft YaHei"/>
                <a:cs typeface="Microsoft YaHei"/>
              </a:defRPr>
            </a:pPr>
            <a:r>
              <a:rPr sz="975" b="1" i="0">
                <a:solidFill>
                  <a:srgbClr val="176BFF"/>
                </a:solidFill>
                <a:latin typeface="Microsoft YaHei"/>
                <a:ea typeface="Microsoft YaHei"/>
                <a:cs typeface="Microsoft YaHei"/>
              </a:rPr>
              <a:t>Blocky</a:t>
            </a:r>
          </a:p>
        </p:txBody>
      </p:sp>
      <p:sp>
        <p:nvSpPr>
          <p:cNvPr id="17" name="">
            <a:extLst xmlns:a="http://schemas.openxmlformats.org/drawingml/2006/main">
              <a:ext uri="{FF2B5EF4-FFF2-40B4-BE49-F238E27FC236}">
                <a16:creationId xmlns:a16="http://schemas.microsoft.com/office/drawing/2014/main" id="{71EC989C-9445-4F80-958F-20ACA0A308BA}"/>
              </a:ext>
            </a:extLst>
          </p:cNvPr>
          <p:cNvSpPr>
            <a:spLocks xmlns:a="http://schemas.openxmlformats.org/drawingml/2006/main" noGrp="1"/>
          </p:cNvSpPr>
          <p:nvPr/>
        </p:nvSpPr>
        <p:spPr>
          <a:xfrm xmlns:a="http://schemas.openxmlformats.org/drawingml/2006/main">
            <a:off x="5905500" y="4181475"/>
            <a:ext cx="1809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2025" b="1" i="0">
                <a:solidFill>
                  <a:srgbClr val="111827"/>
                </a:solidFill>
                <a:latin typeface="Microsoft YaHei"/>
                <a:ea typeface="Microsoft YaHei"/>
                <a:cs typeface="Microsoft YaHei"/>
              </a:defRPr>
            </a:pPr>
            <a:r>
              <a:rPr sz="1950" b="1" i="0">
                <a:solidFill>
                  <a:srgbClr val="111827"/>
                </a:solidFill>
                <a:latin typeface="Microsoft YaHei"/>
                <a:ea typeface="Microsoft YaHei"/>
                <a:cs typeface="Microsoft YaHei"/>
              </a:rPr>
              <a:t>搭建 Agent</a:t>
            </a:r>
          </a:p>
        </p:txBody>
      </p:sp>
      <p:sp>
        <p:nvSpPr>
          <p:cNvPr id="18" name="">
            <a:extLst xmlns:a="http://schemas.openxmlformats.org/drawingml/2006/main">
              <a:ext uri="{FF2B5EF4-FFF2-40B4-BE49-F238E27FC236}">
                <a16:creationId xmlns:a16="http://schemas.microsoft.com/office/drawing/2014/main" id="{0E8B500E-DE01-45BB-89B3-2630FCA98848}"/>
              </a:ext>
            </a:extLst>
          </p:cNvPr>
          <p:cNvSpPr>
            <a:spLocks xmlns:a="http://schemas.openxmlformats.org/drawingml/2006/main" noGrp="1"/>
          </p:cNvSpPr>
          <p:nvPr/>
        </p:nvSpPr>
        <p:spPr>
          <a:xfrm xmlns:a="http://schemas.openxmlformats.org/drawingml/2006/main">
            <a:off x="7810500" y="4114800"/>
            <a:ext cx="34671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98765"/>
          </a:bodyPr>
          <a:lstStyle xmlns:a="http://schemas.openxmlformats.org/drawingml/2006/main"/>
          <a:p xmlns:a="http://schemas.openxmlformats.org/drawingml/2006/main">
            <a:pPr algn="l">
              <a:buNone/>
            </a:pPr>
            <a:r>
              <a:rPr sz="1350"/>
              <a:t>用 Scratch 式积木组合角色、知识、记忆、工具和权限，并以轨迹解释运行</a:t>
            </a:r>
          </a:p>
        </p:txBody>
      </p:sp>
      <p:sp>
        <p:nvSpPr>
          <p:cNvPr id="19" name="">
            <a:extLst xmlns:a="http://schemas.openxmlformats.org/drawingml/2006/main">
              <a:ext uri="{FF2B5EF4-FFF2-40B4-BE49-F238E27FC236}">
                <a16:creationId xmlns:a16="http://schemas.microsoft.com/office/drawing/2014/main" id="{CADDF664-42F9-4557-A074-F6D4E3617388}"/>
              </a:ext>
            </a:extLst>
          </p:cNvPr>
          <p:cNvSpPr>
            <a:spLocks xmlns:a="http://schemas.openxmlformats.org/drawingml/2006/main" noGrp="1"/>
          </p:cNvSpPr>
          <p:nvPr/>
        </p:nvSpPr>
        <p:spPr>
          <a:xfrm xmlns:a="http://schemas.openxmlformats.org/drawingml/2006/main">
            <a:off x="685800" y="5181600"/>
            <a:ext cx="10820400" cy="876300"/>
          </a:xfrm>
          <a:prstGeom xmlns:a="http://schemas.openxmlformats.org/drawingml/2006/main" prst="roundRect">
            <a:avLst>
              <a:gd name="adj" fmla="val 21739"/>
            </a:avLst>
          </a:prstGeom>
          <a:solidFill xmlns:a="http://schemas.openxmlformats.org/drawingml/2006/main">
            <a:srgbClr val="0B1220"/>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D8992B56-2143-41CF-A6C7-C76679FB6041}"/>
              </a:ext>
            </a:extLst>
          </p:cNvPr>
          <p:cNvSpPr>
            <a:spLocks xmlns:a="http://schemas.openxmlformats.org/drawingml/2006/main" noGrp="1"/>
          </p:cNvSpPr>
          <p:nvPr/>
        </p:nvSpPr>
        <p:spPr>
          <a:xfrm xmlns:a="http://schemas.openxmlformats.org/drawingml/2006/main">
            <a:off x="1009650" y="5410200"/>
            <a:ext cx="101727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800" b="1" i="0">
                <a:solidFill>
                  <a:srgbClr val="FFFFFF"/>
                </a:solidFill>
                <a:latin typeface="Microsoft YaHei"/>
                <a:ea typeface="Microsoft YaHei"/>
                <a:cs typeface="Microsoft YaHei"/>
              </a:defRPr>
            </a:pPr>
            <a:r>
              <a:rPr sz="1650" b="1" i="0">
                <a:solidFill>
                  <a:srgbClr val="FFFFFF"/>
                </a:solidFill>
                <a:latin typeface="Microsoft YaHei"/>
                <a:ea typeface="Microsoft YaHei"/>
                <a:cs typeface="Microsoft YaHei"/>
              </a:rPr>
              <a:t>把“会问 AI”升级为“会设计、搭建并负责运行 Agent”。</a:t>
            </a:r>
          </a:p>
        </p:txBody>
      </p:sp>
      <p:sp>
        <p:nvSpPr>
          <p:cNvPr id="21" name="">
            <a:extLst xmlns:a="http://schemas.openxmlformats.org/drawingml/2006/main">
              <a:ext uri="{FF2B5EF4-FFF2-40B4-BE49-F238E27FC236}">
                <a16:creationId xmlns:a16="http://schemas.microsoft.com/office/drawing/2014/main" id="{2C773103-2070-44F1-BB78-268997BD5B8E}"/>
              </a:ext>
            </a:extLst>
          </p:cNvPr>
          <p:cNvSpPr>
            <a:spLocks xmlns:a="http://schemas.openxmlformats.org/drawingml/2006/main" noGrp="1"/>
          </p:cNvSpPr>
          <p:nvPr/>
        </p:nvSpPr>
        <p:spPr>
          <a:xfrm xmlns:a="http://schemas.openxmlformats.org/drawingml/2006/main">
            <a:off x="685800" y="6496050"/>
            <a:ext cx="10820400" cy="9525"/>
          </a:xfrm>
          <a:prstGeom xmlns:a="http://schemas.openxmlformats.org/drawingml/2006/main" prst="rect">
            <a:avLst/>
          </a:prstGeom>
          <a:solidFill xmlns:a="http://schemas.openxmlformats.org/drawingml/2006/main">
            <a:srgbClr val="DCE3EC"/>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E1C57BBC-E125-46E2-80A6-3C79EF39C58D}"/>
              </a:ext>
            </a:extLst>
          </p:cNvPr>
          <p:cNvSpPr>
            <a:spLocks xmlns:a="http://schemas.openxmlformats.org/drawingml/2006/main" noGrp="1"/>
          </p:cNvSpPr>
          <p:nvPr/>
        </p:nvSpPr>
        <p:spPr>
          <a:xfrm xmlns:a="http://schemas.openxmlformats.org/drawingml/2006/main">
            <a:off x="685800" y="6553200"/>
            <a:ext cx="476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975" b="0" i="0">
                <a:solidFill>
                  <a:srgbClr val="98A2B3"/>
                </a:solidFill>
                <a:latin typeface="Microsoft YaHei"/>
                <a:ea typeface="Microsoft YaHei"/>
                <a:cs typeface="Microsoft YaHei"/>
              </a:defRPr>
            </a:pPr>
            <a:r>
              <a:rPr sz="975" b="0" i="0">
                <a:solidFill>
                  <a:srgbClr val="98A2B3"/>
                </a:solidFill>
                <a:latin typeface="Microsoft YaHei"/>
                <a:ea typeface="Microsoft YaHei"/>
                <a:cs typeface="Microsoft YaHei"/>
              </a:rPr>
              <a:t>Blocky Studio · Agent 搭建教育</a:t>
            </a:r>
          </a:p>
        </p:txBody>
      </p:sp>
      <p:sp>
        <p:nvSpPr>
          <p:cNvPr id="23" name="">
            <a:extLst xmlns:a="http://schemas.openxmlformats.org/drawingml/2006/main">
              <a:ext uri="{FF2B5EF4-FFF2-40B4-BE49-F238E27FC236}">
                <a16:creationId xmlns:a16="http://schemas.microsoft.com/office/drawing/2014/main" id="{6549C1A0-F743-4893-90AB-031ABD891658}"/>
              </a:ext>
            </a:extLst>
          </p:cNvPr>
          <p:cNvSpPr>
            <a:spLocks xmlns:a="http://schemas.openxmlformats.org/drawingml/2006/main" noGrp="1"/>
          </p:cNvSpPr>
          <p:nvPr/>
        </p:nvSpPr>
        <p:spPr>
          <a:xfrm xmlns:a="http://schemas.openxmlformats.org/drawingml/2006/main">
            <a:off x="10953750" y="6553200"/>
            <a:ext cx="552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975" b="0" i="0">
                <a:solidFill>
                  <a:srgbClr val="98A2B3"/>
                </a:solidFill>
                <a:latin typeface="Microsoft YaHei"/>
                <a:ea typeface="Microsoft YaHei"/>
                <a:cs typeface="Microsoft YaHei"/>
              </a:defRPr>
            </a:pPr>
            <a:r>
              <a:rPr sz="975" b="0" i="0">
                <a:solidFill>
                  <a:srgbClr val="98A2B3"/>
                </a:solidFill>
                <a:latin typeface="Microsoft YaHei"/>
                <a:ea typeface="Microsoft YaHei"/>
                <a:cs typeface="Microsoft YaHei"/>
              </a:rPr>
              <a:t>02</a:t>
            </a:r>
          </a:p>
        </p:txBody>
      </p:sp>
      <p:pic>
        <p:nvPicPr>
          <p:cNvPr id="49" name=""/>
          <p:cNvPicPr>
            <a:picLocks xmlns:a="http://schemas.openxmlformats.org/drawingml/2006/main" noChangeAspect="1"/>
          </p:cNvPicPr>
          <p:nvPr/>
        </p:nvPicPr>
        <p:blipFill>
          <a:blip xmlns:r="http://schemas.openxmlformats.org/officeDocument/2006/relationships" xmlns:a="http://schemas.openxmlformats.org/drawingml/2006/main" r:embed="R1f57bc2b204042d5"/>
          <a:stretch xmlns:a="http://schemas.openxmlformats.org/drawingml/2006/main"/>
        </p:blipFill>
        <p:spPr>
          <a:xfrm xmlns:a="http://schemas.openxmlformats.org/drawingml/2006/main">
            <a:off x="685800" y="2145506"/>
            <a:ext cx="3524250" cy="2643188"/>
          </a:xfrm>
          <a:prstGeom xmlns:a="http://schemas.openxmlformats.org/drawingml/2006/main" prst="rect">
            <a:avLst/>
          </a:prstGeom>
        </p:spPr>
      </p:pic>
    </p:spTree>
    <p:extLst>
      <p:ext uri="{BB962C8B-B14F-4D97-AF65-F5344CB8AC3E}">
        <p14:creationId xmlns:p14="http://schemas.microsoft.com/office/powerpoint/2010/main" val="815032509"/>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201F39D0-3FC4-4C0E-A1D5-86D2F8ECFD84}"/>
              </a:ext>
            </a:extLst>
          </p:cNvPr>
          <p:cNvSpPr>
            <a:spLocks xmlns:a="http://schemas.openxmlformats.org/drawingml/2006/main" noGrp="1"/>
          </p:cNvSpPr>
          <p:nvPr/>
        </p:nvSpPr>
        <p:spPr>
          <a:xfrm xmlns:a="http://schemas.openxmlformats.org/drawingml/2006/main">
            <a:off x="685800" y="40005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200" b="1" i="0">
                <a:solidFill>
                  <a:srgbClr val="176BFF"/>
                </a:solidFill>
                <a:latin typeface="Microsoft YaHei"/>
                <a:ea typeface="Microsoft YaHei"/>
                <a:cs typeface="Microsoft YaHei"/>
              </a:defRPr>
            </a:pPr>
            <a:r>
              <a:rPr sz="1200" b="1" i="0">
                <a:solidFill>
                  <a:srgbClr val="176BFF"/>
                </a:solidFill>
                <a:latin typeface="Microsoft YaHei"/>
                <a:ea typeface="Microsoft YaHei"/>
                <a:cs typeface="Microsoft YaHei"/>
              </a:rPr>
              <a:t>MARKET · 教育入口</a:t>
            </a:r>
          </a:p>
        </p:txBody>
      </p:sp>
      <p:sp>
        <p:nvSpPr>
          <p:cNvPr id="2" name="">
            <a:extLst xmlns:a="http://schemas.openxmlformats.org/drawingml/2006/main">
              <a:ext uri="{FF2B5EF4-FFF2-40B4-BE49-F238E27FC236}">
                <a16:creationId xmlns:a16="http://schemas.microsoft.com/office/drawing/2014/main" id="{EC5C0489-E690-4515-8532-7EB6EF145516}"/>
              </a:ext>
            </a:extLst>
          </p:cNvPr>
          <p:cNvSpPr>
            <a:spLocks xmlns:a="http://schemas.openxmlformats.org/drawingml/2006/main" noGrp="1"/>
          </p:cNvSpPr>
          <p:nvPr/>
        </p:nvSpPr>
        <p:spPr>
          <a:xfrm xmlns:a="http://schemas.openxmlformats.org/drawingml/2006/main">
            <a:off x="685800" y="742950"/>
            <a:ext cx="108204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3150" b="1" i="0">
                <a:solidFill>
                  <a:srgbClr val="111827"/>
                </a:solidFill>
                <a:latin typeface="Microsoft YaHei"/>
                <a:ea typeface="Microsoft YaHei"/>
                <a:cs typeface="Microsoft YaHei"/>
              </a:defRPr>
            </a:pPr>
            <a:r>
              <a:rPr sz="3000" b="1" i="0">
                <a:solidFill>
                  <a:srgbClr val="111827"/>
                </a:solidFill>
                <a:latin typeface="Microsoft YaHei"/>
                <a:ea typeface="Microsoft YaHei"/>
                <a:cs typeface="Microsoft YaHei"/>
              </a:rPr>
              <a:t>先进入可验证课堂，再扩大个人与机构市场</a:t>
            </a:r>
          </a:p>
        </p:txBody>
      </p:sp>
      <p:sp>
        <p:nvSpPr>
          <p:cNvPr id="3" name="">
            <a:extLst xmlns:a="http://schemas.openxmlformats.org/drawingml/2006/main">
              <a:ext uri="{FF2B5EF4-FFF2-40B4-BE49-F238E27FC236}">
                <a16:creationId xmlns:a16="http://schemas.microsoft.com/office/drawing/2014/main" id="{6F775723-017E-439C-BAFF-4E7F1EC398D8}"/>
              </a:ext>
            </a:extLst>
          </p:cNvPr>
          <p:cNvSpPr>
            <a:spLocks xmlns:a="http://schemas.openxmlformats.org/drawingml/2006/main" noGrp="1"/>
          </p:cNvSpPr>
          <p:nvPr/>
        </p:nvSpPr>
        <p:spPr>
          <a:xfrm xmlns:a="http://schemas.openxmlformats.org/drawingml/2006/main">
            <a:off x="685800" y="1790700"/>
            <a:ext cx="3276600" cy="1390650"/>
          </a:xfrm>
          <a:prstGeom xmlns:a="http://schemas.openxmlformats.org/drawingml/2006/main" prst="roundRect">
            <a:avLst>
              <a:gd name="adj" fmla="val 15068"/>
            </a:avLst>
          </a:prstGeom>
          <a:solidFill xmlns:a="http://schemas.openxmlformats.org/drawingml/2006/main">
            <a:srgbClr val="F7F9FC"/>
          </a:solidFill>
          <a:ln xmlns:a="http://schemas.openxmlformats.org/drawingml/2006/main" w="9525">
            <a:solidFill>
              <a:srgbClr val="DCE6F5"/>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4" name="">
            <a:extLst xmlns:a="http://schemas.openxmlformats.org/drawingml/2006/main">
              <a:ext uri="{FF2B5EF4-FFF2-40B4-BE49-F238E27FC236}">
                <a16:creationId xmlns:a16="http://schemas.microsoft.com/office/drawing/2014/main" id="{14F850C1-E5E4-4E20-BF13-55AADFF3120E}"/>
              </a:ext>
            </a:extLst>
          </p:cNvPr>
          <p:cNvSpPr>
            <a:spLocks xmlns:a="http://schemas.openxmlformats.org/drawingml/2006/main" noGrp="1"/>
          </p:cNvSpPr>
          <p:nvPr/>
        </p:nvSpPr>
        <p:spPr>
          <a:xfrm xmlns:a="http://schemas.openxmlformats.org/drawingml/2006/main">
            <a:off x="876300" y="2038350"/>
            <a:ext cx="28956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2700" b="1" i="0">
                <a:solidFill>
                  <a:srgbClr val="111827"/>
                </a:solidFill>
                <a:latin typeface="Microsoft YaHei"/>
                <a:ea typeface="Microsoft YaHei"/>
                <a:cs typeface="Microsoft YaHei"/>
              </a:defRPr>
            </a:pPr>
            <a:r>
              <a:rPr sz="2700" b="1" i="0">
                <a:solidFill>
                  <a:srgbClr val="111827"/>
                </a:solidFill>
                <a:latin typeface="Microsoft YaHei"/>
                <a:ea typeface="Microsoft YaHei"/>
                <a:cs typeface="Microsoft YaHei"/>
              </a:rPr>
              <a:t>47 万所</a:t>
            </a:r>
          </a:p>
        </p:txBody>
      </p:sp>
      <p:sp>
        <p:nvSpPr>
          <p:cNvPr id="5" name="">
            <a:extLst xmlns:a="http://schemas.openxmlformats.org/drawingml/2006/main">
              <a:ext uri="{FF2B5EF4-FFF2-40B4-BE49-F238E27FC236}">
                <a16:creationId xmlns:a16="http://schemas.microsoft.com/office/drawing/2014/main" id="{979ABFEC-285F-4A91-B85F-F75A4E32DEF4}"/>
              </a:ext>
            </a:extLst>
          </p:cNvPr>
          <p:cNvSpPr>
            <a:spLocks xmlns:a="http://schemas.openxmlformats.org/drawingml/2006/main" noGrp="1"/>
          </p:cNvSpPr>
          <p:nvPr/>
        </p:nvSpPr>
        <p:spPr>
          <a:xfrm xmlns:a="http://schemas.openxmlformats.org/drawingml/2006/main">
            <a:off x="876300" y="2647950"/>
            <a:ext cx="2895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75" b="0" i="0">
                <a:solidFill>
                  <a:srgbClr val="667085"/>
                </a:solidFill>
                <a:latin typeface="Microsoft YaHei"/>
                <a:ea typeface="Microsoft YaHei"/>
                <a:cs typeface="Microsoft YaHei"/>
              </a:defRPr>
            </a:pPr>
            <a:r>
              <a:rPr sz="1275" b="0" i="0">
                <a:solidFill>
                  <a:srgbClr val="667085"/>
                </a:solidFill>
                <a:latin typeface="Microsoft YaHei"/>
                <a:ea typeface="Microsoft YaHei"/>
                <a:cs typeface="Microsoft YaHei"/>
              </a:rPr>
              <a:t>各级各类学校</a:t>
            </a:r>
          </a:p>
        </p:txBody>
      </p:sp>
      <p:sp>
        <p:nvSpPr>
          <p:cNvPr id="6" name="">
            <a:extLst xmlns:a="http://schemas.openxmlformats.org/drawingml/2006/main">
              <a:ext uri="{FF2B5EF4-FFF2-40B4-BE49-F238E27FC236}">
                <a16:creationId xmlns:a16="http://schemas.microsoft.com/office/drawing/2014/main" id="{9D1B2A9D-4985-446A-87D6-92E232AB5800}"/>
              </a:ext>
            </a:extLst>
          </p:cNvPr>
          <p:cNvSpPr>
            <a:spLocks xmlns:a="http://schemas.openxmlformats.org/drawingml/2006/main" noGrp="1"/>
          </p:cNvSpPr>
          <p:nvPr/>
        </p:nvSpPr>
        <p:spPr>
          <a:xfrm xmlns:a="http://schemas.openxmlformats.org/drawingml/2006/main">
            <a:off x="4267200" y="1790700"/>
            <a:ext cx="3276600" cy="1390650"/>
          </a:xfrm>
          <a:prstGeom xmlns:a="http://schemas.openxmlformats.org/drawingml/2006/main" prst="roundRect">
            <a:avLst>
              <a:gd name="adj" fmla="val 15068"/>
            </a:avLst>
          </a:prstGeom>
          <a:solidFill xmlns:a="http://schemas.openxmlformats.org/drawingml/2006/main">
            <a:srgbClr val="F7F9FC"/>
          </a:solidFill>
          <a:ln xmlns:a="http://schemas.openxmlformats.org/drawingml/2006/main" w="9525">
            <a:solidFill>
              <a:srgbClr val="DCE6F5"/>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7" name="">
            <a:extLst xmlns:a="http://schemas.openxmlformats.org/drawingml/2006/main">
              <a:ext uri="{FF2B5EF4-FFF2-40B4-BE49-F238E27FC236}">
                <a16:creationId xmlns:a16="http://schemas.microsoft.com/office/drawing/2014/main" id="{80B0E0B3-9F29-4BA5-9C8F-694467624096}"/>
              </a:ext>
            </a:extLst>
          </p:cNvPr>
          <p:cNvSpPr>
            <a:spLocks xmlns:a="http://schemas.openxmlformats.org/drawingml/2006/main" noGrp="1"/>
          </p:cNvSpPr>
          <p:nvPr/>
        </p:nvSpPr>
        <p:spPr>
          <a:xfrm xmlns:a="http://schemas.openxmlformats.org/drawingml/2006/main">
            <a:off x="4457700" y="2038350"/>
            <a:ext cx="28956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2700" b="1" i="0">
                <a:solidFill>
                  <a:srgbClr val="FFFFFF"/>
                </a:solidFill>
                <a:latin typeface="Microsoft YaHei"/>
                <a:ea typeface="Microsoft YaHei"/>
                <a:cs typeface="Microsoft YaHei"/>
              </a:defRPr>
            </a:pPr>
            <a:r>
              <a:rPr sz="2700" b="1" i="0">
                <a:solidFill>
                  <a:srgbClr val="111827"/>
                </a:solidFill>
                <a:latin typeface="Microsoft YaHei"/>
                <a:ea typeface="Microsoft YaHei"/>
                <a:cs typeface="Microsoft YaHei"/>
              </a:rPr>
              <a:t>2.86465 亿</a:t>
            </a:r>
          </a:p>
        </p:txBody>
      </p:sp>
      <p:sp>
        <p:nvSpPr>
          <p:cNvPr id="8" name="">
            <a:extLst xmlns:a="http://schemas.openxmlformats.org/drawingml/2006/main">
              <a:ext uri="{FF2B5EF4-FFF2-40B4-BE49-F238E27FC236}">
                <a16:creationId xmlns:a16="http://schemas.microsoft.com/office/drawing/2014/main" id="{A0CD9912-FD7C-4501-9DB1-2D0BD12DF0CB}"/>
              </a:ext>
            </a:extLst>
          </p:cNvPr>
          <p:cNvSpPr>
            <a:spLocks xmlns:a="http://schemas.openxmlformats.org/drawingml/2006/main" noGrp="1"/>
          </p:cNvSpPr>
          <p:nvPr/>
        </p:nvSpPr>
        <p:spPr>
          <a:xfrm xmlns:a="http://schemas.openxmlformats.org/drawingml/2006/main">
            <a:off x="4457700" y="2647950"/>
            <a:ext cx="2895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75" b="0" i="0">
                <a:solidFill>
                  <a:srgbClr val="FFFFFF"/>
                </a:solidFill>
                <a:latin typeface="Microsoft YaHei"/>
                <a:ea typeface="Microsoft YaHei"/>
                <a:cs typeface="Microsoft YaHei"/>
              </a:defRPr>
            </a:pPr>
            <a:r>
              <a:rPr sz="1275" b="0" i="0">
                <a:solidFill>
                  <a:srgbClr val="667085"/>
                </a:solidFill>
                <a:latin typeface="Microsoft YaHei"/>
                <a:ea typeface="Microsoft YaHei"/>
                <a:cs typeface="Microsoft YaHei"/>
              </a:rPr>
              <a:t>在校生</a:t>
            </a:r>
          </a:p>
        </p:txBody>
      </p:sp>
      <p:sp>
        <p:nvSpPr>
          <p:cNvPr id="9" name="">
            <a:extLst xmlns:a="http://schemas.openxmlformats.org/drawingml/2006/main">
              <a:ext uri="{FF2B5EF4-FFF2-40B4-BE49-F238E27FC236}">
                <a16:creationId xmlns:a16="http://schemas.microsoft.com/office/drawing/2014/main" id="{F185F1D3-4FE8-477D-AB48-A4F5E6B57DAA}"/>
              </a:ext>
            </a:extLst>
          </p:cNvPr>
          <p:cNvSpPr>
            <a:spLocks xmlns:a="http://schemas.openxmlformats.org/drawingml/2006/main" noGrp="1"/>
          </p:cNvSpPr>
          <p:nvPr/>
        </p:nvSpPr>
        <p:spPr>
          <a:xfrm xmlns:a="http://schemas.openxmlformats.org/drawingml/2006/main">
            <a:off x="7848600" y="1790700"/>
            <a:ext cx="3276600" cy="1390650"/>
          </a:xfrm>
          <a:prstGeom xmlns:a="http://schemas.openxmlformats.org/drawingml/2006/main" prst="roundRect">
            <a:avLst>
              <a:gd name="adj" fmla="val 15068"/>
            </a:avLst>
          </a:prstGeom>
          <a:solidFill xmlns:a="http://schemas.openxmlformats.org/drawingml/2006/main">
            <a:srgbClr val="F7F9FC"/>
          </a:solidFill>
          <a:ln xmlns:a="http://schemas.openxmlformats.org/drawingml/2006/main" w="9525">
            <a:solidFill>
              <a:srgbClr val="DCE6F5"/>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0" name="">
            <a:extLst xmlns:a="http://schemas.openxmlformats.org/drawingml/2006/main">
              <a:ext uri="{FF2B5EF4-FFF2-40B4-BE49-F238E27FC236}">
                <a16:creationId xmlns:a16="http://schemas.microsoft.com/office/drawing/2014/main" id="{042DD1C9-15C8-4C45-B24D-0F3F1C253048}"/>
              </a:ext>
            </a:extLst>
          </p:cNvPr>
          <p:cNvSpPr>
            <a:spLocks xmlns:a="http://schemas.openxmlformats.org/drawingml/2006/main" noGrp="1"/>
          </p:cNvSpPr>
          <p:nvPr/>
        </p:nvSpPr>
        <p:spPr>
          <a:xfrm xmlns:a="http://schemas.openxmlformats.org/drawingml/2006/main">
            <a:off x="8039100" y="2038350"/>
            <a:ext cx="28956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2700" b="1" i="0">
                <a:solidFill>
                  <a:srgbClr val="111827"/>
                </a:solidFill>
                <a:latin typeface="Microsoft YaHei"/>
                <a:ea typeface="Microsoft YaHei"/>
                <a:cs typeface="Microsoft YaHei"/>
              </a:defRPr>
            </a:pPr>
            <a:r>
              <a:rPr sz="2700" b="1" i="0">
                <a:solidFill>
                  <a:srgbClr val="111827"/>
                </a:solidFill>
                <a:latin typeface="Microsoft YaHei"/>
                <a:ea typeface="Microsoft YaHei"/>
                <a:cs typeface="Microsoft YaHei"/>
              </a:rPr>
              <a:t>1885.10 万</a:t>
            </a:r>
          </a:p>
        </p:txBody>
      </p:sp>
      <p:sp>
        <p:nvSpPr>
          <p:cNvPr id="11" name="">
            <a:extLst xmlns:a="http://schemas.openxmlformats.org/drawingml/2006/main">
              <a:ext uri="{FF2B5EF4-FFF2-40B4-BE49-F238E27FC236}">
                <a16:creationId xmlns:a16="http://schemas.microsoft.com/office/drawing/2014/main" id="{B399323C-011B-4B20-8558-5F51814F58E7}"/>
              </a:ext>
            </a:extLst>
          </p:cNvPr>
          <p:cNvSpPr>
            <a:spLocks xmlns:a="http://schemas.openxmlformats.org/drawingml/2006/main" noGrp="1"/>
          </p:cNvSpPr>
          <p:nvPr/>
        </p:nvSpPr>
        <p:spPr>
          <a:xfrm xmlns:a="http://schemas.openxmlformats.org/drawingml/2006/main">
            <a:off x="8039100" y="2647950"/>
            <a:ext cx="2895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75" b="0" i="0">
                <a:solidFill>
                  <a:srgbClr val="667085"/>
                </a:solidFill>
                <a:latin typeface="Microsoft YaHei"/>
                <a:ea typeface="Microsoft YaHei"/>
                <a:cs typeface="Microsoft YaHei"/>
              </a:defRPr>
            </a:pPr>
            <a:r>
              <a:rPr sz="1275" b="0" i="0">
                <a:solidFill>
                  <a:srgbClr val="667085"/>
                </a:solidFill>
                <a:latin typeface="Microsoft YaHei"/>
                <a:ea typeface="Microsoft YaHei"/>
                <a:cs typeface="Microsoft YaHei"/>
              </a:rPr>
              <a:t>专任教师</a:t>
            </a:r>
          </a:p>
        </p:txBody>
      </p:sp>
      <p:sp>
        <p:nvSpPr>
          <p:cNvPr id="12" name="">
            <a:extLst xmlns:a="http://schemas.openxmlformats.org/drawingml/2006/main">
              <a:ext uri="{FF2B5EF4-FFF2-40B4-BE49-F238E27FC236}">
                <a16:creationId xmlns:a16="http://schemas.microsoft.com/office/drawing/2014/main" id="{8673A88D-0CF5-4432-A256-E2EEA4DF356F}"/>
              </a:ext>
            </a:extLst>
          </p:cNvPr>
          <p:cNvSpPr>
            <a:spLocks xmlns:a="http://schemas.openxmlformats.org/drawingml/2006/main" noGrp="1"/>
          </p:cNvSpPr>
          <p:nvPr/>
        </p:nvSpPr>
        <p:spPr>
          <a:xfrm xmlns:a="http://schemas.openxmlformats.org/drawingml/2006/main">
            <a:off x="685800" y="3276600"/>
            <a:ext cx="108204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125" b="0" i="0">
                <a:solidFill>
                  <a:srgbClr val="98A2B3"/>
                </a:solidFill>
                <a:latin typeface="Microsoft YaHei"/>
                <a:ea typeface="Microsoft YaHei"/>
                <a:cs typeface="Microsoft YaHei"/>
              </a:defRPr>
            </a:pPr>
            <a:r>
              <a:rPr sz="1200" b="0" i="0">
                <a:solidFill>
                  <a:srgbClr val="667085"/>
                </a:solidFill>
                <a:latin typeface="Microsoft YaHei"/>
                <a:ea typeface="Microsoft YaHei"/>
                <a:cs typeface="Microsoft YaHei"/>
              </a:rPr>
              <a:t>数据口径：2024 全国教育事业统计｜首个教学产品：4–6 课时基础 Agent 项目</a:t>
            </a:r>
          </a:p>
        </p:txBody>
      </p:sp>
      <p:sp>
        <p:nvSpPr>
          <p:cNvPr id="13" name="">
            <a:extLst xmlns:a="http://schemas.openxmlformats.org/drawingml/2006/main">
              <a:ext uri="{FF2B5EF4-FFF2-40B4-BE49-F238E27FC236}">
                <a16:creationId xmlns:a16="http://schemas.microsoft.com/office/drawing/2014/main" id="{F82CB344-CD97-45D5-BC37-4EBCBB6D4F60}"/>
              </a:ext>
            </a:extLst>
          </p:cNvPr>
          <p:cNvSpPr>
            <a:spLocks xmlns:a="http://schemas.openxmlformats.org/drawingml/2006/main" noGrp="1"/>
          </p:cNvSpPr>
          <p:nvPr/>
        </p:nvSpPr>
        <p:spPr>
          <a:xfrm xmlns:a="http://schemas.openxmlformats.org/drawingml/2006/main">
            <a:off x="685800" y="3752850"/>
            <a:ext cx="5124450" cy="2038350"/>
          </a:xfrm>
          <a:prstGeom xmlns:a="http://schemas.openxmlformats.org/drawingml/2006/main" prst="roundRect">
            <a:avLst>
              <a:gd name="adj" fmla="val 9346"/>
            </a:avLst>
          </a:prstGeom>
          <a:solidFill xmlns:a="http://schemas.openxmlformats.org/drawingml/2006/main">
            <a:srgbClr val="F7F9FC"/>
          </a:solidFill>
          <a:ln xmlns:a="http://schemas.openxmlformats.org/drawingml/2006/main" w="9525">
            <a:solidFill>
              <a:srgbClr val="DCE6F5"/>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4" name="">
            <a:extLst xmlns:a="http://schemas.openxmlformats.org/drawingml/2006/main">
              <a:ext uri="{FF2B5EF4-FFF2-40B4-BE49-F238E27FC236}">
                <a16:creationId xmlns:a16="http://schemas.microsoft.com/office/drawing/2014/main" id="{D62A8040-09B1-491B-BCEB-B4DBF039171B}"/>
              </a:ext>
            </a:extLst>
          </p:cNvPr>
          <p:cNvSpPr>
            <a:spLocks xmlns:a="http://schemas.openxmlformats.org/drawingml/2006/main" noGrp="1"/>
          </p:cNvSpPr>
          <p:nvPr/>
        </p:nvSpPr>
        <p:spPr>
          <a:xfrm xmlns:a="http://schemas.openxmlformats.org/drawingml/2006/main">
            <a:off x="952500" y="4000500"/>
            <a:ext cx="1905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950" b="1" i="0">
                <a:solidFill>
                  <a:srgbClr val="176BFF"/>
                </a:solidFill>
                <a:latin typeface="Microsoft YaHei"/>
                <a:ea typeface="Microsoft YaHei"/>
                <a:cs typeface="Microsoft YaHei"/>
              </a:defRPr>
            </a:pPr>
            <a:r>
              <a:rPr sz="1800" b="1" i="0">
                <a:solidFill>
                  <a:srgbClr val="176BFF"/>
                </a:solidFill>
                <a:latin typeface="Microsoft YaHei"/>
                <a:ea typeface="Microsoft YaHei"/>
                <a:cs typeface="Microsoft YaHei"/>
              </a:rPr>
              <a:t>目标使用者</a:t>
            </a:r>
          </a:p>
        </p:txBody>
      </p:sp>
      <p:sp>
        <p:nvSpPr>
          <p:cNvPr id="15" name="">
            <a:extLst xmlns:a="http://schemas.openxmlformats.org/drawingml/2006/main">
              <a:ext uri="{FF2B5EF4-FFF2-40B4-BE49-F238E27FC236}">
                <a16:creationId xmlns:a16="http://schemas.microsoft.com/office/drawing/2014/main" id="{A7F655CE-95D1-43DB-9C45-AC34A9554442}"/>
              </a:ext>
            </a:extLst>
          </p:cNvPr>
          <p:cNvSpPr>
            <a:spLocks xmlns:a="http://schemas.openxmlformats.org/drawingml/2006/main" noGrp="1"/>
          </p:cNvSpPr>
          <p:nvPr/>
        </p:nvSpPr>
        <p:spPr>
          <a:xfrm xmlns:a="http://schemas.openxmlformats.org/drawingml/2006/main">
            <a:off x="952500" y="4495800"/>
            <a:ext cx="44767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500" b="0" i="0">
                <a:solidFill>
                  <a:srgbClr val="111827"/>
                </a:solidFill>
                <a:latin typeface="Microsoft YaHei"/>
                <a:ea typeface="Microsoft YaHei"/>
                <a:cs typeface="Microsoft YaHei"/>
              </a:defRPr>
            </a:pPr>
            <a:r>
              <a:rPr sz="1275" b="0" i="0">
                <a:solidFill>
                  <a:srgbClr val="667085"/>
                </a:solidFill>
                <a:latin typeface="Microsoft YaHei"/>
                <a:ea typeface="Microsoft YaHei"/>
                <a:cs typeface="Microsoft YaHei"/>
              </a:rPr>
              <a:t>• 12+ 学生｜Agent 启蒙与创作</a:t>
            </a:r>
          </a:p>
          <a:p xmlns:a="http://schemas.openxmlformats.org/drawingml/2006/main">
            <a:pPr algn="l">
              <a:buNone/>
              <a:defRPr sz="1500" b="0" i="0">
                <a:solidFill>
                  <a:srgbClr val="111827"/>
                </a:solidFill>
                <a:latin typeface="Microsoft YaHei"/>
                <a:ea typeface="Microsoft YaHei"/>
                <a:cs typeface="Microsoft YaHei"/>
              </a:defRPr>
            </a:pPr>
            <a:r>
              <a:rPr sz="1275" b="0" i="0">
                <a:solidFill>
                  <a:srgbClr val="667085"/>
                </a:solidFill>
                <a:latin typeface="Microsoft YaHei"/>
                <a:ea typeface="Microsoft YaHei"/>
                <a:cs typeface="Microsoft YaHei"/>
              </a:rPr>
              <a:t>• 职教 / 高校｜工程化入门</a:t>
            </a:r>
          </a:p>
          <a:p xmlns:a="http://schemas.openxmlformats.org/drawingml/2006/main">
            <a:pPr algn="l">
              <a:buNone/>
              <a:defRPr sz="1500" b="0" i="0">
                <a:solidFill>
                  <a:srgbClr val="111827"/>
                </a:solidFill>
                <a:latin typeface="Microsoft YaHei"/>
                <a:ea typeface="Microsoft YaHei"/>
                <a:cs typeface="Microsoft YaHei"/>
              </a:defRPr>
            </a:pPr>
            <a:r>
              <a:rPr sz="1275" b="0" i="0">
                <a:solidFill>
                  <a:srgbClr val="667085"/>
                </a:solidFill>
                <a:latin typeface="Microsoft YaHei"/>
                <a:ea typeface="Microsoft YaHei"/>
                <a:cs typeface="Microsoft YaHei"/>
              </a:rPr>
              <a:t>• 教师 / 教研｜课程共创</a:t>
            </a:r>
          </a:p>
          <a:p xmlns:a="http://schemas.openxmlformats.org/drawingml/2006/main">
            <a:pPr algn="l">
              <a:buNone/>
              <a:defRPr sz="1500" b="0" i="0">
                <a:solidFill>
                  <a:srgbClr val="111827"/>
                </a:solidFill>
                <a:latin typeface="Microsoft YaHei"/>
                <a:ea typeface="Microsoft YaHei"/>
                <a:cs typeface="Microsoft YaHei"/>
              </a:defRPr>
            </a:pPr>
            <a:r>
              <a:rPr sz="1275" b="0" i="0">
                <a:solidFill>
                  <a:srgbClr val="667085"/>
                </a:solidFill>
                <a:latin typeface="Microsoft YaHei"/>
                <a:ea typeface="Microsoft YaHei"/>
                <a:cs typeface="Microsoft YaHei"/>
              </a:rPr>
              <a:t>• 个人创作者｜高频搭建</a:t>
            </a:r>
          </a:p>
        </p:txBody>
      </p:sp>
      <p:sp>
        <p:nvSpPr>
          <p:cNvPr id="16" name="">
            <a:extLst xmlns:a="http://schemas.openxmlformats.org/drawingml/2006/main">
              <a:ext uri="{FF2B5EF4-FFF2-40B4-BE49-F238E27FC236}">
                <a16:creationId xmlns:a16="http://schemas.microsoft.com/office/drawing/2014/main" id="{A28DF826-4961-4CE8-9C98-C75C7FA22E38}"/>
              </a:ext>
            </a:extLst>
          </p:cNvPr>
          <p:cNvSpPr>
            <a:spLocks xmlns:a="http://schemas.openxmlformats.org/drawingml/2006/main" noGrp="1"/>
          </p:cNvSpPr>
          <p:nvPr/>
        </p:nvSpPr>
        <p:spPr>
          <a:xfrm xmlns:a="http://schemas.openxmlformats.org/drawingml/2006/main">
            <a:off x="6153150" y="3752850"/>
            <a:ext cx="5353050" cy="2038350"/>
          </a:xfrm>
          <a:prstGeom xmlns:a="http://schemas.openxmlformats.org/drawingml/2006/main" prst="roundRect">
            <a:avLst>
              <a:gd name="adj" fmla="val 9346"/>
            </a:avLst>
          </a:prstGeom>
          <a:solidFill xmlns:a="http://schemas.openxmlformats.org/drawingml/2006/main">
            <a:srgbClr val="F7F9FC"/>
          </a:solidFill>
          <a:ln xmlns:a="http://schemas.openxmlformats.org/drawingml/2006/main" w="9525">
            <a:solidFill>
              <a:srgbClr val="DCE6F5"/>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7" name="">
            <a:extLst xmlns:a="http://schemas.openxmlformats.org/drawingml/2006/main">
              <a:ext uri="{FF2B5EF4-FFF2-40B4-BE49-F238E27FC236}">
                <a16:creationId xmlns:a16="http://schemas.microsoft.com/office/drawing/2014/main" id="{C266A8CA-19C6-434E-AD6C-5F818DBEAED1}"/>
              </a:ext>
            </a:extLst>
          </p:cNvPr>
          <p:cNvSpPr>
            <a:spLocks xmlns:a="http://schemas.openxmlformats.org/drawingml/2006/main" noGrp="1"/>
          </p:cNvSpPr>
          <p:nvPr/>
        </p:nvSpPr>
        <p:spPr>
          <a:xfrm xmlns:a="http://schemas.openxmlformats.org/drawingml/2006/main">
            <a:off x="6419850" y="4000500"/>
            <a:ext cx="2667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950" b="1" i="0">
                <a:solidFill>
                  <a:srgbClr val="F79009"/>
                </a:solidFill>
                <a:latin typeface="Microsoft YaHei"/>
                <a:ea typeface="Microsoft YaHei"/>
                <a:cs typeface="Microsoft YaHei"/>
              </a:defRPr>
            </a:pPr>
            <a:r>
              <a:rPr sz="1800" b="1" i="0">
                <a:solidFill>
                  <a:srgbClr val="176BFF"/>
                </a:solidFill>
                <a:latin typeface="Microsoft YaHei"/>
                <a:ea typeface="Microsoft YaHei"/>
                <a:cs typeface="Microsoft YaHei"/>
              </a:rPr>
              <a:t>采用与付费者</a:t>
            </a:r>
          </a:p>
        </p:txBody>
      </p:sp>
      <p:sp>
        <p:nvSpPr>
          <p:cNvPr id="18" name="">
            <a:extLst xmlns:a="http://schemas.openxmlformats.org/drawingml/2006/main">
              <a:ext uri="{FF2B5EF4-FFF2-40B4-BE49-F238E27FC236}">
                <a16:creationId xmlns:a16="http://schemas.microsoft.com/office/drawing/2014/main" id="{C6203AD2-7FC8-4B13-94FE-2B56DA410645}"/>
              </a:ext>
            </a:extLst>
          </p:cNvPr>
          <p:cNvSpPr>
            <a:spLocks xmlns:a="http://schemas.openxmlformats.org/drawingml/2006/main" noGrp="1"/>
          </p:cNvSpPr>
          <p:nvPr/>
        </p:nvSpPr>
        <p:spPr>
          <a:xfrm xmlns:a="http://schemas.openxmlformats.org/drawingml/2006/main">
            <a:off x="6419850" y="4514850"/>
            <a:ext cx="47625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650" b="1" i="0">
                <a:solidFill>
                  <a:srgbClr val="111827"/>
                </a:solidFill>
                <a:latin typeface="Microsoft YaHei"/>
                <a:ea typeface="Microsoft YaHei"/>
                <a:cs typeface="Microsoft YaHei"/>
              </a:defRPr>
            </a:pPr>
            <a:r>
              <a:rPr sz="1275" b="0" i="0">
                <a:solidFill>
                  <a:srgbClr val="667085"/>
                </a:solidFill>
                <a:latin typeface="Microsoft YaHei"/>
                <a:ea typeface="Microsoft YaHei"/>
                <a:cs typeface="Microsoft YaHei"/>
              </a:rPr>
              <a:t>• 个人订阅｜模型、工具、Skills</a:t>
            </a:r>
          </a:p>
          <a:p xmlns:a="http://schemas.openxmlformats.org/drawingml/2006/main">
            <a:pPr algn="l">
              <a:buNone/>
              <a:defRPr sz="1650" b="1" i="0">
                <a:solidFill>
                  <a:srgbClr val="111827"/>
                </a:solidFill>
                <a:latin typeface="Microsoft YaHei"/>
                <a:ea typeface="Microsoft YaHei"/>
                <a:cs typeface="Microsoft YaHei"/>
              </a:defRPr>
            </a:pPr>
            <a:r>
              <a:rPr sz="1275" b="0" i="0">
                <a:solidFill>
                  <a:srgbClr val="667085"/>
                </a:solidFill>
                <a:latin typeface="Microsoft YaHei"/>
                <a:ea typeface="Microsoft YaHei"/>
                <a:cs typeface="Microsoft YaHei"/>
              </a:rPr>
              <a:t>• 学校 / 机构｜席位、班级、作业</a:t>
            </a:r>
          </a:p>
          <a:p xmlns:a="http://schemas.openxmlformats.org/drawingml/2006/main">
            <a:pPr algn="l">
              <a:buNone/>
              <a:defRPr sz="1650" b="1" i="0">
                <a:solidFill>
                  <a:srgbClr val="111827"/>
                </a:solidFill>
                <a:latin typeface="Microsoft YaHei"/>
                <a:ea typeface="Microsoft YaHei"/>
                <a:cs typeface="Microsoft YaHei"/>
              </a:defRPr>
            </a:pPr>
            <a:r>
              <a:rPr sz="1275" b="0" i="0">
                <a:solidFill>
                  <a:srgbClr val="667085"/>
                </a:solidFill>
                <a:latin typeface="Microsoft YaHei"/>
                <a:ea typeface="Microsoft YaHei"/>
                <a:cs typeface="Microsoft YaHei"/>
              </a:rPr>
              <a:t>• 课程服务｜支持与私有化</a:t>
            </a:r>
          </a:p>
          <a:p xmlns:a="http://schemas.openxmlformats.org/drawingml/2006/main">
            <a:pPr algn="l">
              <a:buNone/>
              <a:defRPr sz="1650" b="1" i="0">
                <a:solidFill>
                  <a:srgbClr val="111827"/>
                </a:solidFill>
                <a:latin typeface="Microsoft YaHei"/>
                <a:ea typeface="Microsoft YaHei"/>
                <a:cs typeface="Microsoft YaHei"/>
              </a:defRPr>
            </a:pPr>
            <a:r>
              <a:rPr sz="1275" b="0" i="0">
                <a:solidFill>
                  <a:srgbClr val="667085"/>
                </a:solidFill>
                <a:latin typeface="Microsoft YaHei"/>
                <a:ea typeface="Microsoft YaHei"/>
                <a:cs typeface="Microsoft YaHei"/>
              </a:rPr>
              <a:t>• 复购单位｜教师、班级、年度</a:t>
            </a:r>
          </a:p>
        </p:txBody>
      </p:sp>
      <p:sp>
        <p:nvSpPr>
          <p:cNvPr id="19" name="">
            <a:extLst xmlns:a="http://schemas.openxmlformats.org/drawingml/2006/main">
              <a:ext uri="{FF2B5EF4-FFF2-40B4-BE49-F238E27FC236}">
                <a16:creationId xmlns:a16="http://schemas.microsoft.com/office/drawing/2014/main" id="{504AA025-0E59-4FE6-AC7A-41E48C410EA4}"/>
              </a:ext>
            </a:extLst>
          </p:cNvPr>
          <p:cNvSpPr>
            <a:spLocks xmlns:a="http://schemas.openxmlformats.org/drawingml/2006/main" noGrp="1"/>
          </p:cNvSpPr>
          <p:nvPr/>
        </p:nvSpPr>
        <p:spPr>
          <a:xfrm xmlns:a="http://schemas.openxmlformats.org/drawingml/2006/main">
            <a:off x="685800" y="6496050"/>
            <a:ext cx="10820400" cy="9525"/>
          </a:xfrm>
          <a:prstGeom xmlns:a="http://schemas.openxmlformats.org/drawingml/2006/main" prst="rect">
            <a:avLst/>
          </a:prstGeom>
          <a:solidFill xmlns:a="http://schemas.openxmlformats.org/drawingml/2006/main">
            <a:srgbClr val="DCE3EC"/>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06355FAC-5400-4765-91DC-A939B19139D2}"/>
              </a:ext>
            </a:extLst>
          </p:cNvPr>
          <p:cNvSpPr>
            <a:spLocks xmlns:a="http://schemas.openxmlformats.org/drawingml/2006/main" noGrp="1"/>
          </p:cNvSpPr>
          <p:nvPr/>
        </p:nvSpPr>
        <p:spPr>
          <a:xfrm xmlns:a="http://schemas.openxmlformats.org/drawingml/2006/main">
            <a:off x="685800" y="6553200"/>
            <a:ext cx="476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975" b="0" i="0">
                <a:solidFill>
                  <a:srgbClr val="98A2B3"/>
                </a:solidFill>
                <a:latin typeface="Microsoft YaHei"/>
                <a:ea typeface="Microsoft YaHei"/>
                <a:cs typeface="Microsoft YaHei"/>
              </a:defRPr>
            </a:pPr>
            <a:r>
              <a:rPr sz="975" b="0" i="0">
                <a:solidFill>
                  <a:srgbClr val="98A2B3"/>
                </a:solidFill>
                <a:latin typeface="Microsoft YaHei"/>
                <a:ea typeface="Microsoft YaHei"/>
                <a:cs typeface="Microsoft YaHei"/>
              </a:rPr>
              <a:t>Blocky Studio · Agent 搭建教育</a:t>
            </a:r>
          </a:p>
        </p:txBody>
      </p:sp>
      <p:sp>
        <p:nvSpPr>
          <p:cNvPr id="21" name="">
            <a:extLst xmlns:a="http://schemas.openxmlformats.org/drawingml/2006/main">
              <a:ext uri="{FF2B5EF4-FFF2-40B4-BE49-F238E27FC236}">
                <a16:creationId xmlns:a16="http://schemas.microsoft.com/office/drawing/2014/main" id="{D612907B-4B8C-490E-9ECF-1C0176FBB748}"/>
              </a:ext>
            </a:extLst>
          </p:cNvPr>
          <p:cNvSpPr>
            <a:spLocks xmlns:a="http://schemas.openxmlformats.org/drawingml/2006/main" noGrp="1"/>
          </p:cNvSpPr>
          <p:nvPr/>
        </p:nvSpPr>
        <p:spPr>
          <a:xfrm xmlns:a="http://schemas.openxmlformats.org/drawingml/2006/main">
            <a:off x="10953750" y="6553200"/>
            <a:ext cx="552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975" b="0" i="0">
                <a:solidFill>
                  <a:srgbClr val="98A2B3"/>
                </a:solidFill>
                <a:latin typeface="Microsoft YaHei"/>
                <a:ea typeface="Microsoft YaHei"/>
                <a:cs typeface="Microsoft YaHei"/>
              </a:defRPr>
            </a:pPr>
            <a:r>
              <a:rPr sz="975" b="0" i="0">
                <a:solidFill>
                  <a:srgbClr val="98A2B3"/>
                </a:solidFill>
                <a:latin typeface="Microsoft YaHei"/>
                <a:ea typeface="Microsoft YaHei"/>
                <a:cs typeface="Microsoft YaHei"/>
              </a:rPr>
              <a:t>03</a:t>
            </a:r>
          </a:p>
        </p:txBody>
      </p:sp>
    </p:spTree>
    <p:extLst>
      <p:ext uri="{BB962C8B-B14F-4D97-AF65-F5344CB8AC3E}">
        <p14:creationId xmlns:p14="http://schemas.microsoft.com/office/powerpoint/2010/main" val="1401483607"/>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8" name="">
            <a:extLst xmlns:a="http://schemas.openxmlformats.org/drawingml/2006/main">
              <a:ext uri="{FF2B5EF4-FFF2-40B4-BE49-F238E27FC236}">
                <a16:creationId xmlns:a16="http://schemas.microsoft.com/office/drawing/2014/main" id="{EF5900A0-923A-4E1C-846F-F3A5107244EF}"/>
              </a:ext>
            </a:extLst>
          </p:cNvPr>
          <p:cNvSpPr>
            <a:spLocks xmlns:a="http://schemas.openxmlformats.org/drawingml/2006/main" noGrp="1"/>
          </p:cNvSpPr>
          <p:nvPr/>
        </p:nvSpPr>
        <p:spPr>
          <a:xfrm xmlns:a="http://schemas.openxmlformats.org/drawingml/2006/main">
            <a:off x="685800" y="40005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i="0">
                <a:solidFill>
                  <a:srgbClr val="176BFF"/>
                </a:solidFill>
                <a:latin typeface="Microsoft YaHei"/>
                <a:ea typeface="Microsoft YaHei"/>
                <a:cs typeface="Microsoft YaHei"/>
              </a:defRPr>
            </a:pPr>
            <a:r>
              <a:rPr sz="1200" b="1" i="0">
                <a:solidFill>
                  <a:srgbClr val="176BFF"/>
                </a:solidFill>
                <a:latin typeface="Microsoft YaHei"/>
                <a:ea typeface="Microsoft YaHei"/>
                <a:cs typeface="Microsoft YaHei"/>
              </a:rPr>
              <a:t>PRODUCT · Agent 搭建形态</a:t>
            </a:r>
          </a:p>
        </p:txBody>
      </p:sp>
      <p:sp>
        <p:nvSpPr>
          <p:cNvPr id="2" name="">
            <a:extLst xmlns:a="http://schemas.openxmlformats.org/drawingml/2006/main">
              <a:ext uri="{FF2B5EF4-FFF2-40B4-BE49-F238E27FC236}">
                <a16:creationId xmlns:a16="http://schemas.microsoft.com/office/drawing/2014/main" id="{75AB7AA0-9727-4E4C-BBF2-EEFD311E9B4E}"/>
              </a:ext>
            </a:extLst>
          </p:cNvPr>
          <p:cNvSpPr>
            <a:spLocks xmlns:a="http://schemas.openxmlformats.org/drawingml/2006/main" noGrp="1"/>
          </p:cNvSpPr>
          <p:nvPr/>
        </p:nvSpPr>
        <p:spPr>
          <a:xfrm xmlns:a="http://schemas.openxmlformats.org/drawingml/2006/main">
            <a:off x="685800" y="742950"/>
            <a:ext cx="108204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3150" b="1" i="0">
                <a:solidFill>
                  <a:srgbClr val="111827"/>
                </a:solidFill>
                <a:latin typeface="Microsoft YaHei"/>
                <a:ea typeface="Microsoft YaHei"/>
                <a:cs typeface="Microsoft YaHei"/>
              </a:defRPr>
            </a:pPr>
            <a:r>
              <a:rPr sz="2850" b="1" i="0">
                <a:solidFill>
                  <a:srgbClr val="111827"/>
                </a:solidFill>
                <a:latin typeface="Microsoft YaHei"/>
                <a:ea typeface="Microsoft YaHei"/>
                <a:cs typeface="Microsoft YaHei"/>
              </a:rPr>
              <a:t>一套 Scratch 式 Agent 语言，连接课堂入门与专业工程</a:t>
            </a:r>
          </a:p>
        </p:txBody>
      </p:sp>
      <p:sp>
        <p:nvSpPr>
          <p:cNvPr id="3" name="">
            <a:extLst xmlns:a="http://schemas.openxmlformats.org/drawingml/2006/main">
              <a:ext uri="{FF2B5EF4-FFF2-40B4-BE49-F238E27FC236}">
                <a16:creationId xmlns:a16="http://schemas.microsoft.com/office/drawing/2014/main" id="{37B59B95-7AD1-45F7-BF1A-D167D669074D}"/>
              </a:ext>
            </a:extLst>
          </p:cNvPr>
          <p:cNvSpPr>
            <a:spLocks xmlns:a="http://schemas.openxmlformats.org/drawingml/2006/main" noGrp="1"/>
          </p:cNvSpPr>
          <p:nvPr/>
        </p:nvSpPr>
        <p:spPr>
          <a:xfrm xmlns:a="http://schemas.openxmlformats.org/drawingml/2006/main">
            <a:off x="685800" y="1381125"/>
            <a:ext cx="10820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425" b="0" i="0">
                <a:solidFill>
                  <a:srgbClr val="64748B"/>
                </a:solidFill>
                <a:latin typeface="Microsoft YaHei"/>
                <a:ea typeface="Microsoft YaHei"/>
                <a:cs typeface="Microsoft YaHei"/>
              </a:defRPr>
            </a:pPr>
            <a:r>
              <a:rPr sz="1425" b="0" i="0">
                <a:solidFill>
                  <a:srgbClr val="667085"/>
                </a:solidFill>
                <a:latin typeface="Microsoft YaHei"/>
                <a:ea typeface="Microsoft YaHei"/>
                <a:cs typeface="Microsoft YaHei"/>
              </a:rPr>
              <a:t>左：Agent 积木库｜中：模块画布 / 浏览器｜右：构建助手 / 运行 Agent｜下：诊断 / 日志 / 终端 / 输出</a:t>
            </a:r>
          </a:p>
        </p:txBody>
      </p:sp>
      <p:sp>
        <p:nvSpPr>
          <p:cNvPr id="4" name="">
            <a:extLst xmlns:a="http://schemas.openxmlformats.org/drawingml/2006/main">
              <a:ext uri="{FF2B5EF4-FFF2-40B4-BE49-F238E27FC236}">
                <a16:creationId xmlns:a16="http://schemas.microsoft.com/office/drawing/2014/main" id="{B9CFA51A-88FD-4410-B098-83E927B78C40}"/>
              </a:ext>
            </a:extLst>
          </p:cNvPr>
          <p:cNvSpPr>
            <a:spLocks xmlns:a="http://schemas.openxmlformats.org/drawingml/2006/main" noGrp="1"/>
          </p:cNvSpPr>
          <p:nvPr/>
        </p:nvSpPr>
        <p:spPr>
          <a:xfrm xmlns:a="http://schemas.openxmlformats.org/drawingml/2006/main">
            <a:off x="685800" y="1924050"/>
            <a:ext cx="6572250" cy="3790950"/>
          </a:xfrm>
          <a:prstGeom xmlns:a="http://schemas.openxmlformats.org/drawingml/2006/main" prst="roundRect">
            <a:avLst>
              <a:gd name="adj" fmla="val 5528"/>
            </a:avLst>
          </a:prstGeom>
          <a:solidFill xmlns:a="http://schemas.openxmlformats.org/drawingml/2006/main">
            <a:srgbClr val="0B1220"/>
          </a:solidFill>
          <a:ln xmlns:a="http://schemas.openxmlformats.org/drawingml/2006/main" w="0">
            <a:noFill/>
            <a:prstDash val="solid"/>
          </a:ln>
        </p:spPr>
      </p:sp>
      <p:pic>
        <p:nvPicPr>
          <p:cNvPr id="34" name=""/>
          <p:cNvPicPr>
            <a:picLocks xmlns:a="http://schemas.openxmlformats.org/drawingml/2006/main" noChangeAspect="1"/>
          </p:cNvPicPr>
          <p:nvPr/>
        </p:nvPicPr>
        <p:blipFill>
          <a:blip xmlns:r="http://schemas.openxmlformats.org/officeDocument/2006/relationships" xmlns:a="http://schemas.openxmlformats.org/drawingml/2006/main" r:embed="R991a3e723ab54253"/>
          <a:srcRect xmlns:a="http://schemas.openxmlformats.org/drawingml/2006/main" l="0" t="2671" r="0" b="2671"/>
          <a:stretch xmlns:a="http://schemas.openxmlformats.org/drawingml/2006/main">
            <a:fillRect l="0" t="0" r="0" b="0"/>
          </a:stretch>
        </p:blipFill>
        <p:spPr>
          <a:xfrm xmlns:a="http://schemas.openxmlformats.org/drawingml/2006/main">
            <a:off x="819150" y="2076450"/>
            <a:ext cx="6305550" cy="3276600"/>
          </a:xfrm>
          <a:prstGeom xmlns:a="http://schemas.openxmlformats.org/drawingml/2006/main" prst="roundRect">
            <a:avLst>
              <a:gd name="adj" fmla="val 5814"/>
            </a:avLst>
          </a:prstGeom>
        </p:spPr>
      </p:pic>
      <p:sp>
        <p:nvSpPr>
          <p:cNvPr id="6" name="">
            <a:extLst xmlns:a="http://schemas.openxmlformats.org/drawingml/2006/main">
              <a:ext uri="{FF2B5EF4-FFF2-40B4-BE49-F238E27FC236}">
                <a16:creationId xmlns:a16="http://schemas.microsoft.com/office/drawing/2014/main" id="{E261A894-4ED3-4098-A787-A216B85C609B}"/>
              </a:ext>
            </a:extLst>
          </p:cNvPr>
          <p:cNvSpPr>
            <a:spLocks xmlns:a="http://schemas.openxmlformats.org/drawingml/2006/main" noGrp="1"/>
          </p:cNvSpPr>
          <p:nvPr/>
        </p:nvSpPr>
        <p:spPr>
          <a:xfrm xmlns:a="http://schemas.openxmlformats.org/drawingml/2006/main">
            <a:off x="971550" y="5162550"/>
            <a:ext cx="2419350" cy="323850"/>
          </a:xfrm>
          <a:prstGeom xmlns:a="http://schemas.openxmlformats.org/drawingml/2006/main" prst="roundRect">
            <a:avLst>
              <a:gd name="adj" fmla="val 50000"/>
            </a:avLst>
          </a:prstGeom>
          <a:solidFill xmlns:a="http://schemas.openxmlformats.org/drawingml/2006/main">
            <a:srgbClr val="0B1220"/>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89E048C9-2F90-43B2-9A6E-237B4222655B}"/>
              </a:ext>
            </a:extLst>
          </p:cNvPr>
          <p:cNvSpPr>
            <a:spLocks xmlns:a="http://schemas.openxmlformats.org/drawingml/2006/main" noGrp="1"/>
          </p:cNvSpPr>
          <p:nvPr/>
        </p:nvSpPr>
        <p:spPr>
          <a:xfrm xmlns:a="http://schemas.openxmlformats.org/drawingml/2006/main">
            <a:off x="1066800" y="5229225"/>
            <a:ext cx="22288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050" b="1" i="0">
                <a:solidFill>
                  <a:srgbClr val="FFFFFF"/>
                </a:solidFill>
                <a:latin typeface="Microsoft YaHei"/>
                <a:ea typeface="Microsoft YaHei"/>
                <a:cs typeface="Microsoft YaHei"/>
              </a:defRPr>
            </a:pPr>
            <a:r>
              <a:rPr sz="1050" b="1" i="0">
                <a:solidFill>
                  <a:srgbClr val="FFFFFF"/>
                </a:solidFill>
                <a:latin typeface="Microsoft YaHei"/>
                <a:ea typeface="Microsoft YaHei"/>
                <a:cs typeface="Microsoft YaHei"/>
              </a:rPr>
              <a:t>Windows Core · 100 积木运行实证</a:t>
            </a:r>
          </a:p>
        </p:txBody>
      </p:sp>
      <p:sp>
        <p:nvSpPr>
          <p:cNvPr id="8" name="">
            <a:extLst xmlns:a="http://schemas.openxmlformats.org/drawingml/2006/main">
              <a:ext uri="{FF2B5EF4-FFF2-40B4-BE49-F238E27FC236}">
                <a16:creationId xmlns:a16="http://schemas.microsoft.com/office/drawing/2014/main" id="{155A2940-0D37-4B5C-88BF-0A81177F04BB}"/>
              </a:ext>
            </a:extLst>
          </p:cNvPr>
          <p:cNvSpPr>
            <a:spLocks xmlns:a="http://schemas.openxmlformats.org/drawingml/2006/main" noGrp="1"/>
          </p:cNvSpPr>
          <p:nvPr/>
        </p:nvSpPr>
        <p:spPr>
          <a:xfrm xmlns:a="http://schemas.openxmlformats.org/drawingml/2006/main">
            <a:off x="7734300" y="1962150"/>
            <a:ext cx="3238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875" b="1" i="0">
                <a:solidFill>
                  <a:srgbClr val="111827"/>
                </a:solidFill>
                <a:latin typeface="Microsoft YaHei"/>
                <a:ea typeface="Microsoft YaHei"/>
                <a:cs typeface="Microsoft YaHei"/>
              </a:defRPr>
            </a:pPr>
            <a:r>
              <a:rPr sz="1875" b="1" i="0">
                <a:solidFill>
                  <a:srgbClr val="111827"/>
                </a:solidFill>
                <a:latin typeface="Microsoft YaHei"/>
                <a:ea typeface="Microsoft YaHei"/>
                <a:cs typeface="Microsoft YaHei"/>
              </a:rPr>
              <a:t>入门七类 → 专业十二类</a:t>
            </a:r>
          </a:p>
        </p:txBody>
      </p:sp>
      <p:sp>
        <p:nvSpPr>
          <p:cNvPr id="9" name="">
            <a:extLst xmlns:a="http://schemas.openxmlformats.org/drawingml/2006/main">
              <a:ext uri="{FF2B5EF4-FFF2-40B4-BE49-F238E27FC236}">
                <a16:creationId xmlns:a16="http://schemas.microsoft.com/office/drawing/2014/main" id="{0620E0F9-1BA2-45FA-A5DC-B1170BEE77DB}"/>
              </a:ext>
            </a:extLst>
          </p:cNvPr>
          <p:cNvSpPr>
            <a:spLocks xmlns:a="http://schemas.openxmlformats.org/drawingml/2006/main" noGrp="1"/>
          </p:cNvSpPr>
          <p:nvPr/>
        </p:nvSpPr>
        <p:spPr>
          <a:xfrm xmlns:a="http://schemas.openxmlformats.org/drawingml/2006/main">
            <a:off x="7734300" y="2514600"/>
            <a:ext cx="1466850" cy="457200"/>
          </a:xfrm>
          <a:prstGeom xmlns:a="http://schemas.openxmlformats.org/drawingml/2006/main" prst="roundRect">
            <a:avLst>
              <a:gd name="adj" fmla="val 29167"/>
            </a:avLst>
          </a:prstGeom>
          <a:solidFill xmlns:a="http://schemas.openxmlformats.org/drawingml/2006/main">
            <a:srgbClr val="F4F7FB"/>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FB6DA326-0AB4-44AA-B072-DC5B94BDB2DF}"/>
              </a:ext>
            </a:extLst>
          </p:cNvPr>
          <p:cNvSpPr>
            <a:spLocks xmlns:a="http://schemas.openxmlformats.org/drawingml/2006/main" noGrp="1"/>
          </p:cNvSpPr>
          <p:nvPr/>
        </p:nvSpPr>
        <p:spPr>
          <a:xfrm xmlns:a="http://schemas.openxmlformats.org/drawingml/2006/main">
            <a:off x="7848600" y="2638425"/>
            <a:ext cx="1238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1" i="0">
                <a:solidFill>
                  <a:srgbClr val="111827"/>
                </a:solidFill>
                <a:latin typeface="Microsoft YaHei"/>
                <a:ea typeface="Microsoft YaHei"/>
                <a:cs typeface="Microsoft YaHei"/>
              </a:defRPr>
            </a:pPr>
            <a:r>
              <a:rPr sz="1350" b="1" i="0">
                <a:solidFill>
                  <a:srgbClr val="111827"/>
                </a:solidFill>
                <a:latin typeface="Microsoft YaHei"/>
                <a:ea typeface="Microsoft YaHei"/>
                <a:cs typeface="Microsoft YaHei"/>
              </a:rPr>
              <a:t>开始</a:t>
            </a:r>
          </a:p>
        </p:txBody>
      </p:sp>
      <p:sp>
        <p:nvSpPr>
          <p:cNvPr id="11" name="">
            <a:extLst xmlns:a="http://schemas.openxmlformats.org/drawingml/2006/main">
              <a:ext uri="{FF2B5EF4-FFF2-40B4-BE49-F238E27FC236}">
                <a16:creationId xmlns:a16="http://schemas.microsoft.com/office/drawing/2014/main" id="{F74AD1FB-B3C4-4112-B08A-E37E65537F63}"/>
              </a:ext>
            </a:extLst>
          </p:cNvPr>
          <p:cNvSpPr>
            <a:spLocks xmlns:a="http://schemas.openxmlformats.org/drawingml/2006/main" noGrp="1"/>
          </p:cNvSpPr>
          <p:nvPr/>
        </p:nvSpPr>
        <p:spPr>
          <a:xfrm xmlns:a="http://schemas.openxmlformats.org/drawingml/2006/main">
            <a:off x="9410700" y="2514600"/>
            <a:ext cx="1466850" cy="457200"/>
          </a:xfrm>
          <a:prstGeom xmlns:a="http://schemas.openxmlformats.org/drawingml/2006/main" prst="roundRect">
            <a:avLst>
              <a:gd name="adj" fmla="val 29167"/>
            </a:avLst>
          </a:prstGeom>
          <a:solidFill xmlns:a="http://schemas.openxmlformats.org/drawingml/2006/main">
            <a:srgbClr val="F4F7FB"/>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8B8B38E6-C18D-4E35-B6A5-8AA91FDE5CB1}"/>
              </a:ext>
            </a:extLst>
          </p:cNvPr>
          <p:cNvSpPr>
            <a:spLocks xmlns:a="http://schemas.openxmlformats.org/drawingml/2006/main" noGrp="1"/>
          </p:cNvSpPr>
          <p:nvPr/>
        </p:nvSpPr>
        <p:spPr>
          <a:xfrm xmlns:a="http://schemas.openxmlformats.org/drawingml/2006/main">
            <a:off x="9525000" y="2638425"/>
            <a:ext cx="1238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1" i="0">
                <a:solidFill>
                  <a:srgbClr val="111827"/>
                </a:solidFill>
                <a:latin typeface="Microsoft YaHei"/>
                <a:ea typeface="Microsoft YaHei"/>
                <a:cs typeface="Microsoft YaHei"/>
              </a:defRPr>
            </a:pPr>
            <a:r>
              <a:rPr sz="1350" b="1" i="0">
                <a:solidFill>
                  <a:srgbClr val="111827"/>
                </a:solidFill>
                <a:latin typeface="Microsoft YaHei"/>
                <a:ea typeface="Microsoft YaHei"/>
                <a:cs typeface="Microsoft YaHei"/>
              </a:rPr>
              <a:t>角色</a:t>
            </a:r>
          </a:p>
        </p:txBody>
      </p:sp>
      <p:sp>
        <p:nvSpPr>
          <p:cNvPr id="13" name="">
            <a:extLst xmlns:a="http://schemas.openxmlformats.org/drawingml/2006/main">
              <a:ext uri="{FF2B5EF4-FFF2-40B4-BE49-F238E27FC236}">
                <a16:creationId xmlns:a16="http://schemas.microsoft.com/office/drawing/2014/main" id="{BE7209BE-AF05-4C3A-938C-A41B2F8E1AB8}"/>
              </a:ext>
            </a:extLst>
          </p:cNvPr>
          <p:cNvSpPr>
            <a:spLocks xmlns:a="http://schemas.openxmlformats.org/drawingml/2006/main" noGrp="1"/>
          </p:cNvSpPr>
          <p:nvPr/>
        </p:nvSpPr>
        <p:spPr>
          <a:xfrm xmlns:a="http://schemas.openxmlformats.org/drawingml/2006/main">
            <a:off x="7734300" y="3143250"/>
            <a:ext cx="1466850" cy="457200"/>
          </a:xfrm>
          <a:prstGeom xmlns:a="http://schemas.openxmlformats.org/drawingml/2006/main" prst="roundRect">
            <a:avLst>
              <a:gd name="adj" fmla="val 29167"/>
            </a:avLst>
          </a:prstGeom>
          <a:solidFill xmlns:a="http://schemas.openxmlformats.org/drawingml/2006/main">
            <a:srgbClr val="F4F7FB"/>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0DF6BB91-EC5F-4ABB-B3A5-5DF4EABB1CF9}"/>
              </a:ext>
            </a:extLst>
          </p:cNvPr>
          <p:cNvSpPr>
            <a:spLocks xmlns:a="http://schemas.openxmlformats.org/drawingml/2006/main" noGrp="1"/>
          </p:cNvSpPr>
          <p:nvPr/>
        </p:nvSpPr>
        <p:spPr>
          <a:xfrm xmlns:a="http://schemas.openxmlformats.org/drawingml/2006/main">
            <a:off x="7848600" y="3267075"/>
            <a:ext cx="1238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1" i="0">
                <a:solidFill>
                  <a:srgbClr val="111827"/>
                </a:solidFill>
                <a:latin typeface="Microsoft YaHei"/>
                <a:ea typeface="Microsoft YaHei"/>
                <a:cs typeface="Microsoft YaHei"/>
              </a:defRPr>
            </a:pPr>
            <a:r>
              <a:rPr sz="1350" b="1" i="0">
                <a:solidFill>
                  <a:srgbClr val="111827"/>
                </a:solidFill>
                <a:latin typeface="Microsoft YaHei"/>
                <a:ea typeface="Microsoft YaHei"/>
                <a:cs typeface="Microsoft YaHei"/>
              </a:rPr>
              <a:t>会思考</a:t>
            </a:r>
          </a:p>
        </p:txBody>
      </p:sp>
      <p:sp>
        <p:nvSpPr>
          <p:cNvPr id="15" name="">
            <a:extLst xmlns:a="http://schemas.openxmlformats.org/drawingml/2006/main">
              <a:ext uri="{FF2B5EF4-FFF2-40B4-BE49-F238E27FC236}">
                <a16:creationId xmlns:a16="http://schemas.microsoft.com/office/drawing/2014/main" id="{634DC32F-04E8-4D1B-A6E1-CB7BAC03A0EB}"/>
              </a:ext>
            </a:extLst>
          </p:cNvPr>
          <p:cNvSpPr>
            <a:spLocks xmlns:a="http://schemas.openxmlformats.org/drawingml/2006/main" noGrp="1"/>
          </p:cNvSpPr>
          <p:nvPr/>
        </p:nvSpPr>
        <p:spPr>
          <a:xfrm xmlns:a="http://schemas.openxmlformats.org/drawingml/2006/main">
            <a:off x="9410700" y="3143250"/>
            <a:ext cx="1466850" cy="457200"/>
          </a:xfrm>
          <a:prstGeom xmlns:a="http://schemas.openxmlformats.org/drawingml/2006/main" prst="roundRect">
            <a:avLst>
              <a:gd name="adj" fmla="val 29167"/>
            </a:avLst>
          </a:prstGeom>
          <a:solidFill xmlns:a="http://schemas.openxmlformats.org/drawingml/2006/main">
            <a:srgbClr val="F4F7FB"/>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2F2E0D15-2836-4F23-99A8-0A64734DDA40}"/>
              </a:ext>
            </a:extLst>
          </p:cNvPr>
          <p:cNvSpPr>
            <a:spLocks xmlns:a="http://schemas.openxmlformats.org/drawingml/2006/main" noGrp="1"/>
          </p:cNvSpPr>
          <p:nvPr/>
        </p:nvSpPr>
        <p:spPr>
          <a:xfrm xmlns:a="http://schemas.openxmlformats.org/drawingml/2006/main">
            <a:off x="9525000" y="3267075"/>
            <a:ext cx="1238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1" i="0">
                <a:solidFill>
                  <a:srgbClr val="111827"/>
                </a:solidFill>
                <a:latin typeface="Microsoft YaHei"/>
                <a:ea typeface="Microsoft YaHei"/>
                <a:cs typeface="Microsoft YaHei"/>
              </a:defRPr>
            </a:pPr>
            <a:r>
              <a:rPr sz="1350" b="1" i="0">
                <a:solidFill>
                  <a:srgbClr val="111827"/>
                </a:solidFill>
                <a:latin typeface="Microsoft YaHei"/>
                <a:ea typeface="Microsoft YaHei"/>
                <a:cs typeface="Microsoft YaHei"/>
              </a:rPr>
              <a:t>会查找</a:t>
            </a:r>
          </a:p>
        </p:txBody>
      </p:sp>
      <p:sp>
        <p:nvSpPr>
          <p:cNvPr id="17" name="">
            <a:extLst xmlns:a="http://schemas.openxmlformats.org/drawingml/2006/main">
              <a:ext uri="{FF2B5EF4-FFF2-40B4-BE49-F238E27FC236}">
                <a16:creationId xmlns:a16="http://schemas.microsoft.com/office/drawing/2014/main" id="{F7666679-9916-4127-93CF-54C50FC49DEA}"/>
              </a:ext>
            </a:extLst>
          </p:cNvPr>
          <p:cNvSpPr>
            <a:spLocks xmlns:a="http://schemas.openxmlformats.org/drawingml/2006/main" noGrp="1"/>
          </p:cNvSpPr>
          <p:nvPr/>
        </p:nvSpPr>
        <p:spPr>
          <a:xfrm xmlns:a="http://schemas.openxmlformats.org/drawingml/2006/main">
            <a:off x="7734300" y="3771900"/>
            <a:ext cx="1466850" cy="457200"/>
          </a:xfrm>
          <a:prstGeom xmlns:a="http://schemas.openxmlformats.org/drawingml/2006/main" prst="roundRect">
            <a:avLst>
              <a:gd name="adj" fmla="val 29167"/>
            </a:avLst>
          </a:prstGeom>
          <a:solidFill xmlns:a="http://schemas.openxmlformats.org/drawingml/2006/main">
            <a:srgbClr val="F4F7FB"/>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0E51C3D2-2DDE-40D5-91FD-9B30DF022013}"/>
              </a:ext>
            </a:extLst>
          </p:cNvPr>
          <p:cNvSpPr>
            <a:spLocks xmlns:a="http://schemas.openxmlformats.org/drawingml/2006/main" noGrp="1"/>
          </p:cNvSpPr>
          <p:nvPr/>
        </p:nvSpPr>
        <p:spPr>
          <a:xfrm xmlns:a="http://schemas.openxmlformats.org/drawingml/2006/main">
            <a:off x="7848600" y="3895725"/>
            <a:ext cx="1238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1" i="0">
                <a:solidFill>
                  <a:srgbClr val="111827"/>
                </a:solidFill>
                <a:latin typeface="Microsoft YaHei"/>
                <a:ea typeface="Microsoft YaHei"/>
                <a:cs typeface="Microsoft YaHei"/>
              </a:defRPr>
            </a:pPr>
            <a:r>
              <a:rPr sz="1350" b="1" i="0">
                <a:solidFill>
                  <a:srgbClr val="111827"/>
                </a:solidFill>
                <a:latin typeface="Microsoft YaHei"/>
                <a:ea typeface="Microsoft YaHei"/>
                <a:cs typeface="Microsoft YaHei"/>
              </a:rPr>
              <a:t>会记住</a:t>
            </a:r>
          </a:p>
        </p:txBody>
      </p:sp>
      <p:sp>
        <p:nvSpPr>
          <p:cNvPr id="19" name="">
            <a:extLst xmlns:a="http://schemas.openxmlformats.org/drawingml/2006/main">
              <a:ext uri="{FF2B5EF4-FFF2-40B4-BE49-F238E27FC236}">
                <a16:creationId xmlns:a16="http://schemas.microsoft.com/office/drawing/2014/main" id="{8BDD0FF4-49F3-46E6-958D-DE773733879A}"/>
              </a:ext>
            </a:extLst>
          </p:cNvPr>
          <p:cNvSpPr>
            <a:spLocks xmlns:a="http://schemas.openxmlformats.org/drawingml/2006/main" noGrp="1"/>
          </p:cNvSpPr>
          <p:nvPr/>
        </p:nvSpPr>
        <p:spPr>
          <a:xfrm xmlns:a="http://schemas.openxmlformats.org/drawingml/2006/main">
            <a:off x="9410700" y="3771900"/>
            <a:ext cx="1466850" cy="457200"/>
          </a:xfrm>
          <a:prstGeom xmlns:a="http://schemas.openxmlformats.org/drawingml/2006/main" prst="roundRect">
            <a:avLst>
              <a:gd name="adj" fmla="val 29167"/>
            </a:avLst>
          </a:prstGeom>
          <a:solidFill xmlns:a="http://schemas.openxmlformats.org/drawingml/2006/main">
            <a:srgbClr val="F4F7FB"/>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E1D576F6-9BD2-41A0-8E5B-F4513EA728BD}"/>
              </a:ext>
            </a:extLst>
          </p:cNvPr>
          <p:cNvSpPr>
            <a:spLocks xmlns:a="http://schemas.openxmlformats.org/drawingml/2006/main" noGrp="1"/>
          </p:cNvSpPr>
          <p:nvPr/>
        </p:nvSpPr>
        <p:spPr>
          <a:xfrm xmlns:a="http://schemas.openxmlformats.org/drawingml/2006/main">
            <a:off x="9525000" y="3895725"/>
            <a:ext cx="1238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1" i="0">
                <a:solidFill>
                  <a:srgbClr val="111827"/>
                </a:solidFill>
                <a:latin typeface="Microsoft YaHei"/>
                <a:ea typeface="Microsoft YaHei"/>
                <a:cs typeface="Microsoft YaHei"/>
              </a:defRPr>
            </a:pPr>
            <a:r>
              <a:rPr sz="1350" b="1" i="0">
                <a:solidFill>
                  <a:srgbClr val="111827"/>
                </a:solidFill>
                <a:latin typeface="Microsoft YaHei"/>
                <a:ea typeface="Microsoft YaHei"/>
                <a:cs typeface="Microsoft YaHei"/>
              </a:rPr>
              <a:t>会行动</a:t>
            </a:r>
          </a:p>
        </p:txBody>
      </p:sp>
      <p:sp>
        <p:nvSpPr>
          <p:cNvPr id="21" name="">
            <a:extLst xmlns:a="http://schemas.openxmlformats.org/drawingml/2006/main">
              <a:ext uri="{FF2B5EF4-FFF2-40B4-BE49-F238E27FC236}">
                <a16:creationId xmlns:a16="http://schemas.microsoft.com/office/drawing/2014/main" id="{2F5A1C88-A08D-4D68-8ED0-EF46CECCF404}"/>
              </a:ext>
            </a:extLst>
          </p:cNvPr>
          <p:cNvSpPr>
            <a:spLocks xmlns:a="http://schemas.openxmlformats.org/drawingml/2006/main" noGrp="1"/>
          </p:cNvSpPr>
          <p:nvPr/>
        </p:nvSpPr>
        <p:spPr>
          <a:xfrm xmlns:a="http://schemas.openxmlformats.org/drawingml/2006/main">
            <a:off x="7734300" y="4400550"/>
            <a:ext cx="1466850" cy="457200"/>
          </a:xfrm>
          <a:prstGeom xmlns:a="http://schemas.openxmlformats.org/drawingml/2006/main" prst="roundRect">
            <a:avLst>
              <a:gd name="adj" fmla="val 29167"/>
            </a:avLst>
          </a:prstGeom>
          <a:solidFill xmlns:a="http://schemas.openxmlformats.org/drawingml/2006/main">
            <a:srgbClr val="F4F7FB"/>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5B89A2F2-3DD2-4C06-A9F0-228B03F4ED01}"/>
              </a:ext>
            </a:extLst>
          </p:cNvPr>
          <p:cNvSpPr>
            <a:spLocks xmlns:a="http://schemas.openxmlformats.org/drawingml/2006/main" noGrp="1"/>
          </p:cNvSpPr>
          <p:nvPr/>
        </p:nvSpPr>
        <p:spPr>
          <a:xfrm xmlns:a="http://schemas.openxmlformats.org/drawingml/2006/main">
            <a:off x="7848600" y="4524375"/>
            <a:ext cx="1238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1" i="0">
                <a:solidFill>
                  <a:srgbClr val="FFFFFF"/>
                </a:solidFill>
                <a:latin typeface="Microsoft YaHei"/>
                <a:ea typeface="Microsoft YaHei"/>
                <a:cs typeface="Microsoft YaHei"/>
              </a:defRPr>
            </a:pPr>
            <a:r>
              <a:rPr sz="1350" b="1" i="0">
                <a:solidFill>
                  <a:srgbClr val="111827"/>
                </a:solidFill>
                <a:latin typeface="Microsoft YaHei"/>
                <a:ea typeface="Microsoft YaHei"/>
                <a:cs typeface="Microsoft YaHei"/>
              </a:rPr>
              <a:t>会回答</a:t>
            </a:r>
          </a:p>
        </p:txBody>
      </p:sp>
      <p:sp>
        <p:nvSpPr>
          <p:cNvPr id="23" name="">
            <a:extLst xmlns:a="http://schemas.openxmlformats.org/drawingml/2006/main">
              <a:ext uri="{FF2B5EF4-FFF2-40B4-BE49-F238E27FC236}">
                <a16:creationId xmlns:a16="http://schemas.microsoft.com/office/drawing/2014/main" id="{9C33F627-823A-489F-94C4-FC9D9CE71389}"/>
              </a:ext>
            </a:extLst>
          </p:cNvPr>
          <p:cNvSpPr>
            <a:spLocks xmlns:a="http://schemas.openxmlformats.org/drawingml/2006/main" noGrp="1"/>
          </p:cNvSpPr>
          <p:nvPr/>
        </p:nvSpPr>
        <p:spPr>
          <a:xfrm xmlns:a="http://schemas.openxmlformats.org/drawingml/2006/main">
            <a:off x="7734300" y="5200650"/>
            <a:ext cx="3238500" cy="514350"/>
          </a:xfrm>
          <a:prstGeom xmlns:a="http://schemas.openxmlformats.org/drawingml/2006/main" prst="roundRect">
            <a:avLst>
              <a:gd name="adj" fmla="val 25926"/>
            </a:avLst>
          </a:prstGeom>
          <a:solidFill xmlns:a="http://schemas.openxmlformats.org/drawingml/2006/main">
            <a:srgbClr val="EAF2FF"/>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906272D5-C6B4-478C-9CFF-B9CFF8A839B0}"/>
              </a:ext>
            </a:extLst>
          </p:cNvPr>
          <p:cNvSpPr>
            <a:spLocks xmlns:a="http://schemas.openxmlformats.org/drawingml/2006/main" noGrp="1"/>
          </p:cNvSpPr>
          <p:nvPr/>
        </p:nvSpPr>
        <p:spPr>
          <a:xfrm xmlns:a="http://schemas.openxmlformats.org/drawingml/2006/main">
            <a:off x="7867650" y="5229225"/>
            <a:ext cx="29718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050" b="1" i="0">
                <a:solidFill>
                  <a:srgbClr val="111827"/>
                </a:solidFill>
                <a:latin typeface="Microsoft YaHei"/>
                <a:ea typeface="Microsoft YaHei"/>
                <a:cs typeface="Microsoft YaHei"/>
              </a:defRPr>
            </a:pPr>
            <a:r>
              <a:rPr sz="1125" b="1" i="0">
                <a:solidFill>
                  <a:srgbClr val="111827"/>
                </a:solidFill>
                <a:latin typeface="Microsoft YaHei"/>
                <a:ea typeface="Microsoft YaHei"/>
                <a:cs typeface="Microsoft YaHei"/>
              </a:rPr>
              <a:t>统一 Agent 项目格式</a:t>
            </a:r>
          </a:p>
          <a:p xmlns:a="http://schemas.openxmlformats.org/drawingml/2006/main">
            <a:pPr algn="ctr">
              <a:buNone/>
              <a:defRPr sz="1050" b="1" i="0">
                <a:solidFill>
                  <a:srgbClr val="111827"/>
                </a:solidFill>
                <a:latin typeface="Microsoft YaHei"/>
                <a:ea typeface="Microsoft YaHei"/>
                <a:cs typeface="Microsoft YaHei"/>
              </a:defRPr>
            </a:pPr>
            <a:r>
              <a:rPr sz="1125" b="1" i="0">
                <a:solidFill>
                  <a:srgbClr val="111827"/>
                </a:solidFill>
                <a:latin typeface="Microsoft YaHei"/>
                <a:ea typeface="Microsoft YaHei"/>
                <a:cs typeface="Microsoft YaHei"/>
              </a:rPr>
              <a:t>共享 IR、运行内核、轨迹与权限模型</a:t>
            </a:r>
          </a:p>
        </p:txBody>
      </p:sp>
      <p:sp>
        <p:nvSpPr>
          <p:cNvPr id="25" name="">
            <a:extLst xmlns:a="http://schemas.openxmlformats.org/drawingml/2006/main">
              <a:ext uri="{FF2B5EF4-FFF2-40B4-BE49-F238E27FC236}">
                <a16:creationId xmlns:a16="http://schemas.microsoft.com/office/drawing/2014/main" id="{B9A25289-91C1-4471-8AA3-88C75A96652B}"/>
              </a:ext>
            </a:extLst>
          </p:cNvPr>
          <p:cNvSpPr>
            <a:spLocks xmlns:a="http://schemas.openxmlformats.org/drawingml/2006/main" noGrp="1"/>
          </p:cNvSpPr>
          <p:nvPr/>
        </p:nvSpPr>
        <p:spPr>
          <a:xfrm xmlns:a="http://schemas.openxmlformats.org/drawingml/2006/main">
            <a:off x="685800" y="6496050"/>
            <a:ext cx="10820400" cy="9525"/>
          </a:xfrm>
          <a:prstGeom xmlns:a="http://schemas.openxmlformats.org/drawingml/2006/main" prst="rect">
            <a:avLst/>
          </a:prstGeom>
          <a:solidFill xmlns:a="http://schemas.openxmlformats.org/drawingml/2006/main">
            <a:srgbClr val="DCE3EC"/>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2B7B57DB-12D0-452A-88EA-454AE1E72B99}"/>
              </a:ext>
            </a:extLst>
          </p:cNvPr>
          <p:cNvSpPr>
            <a:spLocks xmlns:a="http://schemas.openxmlformats.org/drawingml/2006/main" noGrp="1"/>
          </p:cNvSpPr>
          <p:nvPr/>
        </p:nvSpPr>
        <p:spPr>
          <a:xfrm xmlns:a="http://schemas.openxmlformats.org/drawingml/2006/main">
            <a:off x="685800" y="6553200"/>
            <a:ext cx="476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975" b="0" i="0">
                <a:solidFill>
                  <a:srgbClr val="98A2B3"/>
                </a:solidFill>
                <a:latin typeface="Microsoft YaHei"/>
                <a:ea typeface="Microsoft YaHei"/>
                <a:cs typeface="Microsoft YaHei"/>
              </a:defRPr>
            </a:pPr>
            <a:r>
              <a:rPr sz="975" b="0" i="0">
                <a:solidFill>
                  <a:srgbClr val="98A2B3"/>
                </a:solidFill>
                <a:latin typeface="Microsoft YaHei"/>
                <a:ea typeface="Microsoft YaHei"/>
                <a:cs typeface="Microsoft YaHei"/>
              </a:rPr>
              <a:t>Blocky Studio · Agent 搭建教育</a:t>
            </a:r>
          </a:p>
        </p:txBody>
      </p:sp>
      <p:sp>
        <p:nvSpPr>
          <p:cNvPr id="27" name="">
            <a:extLst xmlns:a="http://schemas.openxmlformats.org/drawingml/2006/main">
              <a:ext uri="{FF2B5EF4-FFF2-40B4-BE49-F238E27FC236}">
                <a16:creationId xmlns:a16="http://schemas.microsoft.com/office/drawing/2014/main" id="{B99F2206-526C-4EC7-9D06-DFA927D68B68}"/>
              </a:ext>
            </a:extLst>
          </p:cNvPr>
          <p:cNvSpPr>
            <a:spLocks xmlns:a="http://schemas.openxmlformats.org/drawingml/2006/main" noGrp="1"/>
          </p:cNvSpPr>
          <p:nvPr/>
        </p:nvSpPr>
        <p:spPr>
          <a:xfrm xmlns:a="http://schemas.openxmlformats.org/drawingml/2006/main">
            <a:off x="10953750" y="6553200"/>
            <a:ext cx="552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975" b="0" i="0">
                <a:solidFill>
                  <a:srgbClr val="98A2B3"/>
                </a:solidFill>
                <a:latin typeface="Microsoft YaHei"/>
                <a:ea typeface="Microsoft YaHei"/>
                <a:cs typeface="Microsoft YaHei"/>
              </a:defRPr>
            </a:pPr>
            <a:r>
              <a:rPr sz="975" b="0" i="0">
                <a:solidFill>
                  <a:srgbClr val="98A2B3"/>
                </a:solidFill>
                <a:latin typeface="Microsoft YaHei"/>
                <a:ea typeface="Microsoft YaHei"/>
                <a:cs typeface="Microsoft YaHei"/>
              </a:rPr>
              <a:t>04</a:t>
            </a:r>
          </a:p>
        </p:txBody>
      </p:sp>
    </p:spTree>
    <p:extLst>
      <p:ext uri="{BB962C8B-B14F-4D97-AF65-F5344CB8AC3E}">
        <p14:creationId xmlns:p14="http://schemas.microsoft.com/office/powerpoint/2010/main" val="888080303"/>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ACE6BEB0-5134-4740-8BC5-70438A9E547A}"/>
              </a:ext>
            </a:extLst>
          </p:cNvPr>
          <p:cNvSpPr>
            <a:spLocks xmlns:a="http://schemas.openxmlformats.org/drawingml/2006/main" noGrp="1"/>
          </p:cNvSpPr>
          <p:nvPr/>
        </p:nvSpPr>
        <p:spPr>
          <a:xfrm xmlns:a="http://schemas.openxmlformats.org/drawingml/2006/main">
            <a:off x="685800" y="40005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200" b="1" i="0">
                <a:solidFill>
                  <a:srgbClr val="176BFF"/>
                </a:solidFill>
                <a:latin typeface="Microsoft YaHei"/>
                <a:ea typeface="Microsoft YaHei"/>
                <a:cs typeface="Microsoft YaHei"/>
              </a:defRPr>
            </a:pPr>
            <a:r>
              <a:rPr sz="1200" b="1" i="0">
                <a:solidFill>
                  <a:srgbClr val="176BFF"/>
                </a:solidFill>
                <a:latin typeface="Microsoft YaHei"/>
                <a:ea typeface="Microsoft YaHei"/>
                <a:cs typeface="Microsoft YaHei"/>
              </a:rPr>
              <a:t>USE CASE · 多课时项目制</a:t>
            </a:r>
          </a:p>
        </p:txBody>
      </p:sp>
      <p:sp>
        <p:nvSpPr>
          <p:cNvPr id="2" name="">
            <a:extLst xmlns:a="http://schemas.openxmlformats.org/drawingml/2006/main">
              <a:ext uri="{FF2B5EF4-FFF2-40B4-BE49-F238E27FC236}">
                <a16:creationId xmlns:a16="http://schemas.microsoft.com/office/drawing/2014/main" id="{44593C4D-248B-4BA9-B5FD-3076450D4322}"/>
              </a:ext>
            </a:extLst>
          </p:cNvPr>
          <p:cNvSpPr>
            <a:spLocks xmlns:a="http://schemas.openxmlformats.org/drawingml/2006/main" noGrp="1"/>
          </p:cNvSpPr>
          <p:nvPr/>
        </p:nvSpPr>
        <p:spPr>
          <a:xfrm xmlns:a="http://schemas.openxmlformats.org/drawingml/2006/main">
            <a:off x="685800" y="742950"/>
            <a:ext cx="108204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3150" b="1" i="0">
                <a:solidFill>
                  <a:srgbClr val="111827"/>
                </a:solidFill>
                <a:latin typeface="Microsoft YaHei"/>
                <a:ea typeface="Microsoft YaHei"/>
                <a:cs typeface="Microsoft YaHei"/>
              </a:defRPr>
            </a:pPr>
            <a:r>
              <a:rPr sz="3000" b="1" i="0">
                <a:solidFill>
                  <a:srgbClr val="111827"/>
                </a:solidFill>
                <a:latin typeface="Microsoft YaHei"/>
                <a:ea typeface="Microsoft YaHei"/>
                <a:cs typeface="Microsoft YaHei"/>
              </a:rPr>
              <a:t>基础 Agent 项目按 4–6 课时逐步完成</a:t>
            </a:r>
          </a:p>
        </p:txBody>
      </p:sp>
      <p:sp>
        <p:nvSpPr>
          <p:cNvPr id="3" name="">
            <a:extLst xmlns:a="http://schemas.openxmlformats.org/drawingml/2006/main">
              <a:ext uri="{FF2B5EF4-FFF2-40B4-BE49-F238E27FC236}">
                <a16:creationId xmlns:a16="http://schemas.microsoft.com/office/drawing/2014/main" id="{15A294B6-FC5C-481E-9BCB-E0BD442C051E}"/>
              </a:ext>
            </a:extLst>
          </p:cNvPr>
          <p:cNvSpPr>
            <a:spLocks xmlns:a="http://schemas.openxmlformats.org/drawingml/2006/main" noGrp="1"/>
          </p:cNvSpPr>
          <p:nvPr/>
        </p:nvSpPr>
        <p:spPr>
          <a:xfrm xmlns:a="http://schemas.openxmlformats.org/drawingml/2006/main">
            <a:off x="685800" y="1381125"/>
            <a:ext cx="10820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500" b="0" i="0">
                <a:solidFill>
                  <a:srgbClr val="667085"/>
                </a:solidFill>
                <a:latin typeface="Microsoft YaHei"/>
                <a:ea typeface="Microsoft YaHei"/>
                <a:cs typeface="Microsoft YaHei"/>
              </a:defRPr>
            </a:pPr>
            <a:r>
              <a:rPr sz="1500" b="0" i="0">
                <a:solidFill>
                  <a:srgbClr val="667085"/>
                </a:solidFill>
                <a:latin typeface="Microsoft YaHei"/>
                <a:ea typeface="Microsoft YaHei"/>
                <a:cs typeface="Microsoft YaHei"/>
              </a:rPr>
              <a:t>每课时只完成一个可验收里程碑；复杂 Agent 在后续项目中持续扩展。</a:t>
            </a:r>
          </a:p>
        </p:txBody>
      </p:sp>
      <p:sp>
        <p:nvSpPr>
          <p:cNvPr id="4" name="">
            <a:extLst xmlns:a="http://schemas.openxmlformats.org/drawingml/2006/main">
              <a:ext uri="{FF2B5EF4-FFF2-40B4-BE49-F238E27FC236}">
                <a16:creationId xmlns:a16="http://schemas.microsoft.com/office/drawing/2014/main" id="{EE0EE404-A53E-47C8-BD14-1A6FF57ECB76}"/>
              </a:ext>
            </a:extLst>
          </p:cNvPr>
          <p:cNvSpPr>
            <a:spLocks xmlns:a="http://schemas.openxmlformats.org/drawingml/2006/main" noGrp="1"/>
          </p:cNvSpPr>
          <p:nvPr/>
        </p:nvSpPr>
        <p:spPr>
          <a:xfrm xmlns:a="http://schemas.openxmlformats.org/drawingml/2006/main">
            <a:off x="5429250" y="2876550"/>
            <a:ext cx="5143500" cy="47625"/>
          </a:xfrm>
          <a:prstGeom xmlns:a="http://schemas.openxmlformats.org/drawingml/2006/main" prst="rect">
            <a:avLst/>
          </a:prstGeom>
          <a:solidFill xmlns:a="http://schemas.openxmlformats.org/drawingml/2006/main">
            <a:srgbClr val="DCE3EC"/>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DEA320BC-DCBD-459B-B601-6F0A4EF60DC0}"/>
              </a:ext>
            </a:extLst>
          </p:cNvPr>
          <p:cNvSpPr>
            <a:spLocks xmlns:a="http://schemas.openxmlformats.org/drawingml/2006/main" noGrp="1"/>
          </p:cNvSpPr>
          <p:nvPr/>
        </p:nvSpPr>
        <p:spPr>
          <a:xfrm xmlns:a="http://schemas.openxmlformats.org/drawingml/2006/main">
            <a:off x="5086350" y="2533650"/>
            <a:ext cx="685800" cy="685800"/>
          </a:xfrm>
          <a:prstGeom xmlns:a="http://schemas.openxmlformats.org/drawingml/2006/main" prst="ellipse">
            <a:avLst/>
          </a:prstGeom>
          <a:solidFill xmlns:a="http://schemas.openxmlformats.org/drawingml/2006/main">
            <a:srgbClr val="176BFF"/>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7D8BF5B1-FF19-480C-A1F9-B3EBD55A3217}"/>
              </a:ext>
            </a:extLst>
          </p:cNvPr>
          <p:cNvSpPr>
            <a:spLocks xmlns:a="http://schemas.openxmlformats.org/drawingml/2006/main" noGrp="1"/>
          </p:cNvSpPr>
          <p:nvPr/>
        </p:nvSpPr>
        <p:spPr>
          <a:xfrm xmlns:a="http://schemas.openxmlformats.org/drawingml/2006/main">
            <a:off x="5086350" y="2695575"/>
            <a:ext cx="685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2100" b="1" i="0">
                <a:solidFill>
                  <a:srgbClr val="FFFFFF"/>
                </a:solidFill>
                <a:latin typeface="Microsoft YaHei"/>
                <a:ea typeface="Microsoft YaHei"/>
                <a:cs typeface="Microsoft YaHei"/>
              </a:defRPr>
            </a:pPr>
            <a:r>
              <a:rPr sz="2100" b="1" i="0">
                <a:solidFill>
                  <a:srgbClr val="FFFFFF"/>
                </a:solidFill>
                <a:latin typeface="Microsoft YaHei"/>
                <a:ea typeface="Microsoft YaHei"/>
                <a:cs typeface="Microsoft YaHei"/>
              </a:rPr>
              <a:t>1</a:t>
            </a:r>
          </a:p>
        </p:txBody>
      </p:sp>
      <p:sp>
        <p:nvSpPr>
          <p:cNvPr id="7" name="">
            <a:extLst xmlns:a="http://schemas.openxmlformats.org/drawingml/2006/main">
              <a:ext uri="{FF2B5EF4-FFF2-40B4-BE49-F238E27FC236}">
                <a16:creationId xmlns:a16="http://schemas.microsoft.com/office/drawing/2014/main" id="{C5EB8ED1-07E5-4EEC-85C0-40D8A0D67C14}"/>
              </a:ext>
            </a:extLst>
          </p:cNvPr>
          <p:cNvSpPr>
            <a:spLocks xmlns:a="http://schemas.openxmlformats.org/drawingml/2006/main" noGrp="1"/>
          </p:cNvSpPr>
          <p:nvPr/>
        </p:nvSpPr>
        <p:spPr>
          <a:xfrm xmlns:a="http://schemas.openxmlformats.org/drawingml/2006/main">
            <a:off x="4581525" y="3333750"/>
            <a:ext cx="16954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875" b="1" i="0">
                <a:solidFill>
                  <a:srgbClr val="111827"/>
                </a:solidFill>
                <a:latin typeface="Microsoft YaHei"/>
                <a:ea typeface="Microsoft YaHei"/>
                <a:cs typeface="Microsoft YaHei"/>
              </a:defRPr>
            </a:pPr>
            <a:r>
              <a:rPr sz="1650" b="1" i="0">
                <a:solidFill>
                  <a:srgbClr val="111827"/>
                </a:solidFill>
                <a:latin typeface="Microsoft YaHei"/>
                <a:ea typeface="Microsoft YaHei"/>
                <a:cs typeface="Microsoft YaHei"/>
              </a:rPr>
              <a:t>需求与边界</a:t>
            </a:r>
          </a:p>
        </p:txBody>
      </p:sp>
      <p:sp>
        <p:nvSpPr>
          <p:cNvPr id="8" name="">
            <a:extLst xmlns:a="http://schemas.openxmlformats.org/drawingml/2006/main">
              <a:ext uri="{FF2B5EF4-FFF2-40B4-BE49-F238E27FC236}">
                <a16:creationId xmlns:a16="http://schemas.microsoft.com/office/drawing/2014/main" id="{E2B674A9-88C9-467B-8B72-EE50C9BD6D2F}"/>
              </a:ext>
            </a:extLst>
          </p:cNvPr>
          <p:cNvSpPr>
            <a:spLocks xmlns:a="http://schemas.openxmlformats.org/drawingml/2006/main" noGrp="1"/>
          </p:cNvSpPr>
          <p:nvPr/>
        </p:nvSpPr>
        <p:spPr>
          <a:xfrm xmlns:a="http://schemas.openxmlformats.org/drawingml/2006/main">
            <a:off x="4581525" y="3981450"/>
            <a:ext cx="16954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425" b="0" i="0">
                <a:solidFill>
                  <a:srgbClr val="667085"/>
                </a:solidFill>
                <a:latin typeface="Microsoft YaHei"/>
                <a:ea typeface="Microsoft YaHei"/>
                <a:cs typeface="Microsoft YaHei"/>
              </a:defRPr>
            </a:pPr>
            <a:r>
              <a:rPr sz="1350" b="0" i="0">
                <a:solidFill>
                  <a:srgbClr val="667085"/>
                </a:solidFill>
                <a:latin typeface="Microsoft YaHei"/>
                <a:ea typeface="Microsoft YaHei"/>
                <a:cs typeface="Microsoft YaHei"/>
              </a:rPr>
              <a:t>第 1 课时</a:t>
            </a:r>
          </a:p>
          <a:p xmlns:a="http://schemas.openxmlformats.org/drawingml/2006/main">
            <a:pPr algn="ctr">
              <a:buNone/>
              <a:defRPr sz="1425" b="0" i="0">
                <a:solidFill>
                  <a:srgbClr val="667085"/>
                </a:solidFill>
                <a:latin typeface="Microsoft YaHei"/>
                <a:ea typeface="Microsoft YaHei"/>
                <a:cs typeface="Microsoft YaHei"/>
              </a:defRPr>
            </a:pPr>
            <a:r>
              <a:rPr sz="1350" b="0" i="0">
                <a:solidFill>
                  <a:srgbClr val="667085"/>
                </a:solidFill>
                <a:latin typeface="Microsoft YaHei"/>
                <a:ea typeface="Microsoft YaHei"/>
                <a:cs typeface="Microsoft YaHei"/>
              </a:rPr>
              <a:t>定题 · 资料 · 边界</a:t>
            </a:r>
          </a:p>
        </p:txBody>
      </p:sp>
      <p:sp>
        <p:nvSpPr>
          <p:cNvPr id="9" name="">
            <a:extLst xmlns:a="http://schemas.openxmlformats.org/drawingml/2006/main">
              <a:ext uri="{FF2B5EF4-FFF2-40B4-BE49-F238E27FC236}">
                <a16:creationId xmlns:a16="http://schemas.microsoft.com/office/drawing/2014/main" id="{5B2DC4C0-F9C1-4B05-86E6-F1C7ABDF1CA9}"/>
              </a:ext>
            </a:extLst>
          </p:cNvPr>
          <p:cNvSpPr>
            <a:spLocks xmlns:a="http://schemas.openxmlformats.org/drawingml/2006/main" noGrp="1"/>
          </p:cNvSpPr>
          <p:nvPr/>
        </p:nvSpPr>
        <p:spPr>
          <a:xfrm xmlns:a="http://schemas.openxmlformats.org/drawingml/2006/main">
            <a:off x="6800850" y="2533650"/>
            <a:ext cx="685800" cy="685800"/>
          </a:xfrm>
          <a:prstGeom xmlns:a="http://schemas.openxmlformats.org/drawingml/2006/main" prst="ellipse">
            <a:avLst/>
          </a:prstGeom>
          <a:solidFill xmlns:a="http://schemas.openxmlformats.org/drawingml/2006/main">
            <a:srgbClr val="176BF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9E25F763-49D5-4981-BAE1-812D10DBBCDD}"/>
              </a:ext>
            </a:extLst>
          </p:cNvPr>
          <p:cNvSpPr>
            <a:spLocks xmlns:a="http://schemas.openxmlformats.org/drawingml/2006/main" noGrp="1"/>
          </p:cNvSpPr>
          <p:nvPr/>
        </p:nvSpPr>
        <p:spPr>
          <a:xfrm xmlns:a="http://schemas.openxmlformats.org/drawingml/2006/main">
            <a:off x="6800850" y="2695575"/>
            <a:ext cx="685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2100" b="1" i="0">
                <a:solidFill>
                  <a:srgbClr val="FFFFFF"/>
                </a:solidFill>
                <a:latin typeface="Microsoft YaHei"/>
                <a:ea typeface="Microsoft YaHei"/>
                <a:cs typeface="Microsoft YaHei"/>
              </a:defRPr>
            </a:pPr>
            <a:r>
              <a:rPr sz="2100" b="1" i="0">
                <a:solidFill>
                  <a:srgbClr val="FFFFFF"/>
                </a:solidFill>
                <a:latin typeface="Microsoft YaHei"/>
                <a:ea typeface="Microsoft YaHei"/>
                <a:cs typeface="Microsoft YaHei"/>
              </a:rPr>
              <a:t>2</a:t>
            </a:r>
          </a:p>
        </p:txBody>
      </p:sp>
      <p:sp>
        <p:nvSpPr>
          <p:cNvPr id="11" name="">
            <a:extLst xmlns:a="http://schemas.openxmlformats.org/drawingml/2006/main">
              <a:ext uri="{FF2B5EF4-FFF2-40B4-BE49-F238E27FC236}">
                <a16:creationId xmlns:a16="http://schemas.microsoft.com/office/drawing/2014/main" id="{A03C79FC-38CA-4920-BCFA-97252FFA762D}"/>
              </a:ext>
            </a:extLst>
          </p:cNvPr>
          <p:cNvSpPr>
            <a:spLocks xmlns:a="http://schemas.openxmlformats.org/drawingml/2006/main" noGrp="1"/>
          </p:cNvSpPr>
          <p:nvPr/>
        </p:nvSpPr>
        <p:spPr>
          <a:xfrm xmlns:a="http://schemas.openxmlformats.org/drawingml/2006/main">
            <a:off x="6296025" y="3333750"/>
            <a:ext cx="16954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875" b="1" i="0">
                <a:solidFill>
                  <a:srgbClr val="111827"/>
                </a:solidFill>
                <a:latin typeface="Microsoft YaHei"/>
                <a:ea typeface="Microsoft YaHei"/>
                <a:cs typeface="Microsoft YaHei"/>
              </a:defRPr>
            </a:pPr>
            <a:r>
              <a:rPr sz="1650" b="1" i="0">
                <a:solidFill>
                  <a:srgbClr val="111827"/>
                </a:solidFill>
                <a:latin typeface="Microsoft YaHei"/>
                <a:ea typeface="Microsoft YaHei"/>
                <a:cs typeface="Microsoft YaHei"/>
              </a:rPr>
              <a:t>角色与知识</a:t>
            </a:r>
          </a:p>
        </p:txBody>
      </p:sp>
      <p:sp>
        <p:nvSpPr>
          <p:cNvPr id="12" name="">
            <a:extLst xmlns:a="http://schemas.openxmlformats.org/drawingml/2006/main">
              <a:ext uri="{FF2B5EF4-FFF2-40B4-BE49-F238E27FC236}">
                <a16:creationId xmlns:a16="http://schemas.microsoft.com/office/drawing/2014/main" id="{456934EE-6AF6-484E-B295-F75570571BE2}"/>
              </a:ext>
            </a:extLst>
          </p:cNvPr>
          <p:cNvSpPr>
            <a:spLocks xmlns:a="http://schemas.openxmlformats.org/drawingml/2006/main" noGrp="1"/>
          </p:cNvSpPr>
          <p:nvPr/>
        </p:nvSpPr>
        <p:spPr>
          <a:xfrm xmlns:a="http://schemas.openxmlformats.org/drawingml/2006/main">
            <a:off x="6296025" y="3981450"/>
            <a:ext cx="16954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425" b="0" i="0">
                <a:solidFill>
                  <a:srgbClr val="667085"/>
                </a:solidFill>
                <a:latin typeface="Microsoft YaHei"/>
                <a:ea typeface="Microsoft YaHei"/>
                <a:cs typeface="Microsoft YaHei"/>
              </a:defRPr>
            </a:pPr>
            <a:r>
              <a:rPr sz="1350" b="0" i="0">
                <a:solidFill>
                  <a:srgbClr val="667085"/>
                </a:solidFill>
                <a:latin typeface="Microsoft YaHei"/>
                <a:ea typeface="Microsoft YaHei"/>
                <a:cs typeface="Microsoft YaHei"/>
              </a:rPr>
              <a:t>第 2–3 课时</a:t>
            </a:r>
          </a:p>
          <a:p xmlns:a="http://schemas.openxmlformats.org/drawingml/2006/main">
            <a:pPr algn="ctr">
              <a:buNone/>
              <a:defRPr sz="1425" b="0" i="0">
                <a:solidFill>
                  <a:srgbClr val="667085"/>
                </a:solidFill>
                <a:latin typeface="Microsoft YaHei"/>
                <a:ea typeface="Microsoft YaHei"/>
                <a:cs typeface="Microsoft YaHei"/>
              </a:defRPr>
            </a:pPr>
            <a:r>
              <a:rPr sz="1350" b="0" i="0">
                <a:solidFill>
                  <a:srgbClr val="667085"/>
                </a:solidFill>
                <a:latin typeface="Microsoft YaHei"/>
                <a:ea typeface="Microsoft YaHei"/>
                <a:cs typeface="Microsoft YaHei"/>
              </a:rPr>
              <a:t>角色 · 知识 · 检索</a:t>
            </a:r>
          </a:p>
        </p:txBody>
      </p:sp>
      <p:sp>
        <p:nvSpPr>
          <p:cNvPr id="13" name="">
            <a:extLst xmlns:a="http://schemas.openxmlformats.org/drawingml/2006/main">
              <a:ext uri="{FF2B5EF4-FFF2-40B4-BE49-F238E27FC236}">
                <a16:creationId xmlns:a16="http://schemas.microsoft.com/office/drawing/2014/main" id="{9700918C-A06B-4E1A-8C9D-0648588A8481}"/>
              </a:ext>
            </a:extLst>
          </p:cNvPr>
          <p:cNvSpPr>
            <a:spLocks xmlns:a="http://schemas.openxmlformats.org/drawingml/2006/main" noGrp="1"/>
          </p:cNvSpPr>
          <p:nvPr/>
        </p:nvSpPr>
        <p:spPr>
          <a:xfrm xmlns:a="http://schemas.openxmlformats.org/drawingml/2006/main">
            <a:off x="8515350" y="2533650"/>
            <a:ext cx="685800" cy="685800"/>
          </a:xfrm>
          <a:prstGeom xmlns:a="http://schemas.openxmlformats.org/drawingml/2006/main" prst="ellipse">
            <a:avLst/>
          </a:prstGeom>
          <a:solidFill xmlns:a="http://schemas.openxmlformats.org/drawingml/2006/main">
            <a:srgbClr val="176BFF"/>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6FF1C48E-5BD0-4783-9B5F-9CD7A9A77DD4}"/>
              </a:ext>
            </a:extLst>
          </p:cNvPr>
          <p:cNvSpPr>
            <a:spLocks xmlns:a="http://schemas.openxmlformats.org/drawingml/2006/main" noGrp="1"/>
          </p:cNvSpPr>
          <p:nvPr/>
        </p:nvSpPr>
        <p:spPr>
          <a:xfrm xmlns:a="http://schemas.openxmlformats.org/drawingml/2006/main">
            <a:off x="8515350" y="2695575"/>
            <a:ext cx="685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2100" b="1" i="0">
                <a:solidFill>
                  <a:srgbClr val="FFFFFF"/>
                </a:solidFill>
                <a:latin typeface="Microsoft YaHei"/>
                <a:ea typeface="Microsoft YaHei"/>
                <a:cs typeface="Microsoft YaHei"/>
              </a:defRPr>
            </a:pPr>
            <a:r>
              <a:rPr sz="2100" b="1" i="0">
                <a:solidFill>
                  <a:srgbClr val="FFFFFF"/>
                </a:solidFill>
                <a:latin typeface="Microsoft YaHei"/>
                <a:ea typeface="Microsoft YaHei"/>
                <a:cs typeface="Microsoft YaHei"/>
              </a:rPr>
              <a:t>3</a:t>
            </a:r>
          </a:p>
        </p:txBody>
      </p:sp>
      <p:sp>
        <p:nvSpPr>
          <p:cNvPr id="15" name="">
            <a:extLst xmlns:a="http://schemas.openxmlformats.org/drawingml/2006/main">
              <a:ext uri="{FF2B5EF4-FFF2-40B4-BE49-F238E27FC236}">
                <a16:creationId xmlns:a16="http://schemas.microsoft.com/office/drawing/2014/main" id="{2AE7325C-B220-4DD8-937A-0AFCD38AC2AC}"/>
              </a:ext>
            </a:extLst>
          </p:cNvPr>
          <p:cNvSpPr>
            <a:spLocks xmlns:a="http://schemas.openxmlformats.org/drawingml/2006/main" noGrp="1"/>
          </p:cNvSpPr>
          <p:nvPr/>
        </p:nvSpPr>
        <p:spPr>
          <a:xfrm xmlns:a="http://schemas.openxmlformats.org/drawingml/2006/main">
            <a:off x="8010525" y="3333750"/>
            <a:ext cx="16954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875" b="1" i="0">
                <a:solidFill>
                  <a:srgbClr val="111827"/>
                </a:solidFill>
                <a:latin typeface="Microsoft YaHei"/>
                <a:ea typeface="Microsoft YaHei"/>
                <a:cs typeface="Microsoft YaHei"/>
              </a:defRPr>
            </a:pPr>
            <a:r>
              <a:rPr sz="1650" b="1" i="0">
                <a:solidFill>
                  <a:srgbClr val="111827"/>
                </a:solidFill>
                <a:latin typeface="Microsoft YaHei"/>
                <a:ea typeface="Microsoft YaHei"/>
                <a:cs typeface="Microsoft YaHei"/>
              </a:rPr>
              <a:t>工具与核验</a:t>
            </a:r>
          </a:p>
        </p:txBody>
      </p:sp>
      <p:sp>
        <p:nvSpPr>
          <p:cNvPr id="16" name="">
            <a:extLst xmlns:a="http://schemas.openxmlformats.org/drawingml/2006/main">
              <a:ext uri="{FF2B5EF4-FFF2-40B4-BE49-F238E27FC236}">
                <a16:creationId xmlns:a16="http://schemas.microsoft.com/office/drawing/2014/main" id="{E7E1AD58-3805-4CBB-B0C5-AD0CFD42C229}"/>
              </a:ext>
            </a:extLst>
          </p:cNvPr>
          <p:cNvSpPr>
            <a:spLocks xmlns:a="http://schemas.openxmlformats.org/drawingml/2006/main" noGrp="1"/>
          </p:cNvSpPr>
          <p:nvPr/>
        </p:nvSpPr>
        <p:spPr>
          <a:xfrm xmlns:a="http://schemas.openxmlformats.org/drawingml/2006/main">
            <a:off x="8010525" y="3981450"/>
            <a:ext cx="16954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425" b="0" i="0">
                <a:solidFill>
                  <a:srgbClr val="667085"/>
                </a:solidFill>
                <a:latin typeface="Microsoft YaHei"/>
                <a:ea typeface="Microsoft YaHei"/>
                <a:cs typeface="Microsoft YaHei"/>
              </a:defRPr>
            </a:pPr>
            <a:r>
              <a:rPr sz="1350" b="0" i="0">
                <a:solidFill>
                  <a:srgbClr val="667085"/>
                </a:solidFill>
                <a:latin typeface="Microsoft YaHei"/>
                <a:ea typeface="Microsoft YaHei"/>
                <a:cs typeface="Microsoft YaHei"/>
              </a:rPr>
              <a:t>第 4–5 课时</a:t>
            </a:r>
          </a:p>
          <a:p xmlns:a="http://schemas.openxmlformats.org/drawingml/2006/main">
            <a:pPr algn="ctr">
              <a:buNone/>
              <a:defRPr sz="1425" b="0" i="0">
                <a:solidFill>
                  <a:srgbClr val="667085"/>
                </a:solidFill>
                <a:latin typeface="Microsoft YaHei"/>
                <a:ea typeface="Microsoft YaHei"/>
                <a:cs typeface="Microsoft YaHei"/>
              </a:defRPr>
            </a:pPr>
            <a:r>
              <a:rPr sz="1350" b="0" i="0">
                <a:solidFill>
                  <a:srgbClr val="667085"/>
                </a:solidFill>
                <a:latin typeface="Microsoft YaHei"/>
                <a:ea typeface="Microsoft YaHei"/>
                <a:cs typeface="Microsoft YaHei"/>
              </a:rPr>
              <a:t>工具 · 权限 · 轨迹</a:t>
            </a:r>
          </a:p>
        </p:txBody>
      </p:sp>
      <p:sp>
        <p:nvSpPr>
          <p:cNvPr id="17" name="">
            <a:extLst xmlns:a="http://schemas.openxmlformats.org/drawingml/2006/main">
              <a:ext uri="{FF2B5EF4-FFF2-40B4-BE49-F238E27FC236}">
                <a16:creationId xmlns:a16="http://schemas.microsoft.com/office/drawing/2014/main" id="{F9DAF4FD-BC3F-4584-9B71-B1636FEDB026}"/>
              </a:ext>
            </a:extLst>
          </p:cNvPr>
          <p:cNvSpPr>
            <a:spLocks xmlns:a="http://schemas.openxmlformats.org/drawingml/2006/main" noGrp="1"/>
          </p:cNvSpPr>
          <p:nvPr/>
        </p:nvSpPr>
        <p:spPr>
          <a:xfrm xmlns:a="http://schemas.openxmlformats.org/drawingml/2006/main">
            <a:off x="10229850" y="2533650"/>
            <a:ext cx="685800" cy="685800"/>
          </a:xfrm>
          <a:prstGeom xmlns:a="http://schemas.openxmlformats.org/drawingml/2006/main" prst="ellipse">
            <a:avLst/>
          </a:prstGeom>
          <a:solidFill xmlns:a="http://schemas.openxmlformats.org/drawingml/2006/main">
            <a:srgbClr val="176BFF"/>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C3EA1FC6-3496-484C-95F5-14F46B1D35DC}"/>
              </a:ext>
            </a:extLst>
          </p:cNvPr>
          <p:cNvSpPr>
            <a:spLocks xmlns:a="http://schemas.openxmlformats.org/drawingml/2006/main" noGrp="1"/>
          </p:cNvSpPr>
          <p:nvPr/>
        </p:nvSpPr>
        <p:spPr>
          <a:xfrm xmlns:a="http://schemas.openxmlformats.org/drawingml/2006/main">
            <a:off x="10229850" y="2695575"/>
            <a:ext cx="685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2100" b="1" i="0">
                <a:solidFill>
                  <a:srgbClr val="FFFFFF"/>
                </a:solidFill>
                <a:latin typeface="Microsoft YaHei"/>
                <a:ea typeface="Microsoft YaHei"/>
                <a:cs typeface="Microsoft YaHei"/>
              </a:defRPr>
            </a:pPr>
            <a:r>
              <a:rPr sz="2100" b="1" i="0">
                <a:solidFill>
                  <a:srgbClr val="FFFFFF"/>
                </a:solidFill>
                <a:latin typeface="Microsoft YaHei"/>
                <a:ea typeface="Microsoft YaHei"/>
                <a:cs typeface="Microsoft YaHei"/>
              </a:rPr>
              <a:t>4</a:t>
            </a:r>
          </a:p>
        </p:txBody>
      </p:sp>
      <p:sp>
        <p:nvSpPr>
          <p:cNvPr id="19" name="">
            <a:extLst xmlns:a="http://schemas.openxmlformats.org/drawingml/2006/main">
              <a:ext uri="{FF2B5EF4-FFF2-40B4-BE49-F238E27FC236}">
                <a16:creationId xmlns:a16="http://schemas.microsoft.com/office/drawing/2014/main" id="{23475CB5-1F52-4474-A185-5DCFD29BB854}"/>
              </a:ext>
            </a:extLst>
          </p:cNvPr>
          <p:cNvSpPr>
            <a:spLocks xmlns:a="http://schemas.openxmlformats.org/drawingml/2006/main" noGrp="1"/>
          </p:cNvSpPr>
          <p:nvPr/>
        </p:nvSpPr>
        <p:spPr>
          <a:xfrm xmlns:a="http://schemas.openxmlformats.org/drawingml/2006/main">
            <a:off x="9725025" y="3333750"/>
            <a:ext cx="16954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875" b="1" i="0">
                <a:solidFill>
                  <a:srgbClr val="111827"/>
                </a:solidFill>
                <a:latin typeface="Microsoft YaHei"/>
                <a:ea typeface="Microsoft YaHei"/>
                <a:cs typeface="Microsoft YaHei"/>
              </a:defRPr>
            </a:pPr>
            <a:r>
              <a:rPr sz="1650" b="1" i="0">
                <a:solidFill>
                  <a:srgbClr val="111827"/>
                </a:solidFill>
                <a:latin typeface="Microsoft YaHei"/>
                <a:ea typeface="Microsoft YaHei"/>
                <a:cs typeface="Microsoft YaHei"/>
              </a:rPr>
              <a:t>展示与复盘</a:t>
            </a:r>
          </a:p>
        </p:txBody>
      </p:sp>
      <p:sp>
        <p:nvSpPr>
          <p:cNvPr id="20" name="">
            <a:extLst xmlns:a="http://schemas.openxmlformats.org/drawingml/2006/main">
              <a:ext uri="{FF2B5EF4-FFF2-40B4-BE49-F238E27FC236}">
                <a16:creationId xmlns:a16="http://schemas.microsoft.com/office/drawing/2014/main" id="{2CF6F002-6517-421A-8333-2339096B420A}"/>
              </a:ext>
            </a:extLst>
          </p:cNvPr>
          <p:cNvSpPr>
            <a:spLocks xmlns:a="http://schemas.openxmlformats.org/drawingml/2006/main" noGrp="1"/>
          </p:cNvSpPr>
          <p:nvPr/>
        </p:nvSpPr>
        <p:spPr>
          <a:xfrm xmlns:a="http://schemas.openxmlformats.org/drawingml/2006/main">
            <a:off x="9725025" y="3981450"/>
            <a:ext cx="16954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425" b="0" i="0">
                <a:solidFill>
                  <a:srgbClr val="667085"/>
                </a:solidFill>
                <a:latin typeface="Microsoft YaHei"/>
                <a:ea typeface="Microsoft YaHei"/>
                <a:cs typeface="Microsoft YaHei"/>
              </a:defRPr>
            </a:pPr>
            <a:r>
              <a:rPr sz="1350" b="0" i="0">
                <a:solidFill>
                  <a:srgbClr val="667085"/>
                </a:solidFill>
                <a:latin typeface="Microsoft YaHei"/>
                <a:ea typeface="Microsoft YaHei"/>
                <a:cs typeface="Microsoft YaHei"/>
              </a:rPr>
              <a:t>第 6 课时</a:t>
            </a:r>
          </a:p>
          <a:p xmlns:a="http://schemas.openxmlformats.org/drawingml/2006/main">
            <a:pPr algn="ctr">
              <a:buNone/>
              <a:defRPr sz="1425" b="0" i="0">
                <a:solidFill>
                  <a:srgbClr val="667085"/>
                </a:solidFill>
                <a:latin typeface="Microsoft YaHei"/>
                <a:ea typeface="Microsoft YaHei"/>
                <a:cs typeface="Microsoft YaHei"/>
              </a:defRPr>
            </a:pPr>
            <a:r>
              <a:rPr sz="1350" b="0" i="0">
                <a:solidFill>
                  <a:srgbClr val="667085"/>
                </a:solidFill>
                <a:latin typeface="Microsoft YaHei"/>
                <a:ea typeface="Microsoft YaHei"/>
                <a:cs typeface="Microsoft YaHei"/>
              </a:rPr>
              <a:t>展示 · 拒答 · 保存</a:t>
            </a:r>
          </a:p>
        </p:txBody>
      </p:sp>
      <p:sp>
        <p:nvSpPr>
          <p:cNvPr id="21" name="">
            <a:extLst xmlns:a="http://schemas.openxmlformats.org/drawingml/2006/main">
              <a:ext uri="{FF2B5EF4-FFF2-40B4-BE49-F238E27FC236}">
                <a16:creationId xmlns:a16="http://schemas.microsoft.com/office/drawing/2014/main" id="{2ED85272-C52C-40FA-B761-776CF436006A}"/>
              </a:ext>
            </a:extLst>
          </p:cNvPr>
          <p:cNvSpPr>
            <a:spLocks xmlns:a="http://schemas.openxmlformats.org/drawingml/2006/main" noGrp="1"/>
          </p:cNvSpPr>
          <p:nvPr/>
        </p:nvSpPr>
        <p:spPr>
          <a:xfrm xmlns:a="http://schemas.openxmlformats.org/drawingml/2006/main">
            <a:off x="685800" y="5181600"/>
            <a:ext cx="10820400" cy="800100"/>
          </a:xfrm>
          <a:prstGeom xmlns:a="http://schemas.openxmlformats.org/drawingml/2006/main" prst="roundRect">
            <a:avLst>
              <a:gd name="adj" fmla="val 23810"/>
            </a:avLst>
          </a:prstGeom>
          <a:solidFill xmlns:a="http://schemas.openxmlformats.org/drawingml/2006/main">
            <a:srgbClr val="0B1220"/>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35759AD1-71DC-48F0-89B6-BD531D8DC641}"/>
              </a:ext>
            </a:extLst>
          </p:cNvPr>
          <p:cNvSpPr>
            <a:spLocks xmlns:a="http://schemas.openxmlformats.org/drawingml/2006/main" noGrp="1"/>
          </p:cNvSpPr>
          <p:nvPr/>
        </p:nvSpPr>
        <p:spPr>
          <a:xfrm xmlns:a="http://schemas.openxmlformats.org/drawingml/2006/main">
            <a:off x="952500" y="5391150"/>
            <a:ext cx="10287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2025" b="1" i="0">
                <a:solidFill>
                  <a:srgbClr val="FFFFFF"/>
                </a:solidFill>
                <a:latin typeface="Microsoft YaHei"/>
                <a:ea typeface="Microsoft YaHei"/>
                <a:cs typeface="Microsoft YaHei"/>
              </a:defRPr>
            </a:pPr>
            <a:r>
              <a:rPr sz="1650" b="1" i="0">
                <a:solidFill>
                  <a:srgbClr val="FFFFFF"/>
                </a:solidFill>
                <a:latin typeface="Microsoft YaHei"/>
                <a:ea typeface="Microsoft YaHei"/>
                <a:cs typeface="Microsoft YaHei"/>
              </a:rPr>
              <a:t>项目成果：搭得出 · 说得清 · 引得准 · 复现得了</a:t>
            </a:r>
          </a:p>
        </p:txBody>
      </p:sp>
      <p:sp>
        <p:nvSpPr>
          <p:cNvPr id="23" name="">
            <a:extLst xmlns:a="http://schemas.openxmlformats.org/drawingml/2006/main">
              <a:ext uri="{FF2B5EF4-FFF2-40B4-BE49-F238E27FC236}">
                <a16:creationId xmlns:a16="http://schemas.microsoft.com/office/drawing/2014/main" id="{1340A4D9-AB1E-4082-B642-C0C46F98DF6C}"/>
              </a:ext>
            </a:extLst>
          </p:cNvPr>
          <p:cNvSpPr>
            <a:spLocks xmlns:a="http://schemas.openxmlformats.org/drawingml/2006/main" noGrp="1"/>
          </p:cNvSpPr>
          <p:nvPr/>
        </p:nvSpPr>
        <p:spPr>
          <a:xfrm xmlns:a="http://schemas.openxmlformats.org/drawingml/2006/main">
            <a:off x="685800" y="6496050"/>
            <a:ext cx="10820400" cy="9525"/>
          </a:xfrm>
          <a:prstGeom xmlns:a="http://schemas.openxmlformats.org/drawingml/2006/main" prst="rect">
            <a:avLst/>
          </a:prstGeom>
          <a:solidFill xmlns:a="http://schemas.openxmlformats.org/drawingml/2006/main">
            <a:srgbClr val="DCE3EC"/>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9C5E1450-E4DF-4EFF-A864-D90D800E3F84}"/>
              </a:ext>
            </a:extLst>
          </p:cNvPr>
          <p:cNvSpPr>
            <a:spLocks xmlns:a="http://schemas.openxmlformats.org/drawingml/2006/main" noGrp="1"/>
          </p:cNvSpPr>
          <p:nvPr/>
        </p:nvSpPr>
        <p:spPr>
          <a:xfrm xmlns:a="http://schemas.openxmlformats.org/drawingml/2006/main">
            <a:off x="685800" y="6553200"/>
            <a:ext cx="476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975" b="0" i="0">
                <a:solidFill>
                  <a:srgbClr val="98A2B3"/>
                </a:solidFill>
                <a:latin typeface="Microsoft YaHei"/>
                <a:ea typeface="Microsoft YaHei"/>
                <a:cs typeface="Microsoft YaHei"/>
              </a:defRPr>
            </a:pPr>
            <a:r>
              <a:rPr sz="975" b="0" i="0">
                <a:solidFill>
                  <a:srgbClr val="98A2B3"/>
                </a:solidFill>
                <a:latin typeface="Microsoft YaHei"/>
                <a:ea typeface="Microsoft YaHei"/>
                <a:cs typeface="Microsoft YaHei"/>
              </a:rPr>
              <a:t>Blocky Studio · Agent 搭建教育</a:t>
            </a:r>
          </a:p>
        </p:txBody>
      </p:sp>
      <p:sp>
        <p:nvSpPr>
          <p:cNvPr id="25" name="">
            <a:extLst xmlns:a="http://schemas.openxmlformats.org/drawingml/2006/main">
              <a:ext uri="{FF2B5EF4-FFF2-40B4-BE49-F238E27FC236}">
                <a16:creationId xmlns:a16="http://schemas.microsoft.com/office/drawing/2014/main" id="{708E4714-55B0-428F-BB84-CF5DF9C58744}"/>
              </a:ext>
            </a:extLst>
          </p:cNvPr>
          <p:cNvSpPr>
            <a:spLocks xmlns:a="http://schemas.openxmlformats.org/drawingml/2006/main" noGrp="1"/>
          </p:cNvSpPr>
          <p:nvPr/>
        </p:nvSpPr>
        <p:spPr>
          <a:xfrm xmlns:a="http://schemas.openxmlformats.org/drawingml/2006/main">
            <a:off x="10953750" y="6553200"/>
            <a:ext cx="552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975" b="0" i="0">
                <a:solidFill>
                  <a:srgbClr val="98A2B3"/>
                </a:solidFill>
                <a:latin typeface="Microsoft YaHei"/>
                <a:ea typeface="Microsoft YaHei"/>
                <a:cs typeface="Microsoft YaHei"/>
              </a:defRPr>
            </a:pPr>
            <a:r>
              <a:rPr sz="975" b="0" i="0">
                <a:solidFill>
                  <a:srgbClr val="98A2B3"/>
                </a:solidFill>
                <a:latin typeface="Microsoft YaHei"/>
                <a:ea typeface="Microsoft YaHei"/>
                <a:cs typeface="Microsoft YaHei"/>
              </a:rPr>
              <a:t>05</a:t>
            </a:r>
          </a:p>
        </p:txBody>
      </p:sp>
      <p:pic>
        <p:nvPicPr>
          <p:cNvPr id="53" name=""/>
          <p:cNvPicPr>
            <a:picLocks xmlns:a="http://schemas.openxmlformats.org/drawingml/2006/main" noChangeAspect="1"/>
          </p:cNvPicPr>
          <p:nvPr/>
        </p:nvPicPr>
        <p:blipFill>
          <a:blip xmlns:r="http://schemas.openxmlformats.org/officeDocument/2006/relationships" xmlns:a="http://schemas.openxmlformats.org/drawingml/2006/main" r:embed="Reac6803c95ee4f07"/>
          <a:stretch xmlns:a="http://schemas.openxmlformats.org/drawingml/2006/main"/>
        </p:blipFill>
        <p:spPr>
          <a:xfrm xmlns:a="http://schemas.openxmlformats.org/drawingml/2006/main">
            <a:off x="685800" y="2145506"/>
            <a:ext cx="3524250" cy="2643188"/>
          </a:xfrm>
          <a:prstGeom xmlns:a="http://schemas.openxmlformats.org/drawingml/2006/main" prst="rect">
            <a:avLst/>
          </a:prstGeom>
        </p:spPr>
      </p:pic>
    </p:spTree>
    <p:extLst>
      <p:ext uri="{BB962C8B-B14F-4D97-AF65-F5344CB8AC3E}">
        <p14:creationId xmlns:p14="http://schemas.microsoft.com/office/powerpoint/2010/main" val="1944089128"/>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8" name="">
            <a:extLst xmlns:a="http://schemas.openxmlformats.org/drawingml/2006/main">
              <a:ext uri="{FF2B5EF4-FFF2-40B4-BE49-F238E27FC236}">
                <a16:creationId xmlns:a16="http://schemas.microsoft.com/office/drawing/2014/main" id="{861BF2F6-7820-4F71-A5F3-44000ED8B767}"/>
              </a:ext>
            </a:extLst>
          </p:cNvPr>
          <p:cNvSpPr>
            <a:spLocks xmlns:a="http://schemas.openxmlformats.org/drawingml/2006/main" noGrp="1"/>
          </p:cNvSpPr>
          <p:nvPr/>
        </p:nvSpPr>
        <p:spPr>
          <a:xfrm xmlns:a="http://schemas.openxmlformats.org/drawingml/2006/main">
            <a:off x="685800" y="40005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200" b="1" i="0">
                <a:solidFill>
                  <a:srgbClr val="176BFF"/>
                </a:solidFill>
                <a:latin typeface="Microsoft YaHei"/>
                <a:ea typeface="Microsoft YaHei"/>
                <a:cs typeface="Microsoft YaHei"/>
              </a:defRPr>
            </a:pPr>
            <a:r>
              <a:rPr sz="1200" b="1" i="0">
                <a:solidFill>
                  <a:srgbClr val="176BFF"/>
                </a:solidFill>
                <a:latin typeface="Microsoft YaHei"/>
                <a:ea typeface="Microsoft YaHei"/>
                <a:cs typeface="Microsoft YaHei"/>
              </a:rPr>
              <a:t>EVIDENCE · 产品演示闭环</a:t>
            </a:r>
          </a:p>
        </p:txBody>
      </p:sp>
      <p:sp>
        <p:nvSpPr>
          <p:cNvPr id="2" name="">
            <a:extLst xmlns:a="http://schemas.openxmlformats.org/drawingml/2006/main">
              <a:ext uri="{FF2B5EF4-FFF2-40B4-BE49-F238E27FC236}">
                <a16:creationId xmlns:a16="http://schemas.microsoft.com/office/drawing/2014/main" id="{A0381ADE-80F5-42E9-8853-EF5280D4C30B}"/>
              </a:ext>
            </a:extLst>
          </p:cNvPr>
          <p:cNvSpPr>
            <a:spLocks xmlns:a="http://schemas.openxmlformats.org/drawingml/2006/main" noGrp="1"/>
          </p:cNvSpPr>
          <p:nvPr/>
        </p:nvSpPr>
        <p:spPr>
          <a:xfrm xmlns:a="http://schemas.openxmlformats.org/drawingml/2006/main">
            <a:off x="685800" y="742950"/>
            <a:ext cx="108204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3150" b="1" i="0">
                <a:solidFill>
                  <a:srgbClr val="111827"/>
                </a:solidFill>
                <a:latin typeface="Microsoft YaHei"/>
                <a:ea typeface="Microsoft YaHei"/>
                <a:cs typeface="Microsoft YaHei"/>
              </a:defRPr>
            </a:pPr>
            <a:r>
              <a:rPr sz="2850" b="1" i="0">
                <a:solidFill>
                  <a:srgbClr val="111827"/>
                </a:solidFill>
                <a:latin typeface="Microsoft YaHei"/>
                <a:ea typeface="Microsoft YaHei"/>
                <a:cs typeface="Microsoft YaHei"/>
              </a:rPr>
              <a:t>3 分钟验证 5 件事：选择、修改、运行、追踪、保存</a:t>
            </a:r>
          </a:p>
        </p:txBody>
      </p:sp>
      <p:sp>
        <p:nvSpPr>
          <p:cNvPr id="3" name="">
            <a:extLst xmlns:a="http://schemas.openxmlformats.org/drawingml/2006/main">
              <a:ext uri="{FF2B5EF4-FFF2-40B4-BE49-F238E27FC236}">
                <a16:creationId xmlns:a16="http://schemas.microsoft.com/office/drawing/2014/main" id="{41EA1F63-0E40-4377-9F6C-F7E155EA5CE0}"/>
              </a:ext>
            </a:extLst>
          </p:cNvPr>
          <p:cNvSpPr>
            <a:spLocks xmlns:a="http://schemas.openxmlformats.org/drawingml/2006/main" noGrp="1"/>
          </p:cNvSpPr>
          <p:nvPr/>
        </p:nvSpPr>
        <p:spPr>
          <a:xfrm xmlns:a="http://schemas.openxmlformats.org/drawingml/2006/main">
            <a:off x="685800" y="1381125"/>
            <a:ext cx="10820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500" b="0" i="0">
                <a:solidFill>
                  <a:srgbClr val="667085"/>
                </a:solidFill>
                <a:latin typeface="Microsoft YaHei"/>
                <a:ea typeface="Microsoft YaHei"/>
                <a:cs typeface="Microsoft YaHei"/>
              </a:defRPr>
            </a:pPr>
            <a:r>
              <a:rPr sz="1425" b="0" i="0">
                <a:solidFill>
                  <a:srgbClr val="667085"/>
                </a:solidFill>
                <a:latin typeface="Microsoft YaHei"/>
                <a:ea typeface="Microsoft YaHei"/>
                <a:cs typeface="Microsoft YaHei"/>
              </a:rPr>
              <a:t>基于现成蓝图演示“选择—修改—运行—轨迹—保存”；这是产品验证，不等于完整课程时长。</a:t>
            </a:r>
          </a:p>
        </p:txBody>
      </p:sp>
      <p:sp>
        <p:nvSpPr>
          <p:cNvPr id="4" name="">
            <a:extLst xmlns:a="http://schemas.openxmlformats.org/drawingml/2006/main">
              <a:ext uri="{FF2B5EF4-FFF2-40B4-BE49-F238E27FC236}">
                <a16:creationId xmlns:a16="http://schemas.microsoft.com/office/drawing/2014/main" id="{46E04AFC-6A82-41C7-ABEB-5D0B08086546}"/>
              </a:ext>
            </a:extLst>
          </p:cNvPr>
          <p:cNvSpPr>
            <a:spLocks xmlns:a="http://schemas.openxmlformats.org/drawingml/2006/main" noGrp="1"/>
          </p:cNvSpPr>
          <p:nvPr/>
        </p:nvSpPr>
        <p:spPr>
          <a:xfrm xmlns:a="http://schemas.openxmlformats.org/drawingml/2006/main">
            <a:off x="2352675" y="3009900"/>
            <a:ext cx="704850" cy="38100"/>
          </a:xfrm>
          <a:prstGeom xmlns:a="http://schemas.openxmlformats.org/drawingml/2006/main" prst="rect">
            <a:avLst/>
          </a:prstGeom>
          <a:solidFill xmlns:a="http://schemas.openxmlformats.org/drawingml/2006/main">
            <a:srgbClr val="176BFF"/>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2AB70C2E-A825-44BD-BFC3-2F9092FD59D8}"/>
              </a:ext>
            </a:extLst>
          </p:cNvPr>
          <p:cNvSpPr>
            <a:spLocks xmlns:a="http://schemas.openxmlformats.org/drawingml/2006/main" noGrp="1"/>
          </p:cNvSpPr>
          <p:nvPr/>
        </p:nvSpPr>
        <p:spPr>
          <a:xfrm xmlns:a="http://schemas.openxmlformats.org/drawingml/2006/main">
            <a:off x="4429125" y="3009900"/>
            <a:ext cx="704850" cy="38100"/>
          </a:xfrm>
          <a:prstGeom xmlns:a="http://schemas.openxmlformats.org/drawingml/2006/main" prst="rect">
            <a:avLst/>
          </a:prstGeom>
          <a:solidFill xmlns:a="http://schemas.openxmlformats.org/drawingml/2006/main">
            <a:srgbClr val="176BFF"/>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0E8E383A-D3C9-463D-90D3-B0C8254CF798}"/>
              </a:ext>
            </a:extLst>
          </p:cNvPr>
          <p:cNvSpPr>
            <a:spLocks xmlns:a="http://schemas.openxmlformats.org/drawingml/2006/main" noGrp="1"/>
          </p:cNvSpPr>
          <p:nvPr/>
        </p:nvSpPr>
        <p:spPr>
          <a:xfrm xmlns:a="http://schemas.openxmlformats.org/drawingml/2006/main">
            <a:off x="6505575" y="3009900"/>
            <a:ext cx="704850" cy="38100"/>
          </a:xfrm>
          <a:prstGeom xmlns:a="http://schemas.openxmlformats.org/drawingml/2006/main" prst="rect">
            <a:avLst/>
          </a:prstGeom>
          <a:solidFill xmlns:a="http://schemas.openxmlformats.org/drawingml/2006/main">
            <a:srgbClr val="176BFF"/>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76F47339-424A-4575-BFED-D712680E3245}"/>
              </a:ext>
            </a:extLst>
          </p:cNvPr>
          <p:cNvSpPr>
            <a:spLocks xmlns:a="http://schemas.openxmlformats.org/drawingml/2006/main" noGrp="1"/>
          </p:cNvSpPr>
          <p:nvPr/>
        </p:nvSpPr>
        <p:spPr>
          <a:xfrm xmlns:a="http://schemas.openxmlformats.org/drawingml/2006/main">
            <a:off x="8582025" y="3009900"/>
            <a:ext cx="704850" cy="38100"/>
          </a:xfrm>
          <a:prstGeom xmlns:a="http://schemas.openxmlformats.org/drawingml/2006/main" prst="rect">
            <a:avLst/>
          </a:prstGeom>
          <a:solidFill xmlns:a="http://schemas.openxmlformats.org/drawingml/2006/main">
            <a:srgbClr val="176BFF"/>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90149493-3133-4D57-B418-0FC64E040A5A}"/>
              </a:ext>
            </a:extLst>
          </p:cNvPr>
          <p:cNvSpPr>
            <a:spLocks xmlns:a="http://schemas.openxmlformats.org/drawingml/2006/main" noGrp="1"/>
          </p:cNvSpPr>
          <p:nvPr/>
        </p:nvSpPr>
        <p:spPr>
          <a:xfrm xmlns:a="http://schemas.openxmlformats.org/drawingml/2006/main">
            <a:off x="704850" y="2266950"/>
            <a:ext cx="1657350" cy="1562100"/>
          </a:xfrm>
          <a:prstGeom xmlns:a="http://schemas.openxmlformats.org/drawingml/2006/main" prst="roundRect">
            <a:avLst>
              <a:gd name="adj" fmla="val 12195"/>
            </a:avLst>
          </a:prstGeom>
          <a:solidFill xmlns:a="http://schemas.openxmlformats.org/drawingml/2006/main">
            <a:srgbClr val="F4F7FB"/>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34C735B2-1D95-42CD-9390-53260701C8FE}"/>
              </a:ext>
            </a:extLst>
          </p:cNvPr>
          <p:cNvSpPr>
            <a:spLocks xmlns:a="http://schemas.openxmlformats.org/drawingml/2006/main" noGrp="1"/>
          </p:cNvSpPr>
          <p:nvPr/>
        </p:nvSpPr>
        <p:spPr>
          <a:xfrm xmlns:a="http://schemas.openxmlformats.org/drawingml/2006/main">
            <a:off x="876300" y="2438400"/>
            <a:ext cx="476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1" i="0">
                <a:solidFill>
                  <a:srgbClr val="176BFF"/>
                </a:solidFill>
                <a:latin typeface="Microsoft YaHei"/>
                <a:ea typeface="Microsoft YaHei"/>
                <a:cs typeface="Microsoft YaHei"/>
              </a:defRPr>
            </a:pPr>
            <a:r>
              <a:rPr sz="1125" b="1" i="0">
                <a:solidFill>
                  <a:srgbClr val="176BFF"/>
                </a:solidFill>
                <a:latin typeface="Microsoft YaHei"/>
                <a:ea typeface="Microsoft YaHei"/>
                <a:cs typeface="Microsoft YaHei"/>
              </a:rPr>
              <a:t>01</a:t>
            </a:r>
          </a:p>
        </p:txBody>
      </p:sp>
      <p:sp>
        <p:nvSpPr>
          <p:cNvPr id="10" name="">
            <a:extLst xmlns:a="http://schemas.openxmlformats.org/drawingml/2006/main">
              <a:ext uri="{FF2B5EF4-FFF2-40B4-BE49-F238E27FC236}">
                <a16:creationId xmlns:a16="http://schemas.microsoft.com/office/drawing/2014/main" id="{2D789284-904D-4CA8-AF84-68B161FB51F1}"/>
              </a:ext>
            </a:extLst>
          </p:cNvPr>
          <p:cNvSpPr>
            <a:spLocks xmlns:a="http://schemas.openxmlformats.org/drawingml/2006/main" noGrp="1"/>
          </p:cNvSpPr>
          <p:nvPr/>
        </p:nvSpPr>
        <p:spPr>
          <a:xfrm xmlns:a="http://schemas.openxmlformats.org/drawingml/2006/main">
            <a:off x="876300" y="2819400"/>
            <a:ext cx="13144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650" b="1" i="0">
                <a:solidFill>
                  <a:srgbClr val="111827"/>
                </a:solidFill>
                <a:latin typeface="Microsoft YaHei"/>
                <a:ea typeface="Microsoft YaHei"/>
                <a:cs typeface="Microsoft YaHei"/>
              </a:defRPr>
            </a:pPr>
            <a:r>
              <a:rPr sz="1575" b="1" i="0">
                <a:solidFill>
                  <a:srgbClr val="111827"/>
                </a:solidFill>
                <a:latin typeface="Microsoft YaHei"/>
                <a:ea typeface="Microsoft YaHei"/>
                <a:cs typeface="Microsoft YaHei"/>
              </a:rPr>
              <a:t>选择蓝图</a:t>
            </a:r>
          </a:p>
        </p:txBody>
      </p:sp>
      <p:sp>
        <p:nvSpPr>
          <p:cNvPr id="11" name="">
            <a:extLst xmlns:a="http://schemas.openxmlformats.org/drawingml/2006/main">
              <a:ext uri="{FF2B5EF4-FFF2-40B4-BE49-F238E27FC236}">
                <a16:creationId xmlns:a16="http://schemas.microsoft.com/office/drawing/2014/main" id="{10F9AD1A-0529-4DCF-B052-8C59974E91BA}"/>
              </a:ext>
            </a:extLst>
          </p:cNvPr>
          <p:cNvSpPr>
            <a:spLocks xmlns:a="http://schemas.openxmlformats.org/drawingml/2006/main" noGrp="1"/>
          </p:cNvSpPr>
          <p:nvPr/>
        </p:nvSpPr>
        <p:spPr>
          <a:xfrm xmlns:a="http://schemas.openxmlformats.org/drawingml/2006/main">
            <a:off x="857250" y="3295650"/>
            <a:ext cx="13525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200" b="0" i="0">
                <a:solidFill>
                  <a:srgbClr val="667085"/>
                </a:solidFill>
                <a:latin typeface="Microsoft YaHei"/>
                <a:ea typeface="Microsoft YaHei"/>
                <a:cs typeface="Microsoft YaHei"/>
              </a:defRPr>
            </a:pPr>
            <a:r>
              <a:rPr sz="1275" b="0" i="0">
                <a:solidFill>
                  <a:srgbClr val="667085"/>
                </a:solidFill>
                <a:latin typeface="Microsoft YaHei"/>
                <a:ea typeface="Microsoft YaHei"/>
                <a:cs typeface="Microsoft YaHei"/>
              </a:rPr>
              <a:t>课堂知识 Agent</a:t>
            </a:r>
          </a:p>
        </p:txBody>
      </p:sp>
      <p:sp>
        <p:nvSpPr>
          <p:cNvPr id="12" name="">
            <a:extLst xmlns:a="http://schemas.openxmlformats.org/drawingml/2006/main">
              <a:ext uri="{FF2B5EF4-FFF2-40B4-BE49-F238E27FC236}">
                <a16:creationId xmlns:a16="http://schemas.microsoft.com/office/drawing/2014/main" id="{E0FFD2D7-BE35-487B-8AF1-CFA6A5C49527}"/>
              </a:ext>
            </a:extLst>
          </p:cNvPr>
          <p:cNvSpPr>
            <a:spLocks xmlns:a="http://schemas.openxmlformats.org/drawingml/2006/main" noGrp="1"/>
          </p:cNvSpPr>
          <p:nvPr/>
        </p:nvSpPr>
        <p:spPr>
          <a:xfrm xmlns:a="http://schemas.openxmlformats.org/drawingml/2006/main">
            <a:off x="2781300" y="2266950"/>
            <a:ext cx="1657350" cy="1562100"/>
          </a:xfrm>
          <a:prstGeom xmlns:a="http://schemas.openxmlformats.org/drawingml/2006/main" prst="roundRect">
            <a:avLst>
              <a:gd name="adj" fmla="val 12195"/>
            </a:avLst>
          </a:prstGeom>
          <a:solidFill xmlns:a="http://schemas.openxmlformats.org/drawingml/2006/main">
            <a:srgbClr val="F4F7FB"/>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1648D6E0-39E4-47B1-957D-861949DEB4B6}"/>
              </a:ext>
            </a:extLst>
          </p:cNvPr>
          <p:cNvSpPr>
            <a:spLocks xmlns:a="http://schemas.openxmlformats.org/drawingml/2006/main" noGrp="1"/>
          </p:cNvSpPr>
          <p:nvPr/>
        </p:nvSpPr>
        <p:spPr>
          <a:xfrm xmlns:a="http://schemas.openxmlformats.org/drawingml/2006/main">
            <a:off x="2952750" y="2438400"/>
            <a:ext cx="476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1" i="0">
                <a:solidFill>
                  <a:srgbClr val="176BFF"/>
                </a:solidFill>
                <a:latin typeface="Microsoft YaHei"/>
                <a:ea typeface="Microsoft YaHei"/>
                <a:cs typeface="Microsoft YaHei"/>
              </a:defRPr>
            </a:pPr>
            <a:r>
              <a:rPr sz="1125" b="1" i="0">
                <a:solidFill>
                  <a:srgbClr val="176BFF"/>
                </a:solidFill>
                <a:latin typeface="Microsoft YaHei"/>
                <a:ea typeface="Microsoft YaHei"/>
                <a:cs typeface="Microsoft YaHei"/>
              </a:rPr>
              <a:t>02</a:t>
            </a:r>
          </a:p>
        </p:txBody>
      </p:sp>
      <p:sp>
        <p:nvSpPr>
          <p:cNvPr id="14" name="">
            <a:extLst xmlns:a="http://schemas.openxmlformats.org/drawingml/2006/main">
              <a:ext uri="{FF2B5EF4-FFF2-40B4-BE49-F238E27FC236}">
                <a16:creationId xmlns:a16="http://schemas.microsoft.com/office/drawing/2014/main" id="{C32CF790-33C9-4CCB-A157-EF7C63A8E4DE}"/>
              </a:ext>
            </a:extLst>
          </p:cNvPr>
          <p:cNvSpPr>
            <a:spLocks xmlns:a="http://schemas.openxmlformats.org/drawingml/2006/main" noGrp="1"/>
          </p:cNvSpPr>
          <p:nvPr/>
        </p:nvSpPr>
        <p:spPr>
          <a:xfrm xmlns:a="http://schemas.openxmlformats.org/drawingml/2006/main">
            <a:off x="2952750" y="2819400"/>
            <a:ext cx="13144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650" b="1" i="0">
                <a:solidFill>
                  <a:srgbClr val="111827"/>
                </a:solidFill>
                <a:latin typeface="Microsoft YaHei"/>
                <a:ea typeface="Microsoft YaHei"/>
                <a:cs typeface="Microsoft YaHei"/>
              </a:defRPr>
            </a:pPr>
            <a:r>
              <a:rPr sz="1575" b="1" i="0">
                <a:solidFill>
                  <a:srgbClr val="111827"/>
                </a:solidFill>
                <a:latin typeface="Microsoft YaHei"/>
                <a:ea typeface="Microsoft YaHei"/>
                <a:cs typeface="Microsoft YaHei"/>
              </a:rPr>
              <a:t>修改积木</a:t>
            </a:r>
          </a:p>
        </p:txBody>
      </p:sp>
      <p:sp>
        <p:nvSpPr>
          <p:cNvPr id="15" name="">
            <a:extLst xmlns:a="http://schemas.openxmlformats.org/drawingml/2006/main">
              <a:ext uri="{FF2B5EF4-FFF2-40B4-BE49-F238E27FC236}">
                <a16:creationId xmlns:a16="http://schemas.microsoft.com/office/drawing/2014/main" id="{D6779A17-5ACC-4FC3-9593-C038762DE570}"/>
              </a:ext>
            </a:extLst>
          </p:cNvPr>
          <p:cNvSpPr>
            <a:spLocks xmlns:a="http://schemas.openxmlformats.org/drawingml/2006/main" noGrp="1"/>
          </p:cNvSpPr>
          <p:nvPr/>
        </p:nvSpPr>
        <p:spPr>
          <a:xfrm xmlns:a="http://schemas.openxmlformats.org/drawingml/2006/main">
            <a:off x="2933700" y="3295650"/>
            <a:ext cx="13525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200" b="0" i="0">
                <a:solidFill>
                  <a:srgbClr val="667085"/>
                </a:solidFill>
                <a:latin typeface="Microsoft YaHei"/>
                <a:ea typeface="Microsoft YaHei"/>
                <a:cs typeface="Microsoft YaHei"/>
              </a:defRPr>
            </a:pPr>
            <a:r>
              <a:rPr sz="1275" b="0" i="0">
                <a:solidFill>
                  <a:srgbClr val="667085"/>
                </a:solidFill>
                <a:latin typeface="Microsoft YaHei"/>
                <a:ea typeface="Microsoft YaHei"/>
                <a:cs typeface="Microsoft YaHei"/>
              </a:rPr>
              <a:t>角色 · 知识 · 工具</a:t>
            </a:r>
          </a:p>
        </p:txBody>
      </p:sp>
      <p:sp>
        <p:nvSpPr>
          <p:cNvPr id="16" name="">
            <a:extLst xmlns:a="http://schemas.openxmlformats.org/drawingml/2006/main">
              <a:ext uri="{FF2B5EF4-FFF2-40B4-BE49-F238E27FC236}">
                <a16:creationId xmlns:a16="http://schemas.microsoft.com/office/drawing/2014/main" id="{2D3931BE-909D-4CA1-A8AB-20443305CF5C}"/>
              </a:ext>
            </a:extLst>
          </p:cNvPr>
          <p:cNvSpPr>
            <a:spLocks xmlns:a="http://schemas.openxmlformats.org/drawingml/2006/main" noGrp="1"/>
          </p:cNvSpPr>
          <p:nvPr/>
        </p:nvSpPr>
        <p:spPr>
          <a:xfrm xmlns:a="http://schemas.openxmlformats.org/drawingml/2006/main">
            <a:off x="4857750" y="2266950"/>
            <a:ext cx="1657350" cy="1562100"/>
          </a:xfrm>
          <a:prstGeom xmlns:a="http://schemas.openxmlformats.org/drawingml/2006/main" prst="roundRect">
            <a:avLst>
              <a:gd name="adj" fmla="val 12195"/>
            </a:avLst>
          </a:prstGeom>
          <a:solidFill xmlns:a="http://schemas.openxmlformats.org/drawingml/2006/main">
            <a:srgbClr val="F4F7FB"/>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8614AEE4-C3AD-424F-BF93-521A3B465AFB}"/>
              </a:ext>
            </a:extLst>
          </p:cNvPr>
          <p:cNvSpPr>
            <a:spLocks xmlns:a="http://schemas.openxmlformats.org/drawingml/2006/main" noGrp="1"/>
          </p:cNvSpPr>
          <p:nvPr/>
        </p:nvSpPr>
        <p:spPr>
          <a:xfrm xmlns:a="http://schemas.openxmlformats.org/drawingml/2006/main">
            <a:off x="5029200" y="2438400"/>
            <a:ext cx="476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1" i="0">
                <a:solidFill>
                  <a:srgbClr val="FFFFFF"/>
                </a:solidFill>
                <a:latin typeface="Microsoft YaHei"/>
                <a:ea typeface="Microsoft YaHei"/>
                <a:cs typeface="Microsoft YaHei"/>
              </a:defRPr>
            </a:pPr>
            <a:r>
              <a:rPr sz="1125" b="1" i="0">
                <a:solidFill>
                  <a:srgbClr val="176BFF"/>
                </a:solidFill>
                <a:latin typeface="Microsoft YaHei"/>
                <a:ea typeface="Microsoft YaHei"/>
                <a:cs typeface="Microsoft YaHei"/>
              </a:rPr>
              <a:t>03</a:t>
            </a:r>
          </a:p>
        </p:txBody>
      </p:sp>
      <p:sp>
        <p:nvSpPr>
          <p:cNvPr id="18" name="">
            <a:extLst xmlns:a="http://schemas.openxmlformats.org/drawingml/2006/main">
              <a:ext uri="{FF2B5EF4-FFF2-40B4-BE49-F238E27FC236}">
                <a16:creationId xmlns:a16="http://schemas.microsoft.com/office/drawing/2014/main" id="{2214F98A-F223-47A2-9F28-C1B6DA0F00BD}"/>
              </a:ext>
            </a:extLst>
          </p:cNvPr>
          <p:cNvSpPr>
            <a:spLocks xmlns:a="http://schemas.openxmlformats.org/drawingml/2006/main" noGrp="1"/>
          </p:cNvSpPr>
          <p:nvPr/>
        </p:nvSpPr>
        <p:spPr>
          <a:xfrm xmlns:a="http://schemas.openxmlformats.org/drawingml/2006/main">
            <a:off x="5029200" y="2819400"/>
            <a:ext cx="13144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650" b="1" i="0">
                <a:solidFill>
                  <a:srgbClr val="FFFFFF"/>
                </a:solidFill>
                <a:latin typeface="Microsoft YaHei"/>
                <a:ea typeface="Microsoft YaHei"/>
                <a:cs typeface="Microsoft YaHei"/>
              </a:defRPr>
            </a:pPr>
            <a:r>
              <a:rPr sz="1575" b="1" i="0">
                <a:solidFill>
                  <a:srgbClr val="111827"/>
                </a:solidFill>
                <a:latin typeface="Microsoft YaHei"/>
                <a:ea typeface="Microsoft YaHei"/>
                <a:cs typeface="Microsoft YaHei"/>
              </a:rPr>
              <a:t>运行 Agent</a:t>
            </a:r>
          </a:p>
        </p:txBody>
      </p:sp>
      <p:sp>
        <p:nvSpPr>
          <p:cNvPr id="19" name="">
            <a:extLst xmlns:a="http://schemas.openxmlformats.org/drawingml/2006/main">
              <a:ext uri="{FF2B5EF4-FFF2-40B4-BE49-F238E27FC236}">
                <a16:creationId xmlns:a16="http://schemas.microsoft.com/office/drawing/2014/main" id="{884A1067-0938-4671-9EFE-7111139931C8}"/>
              </a:ext>
            </a:extLst>
          </p:cNvPr>
          <p:cNvSpPr>
            <a:spLocks xmlns:a="http://schemas.openxmlformats.org/drawingml/2006/main" noGrp="1"/>
          </p:cNvSpPr>
          <p:nvPr/>
        </p:nvSpPr>
        <p:spPr>
          <a:xfrm xmlns:a="http://schemas.openxmlformats.org/drawingml/2006/main">
            <a:off x="5010150" y="3295650"/>
            <a:ext cx="13525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200" b="0" i="0">
                <a:solidFill>
                  <a:srgbClr val="FFFFFF"/>
                </a:solidFill>
                <a:latin typeface="Microsoft YaHei"/>
                <a:ea typeface="Microsoft YaHei"/>
                <a:cs typeface="Microsoft YaHei"/>
              </a:defRPr>
            </a:pPr>
            <a:r>
              <a:rPr sz="1275" b="0" i="0">
                <a:solidFill>
                  <a:srgbClr val="667085"/>
                </a:solidFill>
                <a:latin typeface="Microsoft YaHei"/>
                <a:ea typeface="Microsoft YaHei"/>
                <a:cs typeface="Microsoft YaHei"/>
              </a:rPr>
              <a:t>本地检索 + 引用</a:t>
            </a:r>
          </a:p>
        </p:txBody>
      </p:sp>
      <p:sp>
        <p:nvSpPr>
          <p:cNvPr id="20" name="">
            <a:extLst xmlns:a="http://schemas.openxmlformats.org/drawingml/2006/main">
              <a:ext uri="{FF2B5EF4-FFF2-40B4-BE49-F238E27FC236}">
                <a16:creationId xmlns:a16="http://schemas.microsoft.com/office/drawing/2014/main" id="{2A14FD71-DF17-4CA8-A89C-001B0D22DE38}"/>
              </a:ext>
            </a:extLst>
          </p:cNvPr>
          <p:cNvSpPr>
            <a:spLocks xmlns:a="http://schemas.openxmlformats.org/drawingml/2006/main" noGrp="1"/>
          </p:cNvSpPr>
          <p:nvPr/>
        </p:nvSpPr>
        <p:spPr>
          <a:xfrm xmlns:a="http://schemas.openxmlformats.org/drawingml/2006/main">
            <a:off x="6934200" y="2266950"/>
            <a:ext cx="1657350" cy="1562100"/>
          </a:xfrm>
          <a:prstGeom xmlns:a="http://schemas.openxmlformats.org/drawingml/2006/main" prst="roundRect">
            <a:avLst>
              <a:gd name="adj" fmla="val 12195"/>
            </a:avLst>
          </a:prstGeom>
          <a:solidFill xmlns:a="http://schemas.openxmlformats.org/drawingml/2006/main">
            <a:srgbClr val="F4F7FB"/>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72E6B1F2-F786-4907-9B38-6D5B309AEF33}"/>
              </a:ext>
            </a:extLst>
          </p:cNvPr>
          <p:cNvSpPr>
            <a:spLocks xmlns:a="http://schemas.openxmlformats.org/drawingml/2006/main" noGrp="1"/>
          </p:cNvSpPr>
          <p:nvPr/>
        </p:nvSpPr>
        <p:spPr>
          <a:xfrm xmlns:a="http://schemas.openxmlformats.org/drawingml/2006/main">
            <a:off x="7105650" y="2438400"/>
            <a:ext cx="476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1" i="0">
                <a:solidFill>
                  <a:srgbClr val="176BFF"/>
                </a:solidFill>
                <a:latin typeface="Microsoft YaHei"/>
                <a:ea typeface="Microsoft YaHei"/>
                <a:cs typeface="Microsoft YaHei"/>
              </a:defRPr>
            </a:pPr>
            <a:r>
              <a:rPr sz="1125" b="1" i="0">
                <a:solidFill>
                  <a:srgbClr val="176BFF"/>
                </a:solidFill>
                <a:latin typeface="Microsoft YaHei"/>
                <a:ea typeface="Microsoft YaHei"/>
                <a:cs typeface="Microsoft YaHei"/>
              </a:rPr>
              <a:t>04</a:t>
            </a:r>
          </a:p>
        </p:txBody>
      </p:sp>
      <p:sp>
        <p:nvSpPr>
          <p:cNvPr id="22" name="">
            <a:extLst xmlns:a="http://schemas.openxmlformats.org/drawingml/2006/main">
              <a:ext uri="{FF2B5EF4-FFF2-40B4-BE49-F238E27FC236}">
                <a16:creationId xmlns:a16="http://schemas.microsoft.com/office/drawing/2014/main" id="{A7967383-C63A-4BD0-9C8F-2977BF77FC59}"/>
              </a:ext>
            </a:extLst>
          </p:cNvPr>
          <p:cNvSpPr>
            <a:spLocks xmlns:a="http://schemas.openxmlformats.org/drawingml/2006/main" noGrp="1"/>
          </p:cNvSpPr>
          <p:nvPr/>
        </p:nvSpPr>
        <p:spPr>
          <a:xfrm xmlns:a="http://schemas.openxmlformats.org/drawingml/2006/main">
            <a:off x="7105650" y="2819400"/>
            <a:ext cx="13144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650" b="1" i="0">
                <a:solidFill>
                  <a:srgbClr val="111827"/>
                </a:solidFill>
                <a:latin typeface="Microsoft YaHei"/>
                <a:ea typeface="Microsoft YaHei"/>
                <a:cs typeface="Microsoft YaHei"/>
              </a:defRPr>
            </a:pPr>
            <a:r>
              <a:rPr sz="1575" b="1" i="0">
                <a:solidFill>
                  <a:srgbClr val="111827"/>
                </a:solidFill>
                <a:latin typeface="Microsoft YaHei"/>
                <a:ea typeface="Microsoft YaHei"/>
                <a:cs typeface="Microsoft YaHei"/>
              </a:rPr>
              <a:t>查看轨迹</a:t>
            </a:r>
          </a:p>
        </p:txBody>
      </p:sp>
      <p:sp>
        <p:nvSpPr>
          <p:cNvPr id="23" name="">
            <a:extLst xmlns:a="http://schemas.openxmlformats.org/drawingml/2006/main">
              <a:ext uri="{FF2B5EF4-FFF2-40B4-BE49-F238E27FC236}">
                <a16:creationId xmlns:a16="http://schemas.microsoft.com/office/drawing/2014/main" id="{64BA1E21-50FB-423D-A459-1A0C693B3CED}"/>
              </a:ext>
            </a:extLst>
          </p:cNvPr>
          <p:cNvSpPr>
            <a:spLocks xmlns:a="http://schemas.openxmlformats.org/drawingml/2006/main" noGrp="1"/>
          </p:cNvSpPr>
          <p:nvPr/>
        </p:nvSpPr>
        <p:spPr>
          <a:xfrm xmlns:a="http://schemas.openxmlformats.org/drawingml/2006/main">
            <a:off x="7086600" y="3295650"/>
            <a:ext cx="13525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200" b="0" i="0">
                <a:solidFill>
                  <a:srgbClr val="667085"/>
                </a:solidFill>
                <a:latin typeface="Microsoft YaHei"/>
                <a:ea typeface="Microsoft YaHei"/>
                <a:cs typeface="Microsoft YaHei"/>
              </a:defRPr>
            </a:pPr>
            <a:r>
              <a:rPr sz="1275" b="0" i="0">
                <a:solidFill>
                  <a:srgbClr val="667085"/>
                </a:solidFill>
                <a:latin typeface="Microsoft YaHei"/>
                <a:ea typeface="Microsoft YaHei"/>
                <a:cs typeface="Microsoft YaHei"/>
              </a:rPr>
              <a:t>步骤 · 状态 · 输出</a:t>
            </a:r>
          </a:p>
        </p:txBody>
      </p:sp>
      <p:sp>
        <p:nvSpPr>
          <p:cNvPr id="24" name="">
            <a:extLst xmlns:a="http://schemas.openxmlformats.org/drawingml/2006/main">
              <a:ext uri="{FF2B5EF4-FFF2-40B4-BE49-F238E27FC236}">
                <a16:creationId xmlns:a16="http://schemas.microsoft.com/office/drawing/2014/main" id="{54B396C4-30A2-4334-9ED5-17BFDFAEAF08}"/>
              </a:ext>
            </a:extLst>
          </p:cNvPr>
          <p:cNvSpPr>
            <a:spLocks xmlns:a="http://schemas.openxmlformats.org/drawingml/2006/main" noGrp="1"/>
          </p:cNvSpPr>
          <p:nvPr/>
        </p:nvSpPr>
        <p:spPr>
          <a:xfrm xmlns:a="http://schemas.openxmlformats.org/drawingml/2006/main">
            <a:off x="9010650" y="2266950"/>
            <a:ext cx="1657350" cy="1562100"/>
          </a:xfrm>
          <a:prstGeom xmlns:a="http://schemas.openxmlformats.org/drawingml/2006/main" prst="roundRect">
            <a:avLst>
              <a:gd name="adj" fmla="val 12195"/>
            </a:avLst>
          </a:prstGeom>
          <a:solidFill xmlns:a="http://schemas.openxmlformats.org/drawingml/2006/main">
            <a:srgbClr val="F4F7FB"/>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1B51A61D-3FAE-48E2-A03D-6F11EB65211E}"/>
              </a:ext>
            </a:extLst>
          </p:cNvPr>
          <p:cNvSpPr>
            <a:spLocks xmlns:a="http://schemas.openxmlformats.org/drawingml/2006/main" noGrp="1"/>
          </p:cNvSpPr>
          <p:nvPr/>
        </p:nvSpPr>
        <p:spPr>
          <a:xfrm xmlns:a="http://schemas.openxmlformats.org/drawingml/2006/main">
            <a:off x="9182100" y="2438400"/>
            <a:ext cx="476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1" i="0">
                <a:solidFill>
                  <a:srgbClr val="176BFF"/>
                </a:solidFill>
                <a:latin typeface="Microsoft YaHei"/>
                <a:ea typeface="Microsoft YaHei"/>
                <a:cs typeface="Microsoft YaHei"/>
              </a:defRPr>
            </a:pPr>
            <a:r>
              <a:rPr sz="1125" b="1" i="0">
                <a:solidFill>
                  <a:srgbClr val="176BFF"/>
                </a:solidFill>
                <a:latin typeface="Microsoft YaHei"/>
                <a:ea typeface="Microsoft YaHei"/>
                <a:cs typeface="Microsoft YaHei"/>
              </a:rPr>
              <a:t>05</a:t>
            </a:r>
          </a:p>
        </p:txBody>
      </p:sp>
      <p:sp>
        <p:nvSpPr>
          <p:cNvPr id="26" name="">
            <a:extLst xmlns:a="http://schemas.openxmlformats.org/drawingml/2006/main">
              <a:ext uri="{FF2B5EF4-FFF2-40B4-BE49-F238E27FC236}">
                <a16:creationId xmlns:a16="http://schemas.microsoft.com/office/drawing/2014/main" id="{B1E3B23B-6531-4174-AD4B-5499123F3FBA}"/>
              </a:ext>
            </a:extLst>
          </p:cNvPr>
          <p:cNvSpPr>
            <a:spLocks xmlns:a="http://schemas.openxmlformats.org/drawingml/2006/main" noGrp="1"/>
          </p:cNvSpPr>
          <p:nvPr/>
        </p:nvSpPr>
        <p:spPr>
          <a:xfrm xmlns:a="http://schemas.openxmlformats.org/drawingml/2006/main">
            <a:off x="9182100" y="2819400"/>
            <a:ext cx="13144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650" b="1" i="0">
                <a:solidFill>
                  <a:srgbClr val="111827"/>
                </a:solidFill>
                <a:latin typeface="Microsoft YaHei"/>
                <a:ea typeface="Microsoft YaHei"/>
                <a:cs typeface="Microsoft YaHei"/>
              </a:defRPr>
            </a:pPr>
            <a:r>
              <a:rPr sz="1575" b="1" i="0">
                <a:solidFill>
                  <a:srgbClr val="111827"/>
                </a:solidFill>
                <a:latin typeface="Microsoft YaHei"/>
                <a:ea typeface="Microsoft YaHei"/>
                <a:cs typeface="Microsoft YaHei"/>
              </a:rPr>
              <a:t>保存重开</a:t>
            </a:r>
          </a:p>
        </p:txBody>
      </p:sp>
      <p:sp>
        <p:nvSpPr>
          <p:cNvPr id="27" name="">
            <a:extLst xmlns:a="http://schemas.openxmlformats.org/drawingml/2006/main">
              <a:ext uri="{FF2B5EF4-FFF2-40B4-BE49-F238E27FC236}">
                <a16:creationId xmlns:a16="http://schemas.microsoft.com/office/drawing/2014/main" id="{E97C8725-F881-4B20-8922-9BCB26A46CD7}"/>
              </a:ext>
            </a:extLst>
          </p:cNvPr>
          <p:cNvSpPr>
            <a:spLocks xmlns:a="http://schemas.openxmlformats.org/drawingml/2006/main" noGrp="1"/>
          </p:cNvSpPr>
          <p:nvPr/>
        </p:nvSpPr>
        <p:spPr>
          <a:xfrm xmlns:a="http://schemas.openxmlformats.org/drawingml/2006/main">
            <a:off x="9163050" y="3295650"/>
            <a:ext cx="13525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90691"/>
          </a:bodyPr>
          <a:lstStyle xmlns:a="http://schemas.openxmlformats.org/drawingml/2006/main"/>
          <a:p xmlns:a="http://schemas.openxmlformats.org/drawingml/2006/main">
            <a:pPr algn="ctr">
              <a:buNone/>
              <a:defRPr sz="1200" b="0" i="0">
                <a:solidFill>
                  <a:srgbClr val="667085"/>
                </a:solidFill>
                <a:latin typeface="Microsoft YaHei"/>
                <a:ea typeface="Microsoft YaHei"/>
                <a:cs typeface="Microsoft YaHei"/>
              </a:defRPr>
            </a:pPr>
            <a:r>
              <a:rPr sz="1275" b="0" i="0">
                <a:solidFill>
                  <a:srgbClr val="667085"/>
                </a:solidFill>
                <a:latin typeface="Microsoft YaHei"/>
                <a:ea typeface="Microsoft YaHei"/>
                <a:cs typeface="Microsoft YaHei"/>
              </a:rPr>
              <a:t>Agent 语义保持一致</a:t>
            </a:r>
          </a:p>
        </p:txBody>
      </p:sp>
      <p:sp>
        <p:nvSpPr>
          <p:cNvPr id="28" name="">
            <a:extLst xmlns:a="http://schemas.openxmlformats.org/drawingml/2006/main">
              <a:ext uri="{FF2B5EF4-FFF2-40B4-BE49-F238E27FC236}">
                <a16:creationId xmlns:a16="http://schemas.microsoft.com/office/drawing/2014/main" id="{9565D525-758B-44D0-90F2-EE5FBAD25A81}"/>
              </a:ext>
            </a:extLst>
          </p:cNvPr>
          <p:cNvSpPr>
            <a:spLocks xmlns:a="http://schemas.openxmlformats.org/drawingml/2006/main" noGrp="1"/>
          </p:cNvSpPr>
          <p:nvPr/>
        </p:nvSpPr>
        <p:spPr>
          <a:xfrm xmlns:a="http://schemas.openxmlformats.org/drawingml/2006/main">
            <a:off x="685800" y="4343400"/>
            <a:ext cx="3276600" cy="1200150"/>
          </a:xfrm>
          <a:prstGeom xmlns:a="http://schemas.openxmlformats.org/drawingml/2006/main" prst="roundRect">
            <a:avLst>
              <a:gd name="adj" fmla="val 14286"/>
            </a:avLst>
          </a:prstGeom>
          <a:solidFill xmlns:a="http://schemas.openxmlformats.org/drawingml/2006/main">
            <a:srgbClr val="FFFFFF"/>
          </a:solidFill>
          <a:ln xmlns:a="http://schemas.openxmlformats.org/drawingml/2006/main" w="9525">
            <a:solidFill>
              <a:srgbClr val="DCE6F5"/>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29" name="">
            <a:extLst xmlns:a="http://schemas.openxmlformats.org/drawingml/2006/main">
              <a:ext uri="{FF2B5EF4-FFF2-40B4-BE49-F238E27FC236}">
                <a16:creationId xmlns:a16="http://schemas.microsoft.com/office/drawing/2014/main" id="{E92FF6B1-7E33-4870-A17A-CF1D956F94F7}"/>
              </a:ext>
            </a:extLst>
          </p:cNvPr>
          <p:cNvSpPr>
            <a:spLocks xmlns:a="http://schemas.openxmlformats.org/drawingml/2006/main" noGrp="1"/>
          </p:cNvSpPr>
          <p:nvPr/>
        </p:nvSpPr>
        <p:spPr>
          <a:xfrm xmlns:a="http://schemas.openxmlformats.org/drawingml/2006/main">
            <a:off x="895350" y="4572000"/>
            <a:ext cx="323850" cy="323850"/>
          </a:xfrm>
          <a:prstGeom xmlns:a="http://schemas.openxmlformats.org/drawingml/2006/main" prst="ellipse">
            <a:avLst/>
          </a:prstGeom>
          <a:solidFill xmlns:a="http://schemas.openxmlformats.org/drawingml/2006/main">
            <a:srgbClr val="17A673"/>
          </a:solidFill>
          <a:ln xmlns:a="http://schemas.openxmlformats.org/drawingml/2006/main" w="0">
            <a:noFill/>
            <a:prstDash val="solid"/>
          </a:ln>
        </p:spPr>
      </p:sp>
      <p:sp>
        <p:nvSpPr>
          <p:cNvPr id="30" name="">
            <a:extLst xmlns:a="http://schemas.openxmlformats.org/drawingml/2006/main">
              <a:ext uri="{FF2B5EF4-FFF2-40B4-BE49-F238E27FC236}">
                <a16:creationId xmlns:a16="http://schemas.microsoft.com/office/drawing/2014/main" id="{E70344CA-4B17-44A6-BE50-710321E1F903}"/>
              </a:ext>
            </a:extLst>
          </p:cNvPr>
          <p:cNvSpPr>
            <a:spLocks xmlns:a="http://schemas.openxmlformats.org/drawingml/2006/main" noGrp="1"/>
          </p:cNvSpPr>
          <p:nvPr/>
        </p:nvSpPr>
        <p:spPr>
          <a:xfrm xmlns:a="http://schemas.openxmlformats.org/drawingml/2006/main">
            <a:off x="895350" y="4638675"/>
            <a:ext cx="3238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1" i="0">
                <a:solidFill>
                  <a:srgbClr val="FFFFFF"/>
                </a:solidFill>
                <a:latin typeface="Microsoft YaHei"/>
                <a:ea typeface="Microsoft YaHei"/>
                <a:cs typeface="Microsoft YaHei"/>
              </a:defRPr>
            </a:pPr>
            <a:r>
              <a:rPr sz="1200" b="1" i="0">
                <a:solidFill>
                  <a:srgbClr val="FFFFFF"/>
                </a:solidFill>
                <a:latin typeface="Microsoft YaHei"/>
                <a:ea typeface="Microsoft YaHei"/>
                <a:cs typeface="Microsoft YaHei"/>
              </a:rPr>
              <a:t>✓</a:t>
            </a:r>
          </a:p>
        </p:txBody>
      </p:sp>
      <p:sp>
        <p:nvSpPr>
          <p:cNvPr id="31" name="">
            <a:extLst xmlns:a="http://schemas.openxmlformats.org/drawingml/2006/main">
              <a:ext uri="{FF2B5EF4-FFF2-40B4-BE49-F238E27FC236}">
                <a16:creationId xmlns:a16="http://schemas.microsoft.com/office/drawing/2014/main" id="{3084B3E6-57A9-45C0-A2E9-15BEA85199E4}"/>
              </a:ext>
            </a:extLst>
          </p:cNvPr>
          <p:cNvSpPr>
            <a:spLocks xmlns:a="http://schemas.openxmlformats.org/drawingml/2006/main" noGrp="1"/>
          </p:cNvSpPr>
          <p:nvPr/>
        </p:nvSpPr>
        <p:spPr>
          <a:xfrm xmlns:a="http://schemas.openxmlformats.org/drawingml/2006/main">
            <a:off x="1352550" y="4514850"/>
            <a:ext cx="2324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575" b="1" i="0">
                <a:solidFill>
                  <a:srgbClr val="111827"/>
                </a:solidFill>
                <a:latin typeface="Microsoft YaHei"/>
                <a:ea typeface="Microsoft YaHei"/>
                <a:cs typeface="Microsoft YaHei"/>
              </a:defRPr>
            </a:pPr>
            <a:r>
              <a:rPr sz="1500" b="1" i="0">
                <a:solidFill>
                  <a:srgbClr val="111827"/>
                </a:solidFill>
                <a:latin typeface="Microsoft YaHei"/>
                <a:ea typeface="Microsoft YaHei"/>
                <a:cs typeface="Microsoft YaHei"/>
              </a:rPr>
              <a:t>本地运行有证据</a:t>
            </a:r>
          </a:p>
        </p:txBody>
      </p:sp>
      <p:sp>
        <p:nvSpPr>
          <p:cNvPr id="32" name="">
            <a:extLst xmlns:a="http://schemas.openxmlformats.org/drawingml/2006/main">
              <a:ext uri="{FF2B5EF4-FFF2-40B4-BE49-F238E27FC236}">
                <a16:creationId xmlns:a16="http://schemas.microsoft.com/office/drawing/2014/main" id="{5E7570BE-5162-4D12-AE16-D2927C1A0A7F}"/>
              </a:ext>
            </a:extLst>
          </p:cNvPr>
          <p:cNvSpPr>
            <a:spLocks xmlns:a="http://schemas.openxmlformats.org/drawingml/2006/main" noGrp="1"/>
          </p:cNvSpPr>
          <p:nvPr/>
        </p:nvSpPr>
        <p:spPr>
          <a:xfrm xmlns:a="http://schemas.openxmlformats.org/drawingml/2006/main">
            <a:off x="1352550" y="4914900"/>
            <a:ext cx="23241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200" b="0" i="0">
                <a:solidFill>
                  <a:srgbClr val="667085"/>
                </a:solidFill>
                <a:latin typeface="Microsoft YaHei"/>
                <a:ea typeface="Microsoft YaHei"/>
                <a:cs typeface="Microsoft YaHei"/>
              </a:defRPr>
            </a:pPr>
            <a:r>
              <a:rPr sz="1125" b="0" i="0">
                <a:solidFill>
                  <a:srgbClr val="667085"/>
                </a:solidFill>
                <a:latin typeface="Microsoft YaHei"/>
                <a:ea typeface="Microsoft YaHei"/>
                <a:cs typeface="Microsoft YaHei"/>
              </a:rPr>
              <a:t>Provider / RuntimeEvent</a:t>
            </a:r>
          </a:p>
          <a:p xmlns:a="http://schemas.openxmlformats.org/drawingml/2006/main">
            <a:pPr algn="l">
              <a:buNone/>
              <a:defRPr sz="1200" b="0" i="0">
                <a:solidFill>
                  <a:srgbClr val="667085"/>
                </a:solidFill>
                <a:latin typeface="Microsoft YaHei"/>
                <a:ea typeface="Microsoft YaHei"/>
                <a:cs typeface="Microsoft YaHei"/>
              </a:defRPr>
            </a:pPr>
            <a:r>
              <a:rPr sz="1125" b="0" i="0">
                <a:solidFill>
                  <a:srgbClr val="667085"/>
                </a:solidFill>
                <a:latin typeface="Microsoft YaHei"/>
                <a:ea typeface="Microsoft YaHei"/>
                <a:cs typeface="Microsoft YaHei"/>
              </a:rPr>
              <a:t>本地运行可读回</a:t>
            </a:r>
          </a:p>
        </p:txBody>
      </p:sp>
      <p:sp>
        <p:nvSpPr>
          <p:cNvPr id="33" name="">
            <a:extLst xmlns:a="http://schemas.openxmlformats.org/drawingml/2006/main">
              <a:ext uri="{FF2B5EF4-FFF2-40B4-BE49-F238E27FC236}">
                <a16:creationId xmlns:a16="http://schemas.microsoft.com/office/drawing/2014/main" id="{D08BFF40-00F6-42F3-A709-F0FF0B48333B}"/>
              </a:ext>
            </a:extLst>
          </p:cNvPr>
          <p:cNvSpPr>
            <a:spLocks xmlns:a="http://schemas.openxmlformats.org/drawingml/2006/main" noGrp="1"/>
          </p:cNvSpPr>
          <p:nvPr/>
        </p:nvSpPr>
        <p:spPr>
          <a:xfrm xmlns:a="http://schemas.openxmlformats.org/drawingml/2006/main">
            <a:off x="4267200" y="4343400"/>
            <a:ext cx="3276600" cy="1200150"/>
          </a:xfrm>
          <a:prstGeom xmlns:a="http://schemas.openxmlformats.org/drawingml/2006/main" prst="roundRect">
            <a:avLst>
              <a:gd name="adj" fmla="val 14286"/>
            </a:avLst>
          </a:prstGeom>
          <a:solidFill xmlns:a="http://schemas.openxmlformats.org/drawingml/2006/main">
            <a:srgbClr val="FFFFFF"/>
          </a:solidFill>
          <a:ln xmlns:a="http://schemas.openxmlformats.org/drawingml/2006/main" w="9525">
            <a:solidFill>
              <a:srgbClr val="DCE6F5"/>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34" name="">
            <a:extLst xmlns:a="http://schemas.openxmlformats.org/drawingml/2006/main">
              <a:ext uri="{FF2B5EF4-FFF2-40B4-BE49-F238E27FC236}">
                <a16:creationId xmlns:a16="http://schemas.microsoft.com/office/drawing/2014/main" id="{9A82C568-EB54-4F86-9719-69A443CDC221}"/>
              </a:ext>
            </a:extLst>
          </p:cNvPr>
          <p:cNvSpPr>
            <a:spLocks xmlns:a="http://schemas.openxmlformats.org/drawingml/2006/main" noGrp="1"/>
          </p:cNvSpPr>
          <p:nvPr/>
        </p:nvSpPr>
        <p:spPr>
          <a:xfrm xmlns:a="http://schemas.openxmlformats.org/drawingml/2006/main">
            <a:off x="4476750" y="4572000"/>
            <a:ext cx="323850" cy="323850"/>
          </a:xfrm>
          <a:prstGeom xmlns:a="http://schemas.openxmlformats.org/drawingml/2006/main" prst="ellipse">
            <a:avLst/>
          </a:prstGeom>
          <a:solidFill xmlns:a="http://schemas.openxmlformats.org/drawingml/2006/main">
            <a:srgbClr val="17A673"/>
          </a:solidFill>
          <a:ln xmlns:a="http://schemas.openxmlformats.org/drawingml/2006/main" w="0">
            <a:noFill/>
            <a:prstDash val="solid"/>
          </a:ln>
        </p:spPr>
      </p:sp>
      <p:sp>
        <p:nvSpPr>
          <p:cNvPr id="35" name="">
            <a:extLst xmlns:a="http://schemas.openxmlformats.org/drawingml/2006/main">
              <a:ext uri="{FF2B5EF4-FFF2-40B4-BE49-F238E27FC236}">
                <a16:creationId xmlns:a16="http://schemas.microsoft.com/office/drawing/2014/main" id="{633FE7DA-9E56-4BD7-9F7A-4A7695B09350}"/>
              </a:ext>
            </a:extLst>
          </p:cNvPr>
          <p:cNvSpPr>
            <a:spLocks xmlns:a="http://schemas.openxmlformats.org/drawingml/2006/main" noGrp="1"/>
          </p:cNvSpPr>
          <p:nvPr/>
        </p:nvSpPr>
        <p:spPr>
          <a:xfrm xmlns:a="http://schemas.openxmlformats.org/drawingml/2006/main">
            <a:off x="4476750" y="4638675"/>
            <a:ext cx="3238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1" i="0">
                <a:solidFill>
                  <a:srgbClr val="FFFFFF"/>
                </a:solidFill>
                <a:latin typeface="Microsoft YaHei"/>
                <a:ea typeface="Microsoft YaHei"/>
                <a:cs typeface="Microsoft YaHei"/>
              </a:defRPr>
            </a:pPr>
            <a:r>
              <a:rPr sz="1200" b="1" i="0">
                <a:solidFill>
                  <a:srgbClr val="FFFFFF"/>
                </a:solidFill>
                <a:latin typeface="Microsoft YaHei"/>
                <a:ea typeface="Microsoft YaHei"/>
                <a:cs typeface="Microsoft YaHei"/>
              </a:rPr>
              <a:t>✓</a:t>
            </a:r>
          </a:p>
        </p:txBody>
      </p:sp>
      <p:sp>
        <p:nvSpPr>
          <p:cNvPr id="36" name="">
            <a:extLst xmlns:a="http://schemas.openxmlformats.org/drawingml/2006/main">
              <a:ext uri="{FF2B5EF4-FFF2-40B4-BE49-F238E27FC236}">
                <a16:creationId xmlns:a16="http://schemas.microsoft.com/office/drawing/2014/main" id="{3444E849-D3A9-43C7-BF9A-8C9434B51348}"/>
              </a:ext>
            </a:extLst>
          </p:cNvPr>
          <p:cNvSpPr>
            <a:spLocks xmlns:a="http://schemas.openxmlformats.org/drawingml/2006/main" noGrp="1"/>
          </p:cNvSpPr>
          <p:nvPr/>
        </p:nvSpPr>
        <p:spPr>
          <a:xfrm xmlns:a="http://schemas.openxmlformats.org/drawingml/2006/main">
            <a:off x="4933950" y="4514850"/>
            <a:ext cx="2324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575" b="1" i="0">
                <a:solidFill>
                  <a:srgbClr val="111827"/>
                </a:solidFill>
                <a:latin typeface="Microsoft YaHei"/>
                <a:ea typeface="Microsoft YaHei"/>
                <a:cs typeface="Microsoft YaHei"/>
              </a:defRPr>
            </a:pPr>
            <a:r>
              <a:rPr sz="1500" b="1" i="0">
                <a:solidFill>
                  <a:srgbClr val="111827"/>
                </a:solidFill>
                <a:latin typeface="Microsoft YaHei"/>
                <a:ea typeface="Microsoft YaHei"/>
                <a:cs typeface="Microsoft YaHei"/>
              </a:rPr>
              <a:t>引用与拒答可见</a:t>
            </a:r>
          </a:p>
        </p:txBody>
      </p:sp>
      <p:sp>
        <p:nvSpPr>
          <p:cNvPr id="37" name="">
            <a:extLst xmlns:a="http://schemas.openxmlformats.org/drawingml/2006/main">
              <a:ext uri="{FF2B5EF4-FFF2-40B4-BE49-F238E27FC236}">
                <a16:creationId xmlns:a16="http://schemas.microsoft.com/office/drawing/2014/main" id="{101D2692-8CDD-4B60-95CF-492AB2A4B3C2}"/>
              </a:ext>
            </a:extLst>
          </p:cNvPr>
          <p:cNvSpPr>
            <a:spLocks xmlns:a="http://schemas.openxmlformats.org/drawingml/2006/main" noGrp="1"/>
          </p:cNvSpPr>
          <p:nvPr/>
        </p:nvSpPr>
        <p:spPr>
          <a:xfrm xmlns:a="http://schemas.openxmlformats.org/drawingml/2006/main">
            <a:off x="4933950" y="4914900"/>
            <a:ext cx="23241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200" b="0" i="0">
                <a:solidFill>
                  <a:srgbClr val="667085"/>
                </a:solidFill>
                <a:latin typeface="Microsoft YaHei"/>
                <a:ea typeface="Microsoft YaHei"/>
                <a:cs typeface="Microsoft YaHei"/>
              </a:defRPr>
            </a:pPr>
            <a:r>
              <a:rPr sz="1125" b="0" i="0">
                <a:solidFill>
                  <a:srgbClr val="667085"/>
                </a:solidFill>
                <a:latin typeface="Microsoft YaHei"/>
                <a:ea typeface="Microsoft YaHei"/>
                <a:cs typeface="Microsoft YaHei"/>
              </a:rPr>
              <a:t>Citation / Guard</a:t>
            </a:r>
          </a:p>
          <a:p xmlns:a="http://schemas.openxmlformats.org/drawingml/2006/main">
            <a:pPr algn="l">
              <a:buNone/>
              <a:defRPr sz="1200" b="0" i="0">
                <a:solidFill>
                  <a:srgbClr val="667085"/>
                </a:solidFill>
                <a:latin typeface="Microsoft YaHei"/>
                <a:ea typeface="Microsoft YaHei"/>
                <a:cs typeface="Microsoft YaHei"/>
              </a:defRPr>
            </a:pPr>
            <a:r>
              <a:rPr sz="1125" b="0" i="0">
                <a:solidFill>
                  <a:srgbClr val="667085"/>
                </a:solidFill>
                <a:latin typeface="Microsoft YaHei"/>
                <a:ea typeface="Microsoft YaHei"/>
                <a:cs typeface="Microsoft YaHei"/>
              </a:rPr>
              <a:t>引用与拒答可复核</a:t>
            </a:r>
          </a:p>
        </p:txBody>
      </p:sp>
      <p:sp>
        <p:nvSpPr>
          <p:cNvPr id="38" name="">
            <a:extLst xmlns:a="http://schemas.openxmlformats.org/drawingml/2006/main">
              <a:ext uri="{FF2B5EF4-FFF2-40B4-BE49-F238E27FC236}">
                <a16:creationId xmlns:a16="http://schemas.microsoft.com/office/drawing/2014/main" id="{915B5C15-EEE9-4585-B27F-51E7E83D4636}"/>
              </a:ext>
            </a:extLst>
          </p:cNvPr>
          <p:cNvSpPr>
            <a:spLocks xmlns:a="http://schemas.openxmlformats.org/drawingml/2006/main" noGrp="1"/>
          </p:cNvSpPr>
          <p:nvPr/>
        </p:nvSpPr>
        <p:spPr>
          <a:xfrm xmlns:a="http://schemas.openxmlformats.org/drawingml/2006/main">
            <a:off x="7848600" y="4343400"/>
            <a:ext cx="3276600" cy="1200150"/>
          </a:xfrm>
          <a:prstGeom xmlns:a="http://schemas.openxmlformats.org/drawingml/2006/main" prst="roundRect">
            <a:avLst>
              <a:gd name="adj" fmla="val 14286"/>
            </a:avLst>
          </a:prstGeom>
          <a:solidFill xmlns:a="http://schemas.openxmlformats.org/drawingml/2006/main">
            <a:srgbClr val="FFFFFF"/>
          </a:solidFill>
          <a:ln xmlns:a="http://schemas.openxmlformats.org/drawingml/2006/main" w="9525">
            <a:solidFill>
              <a:srgbClr val="DCE6F5"/>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39" name="">
            <a:extLst xmlns:a="http://schemas.openxmlformats.org/drawingml/2006/main">
              <a:ext uri="{FF2B5EF4-FFF2-40B4-BE49-F238E27FC236}">
                <a16:creationId xmlns:a16="http://schemas.microsoft.com/office/drawing/2014/main" id="{6D77F557-EDEC-4BE2-B1CE-221DCA3E956D}"/>
              </a:ext>
            </a:extLst>
          </p:cNvPr>
          <p:cNvSpPr>
            <a:spLocks xmlns:a="http://schemas.openxmlformats.org/drawingml/2006/main" noGrp="1"/>
          </p:cNvSpPr>
          <p:nvPr/>
        </p:nvSpPr>
        <p:spPr>
          <a:xfrm xmlns:a="http://schemas.openxmlformats.org/drawingml/2006/main">
            <a:off x="8058150" y="4572000"/>
            <a:ext cx="323850" cy="323850"/>
          </a:xfrm>
          <a:prstGeom xmlns:a="http://schemas.openxmlformats.org/drawingml/2006/main" prst="ellipse">
            <a:avLst/>
          </a:prstGeom>
          <a:solidFill xmlns:a="http://schemas.openxmlformats.org/drawingml/2006/main">
            <a:srgbClr val="17A673"/>
          </a:solidFill>
          <a:ln xmlns:a="http://schemas.openxmlformats.org/drawingml/2006/main" w="0">
            <a:noFill/>
            <a:prstDash val="solid"/>
          </a:ln>
        </p:spPr>
      </p:sp>
      <p:sp>
        <p:nvSpPr>
          <p:cNvPr id="40" name="">
            <a:extLst xmlns:a="http://schemas.openxmlformats.org/drawingml/2006/main">
              <a:ext uri="{FF2B5EF4-FFF2-40B4-BE49-F238E27FC236}">
                <a16:creationId xmlns:a16="http://schemas.microsoft.com/office/drawing/2014/main" id="{525382B6-9835-4B93-B708-3D9BCA1D0AA5}"/>
              </a:ext>
            </a:extLst>
          </p:cNvPr>
          <p:cNvSpPr>
            <a:spLocks xmlns:a="http://schemas.openxmlformats.org/drawingml/2006/main" noGrp="1"/>
          </p:cNvSpPr>
          <p:nvPr/>
        </p:nvSpPr>
        <p:spPr>
          <a:xfrm xmlns:a="http://schemas.openxmlformats.org/drawingml/2006/main">
            <a:off x="8058150" y="4638675"/>
            <a:ext cx="3238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1" i="0">
                <a:solidFill>
                  <a:srgbClr val="FFFFFF"/>
                </a:solidFill>
                <a:latin typeface="Microsoft YaHei"/>
                <a:ea typeface="Microsoft YaHei"/>
                <a:cs typeface="Microsoft YaHei"/>
              </a:defRPr>
            </a:pPr>
            <a:r>
              <a:rPr sz="1200" b="1" i="0">
                <a:solidFill>
                  <a:srgbClr val="FFFFFF"/>
                </a:solidFill>
                <a:latin typeface="Microsoft YaHei"/>
                <a:ea typeface="Microsoft YaHei"/>
                <a:cs typeface="Microsoft YaHei"/>
              </a:rPr>
              <a:t>✓</a:t>
            </a:r>
          </a:p>
        </p:txBody>
      </p:sp>
      <p:sp>
        <p:nvSpPr>
          <p:cNvPr id="41" name="">
            <a:extLst xmlns:a="http://schemas.openxmlformats.org/drawingml/2006/main">
              <a:ext uri="{FF2B5EF4-FFF2-40B4-BE49-F238E27FC236}">
                <a16:creationId xmlns:a16="http://schemas.microsoft.com/office/drawing/2014/main" id="{AFAA06BF-AFB7-4CF2-8847-FC5A1A0927DD}"/>
              </a:ext>
            </a:extLst>
          </p:cNvPr>
          <p:cNvSpPr>
            <a:spLocks xmlns:a="http://schemas.openxmlformats.org/drawingml/2006/main" noGrp="1"/>
          </p:cNvSpPr>
          <p:nvPr/>
        </p:nvSpPr>
        <p:spPr>
          <a:xfrm xmlns:a="http://schemas.openxmlformats.org/drawingml/2006/main">
            <a:off x="8515350" y="4514850"/>
            <a:ext cx="2324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575" b="1" i="0">
                <a:solidFill>
                  <a:srgbClr val="111827"/>
                </a:solidFill>
                <a:latin typeface="Microsoft YaHei"/>
                <a:ea typeface="Microsoft YaHei"/>
                <a:cs typeface="Microsoft YaHei"/>
              </a:defRPr>
            </a:pPr>
            <a:r>
              <a:rPr sz="1500" b="1" i="0">
                <a:solidFill>
                  <a:srgbClr val="111827"/>
                </a:solidFill>
                <a:latin typeface="Microsoft YaHei"/>
                <a:ea typeface="Microsoft YaHei"/>
                <a:cs typeface="Microsoft YaHei"/>
              </a:rPr>
              <a:t>项目可保存复现</a:t>
            </a:r>
          </a:p>
        </p:txBody>
      </p:sp>
      <p:sp>
        <p:nvSpPr>
          <p:cNvPr id="42" name="">
            <a:extLst xmlns:a="http://schemas.openxmlformats.org/drawingml/2006/main">
              <a:ext uri="{FF2B5EF4-FFF2-40B4-BE49-F238E27FC236}">
                <a16:creationId xmlns:a16="http://schemas.microsoft.com/office/drawing/2014/main" id="{7E803178-7941-42C1-A1DB-7806CAA6EFB5}"/>
              </a:ext>
            </a:extLst>
          </p:cNvPr>
          <p:cNvSpPr>
            <a:spLocks xmlns:a="http://schemas.openxmlformats.org/drawingml/2006/main" noGrp="1"/>
          </p:cNvSpPr>
          <p:nvPr/>
        </p:nvSpPr>
        <p:spPr>
          <a:xfrm xmlns:a="http://schemas.openxmlformats.org/drawingml/2006/main">
            <a:off x="8515350" y="4914900"/>
            <a:ext cx="23241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200" b="0" i="0">
                <a:solidFill>
                  <a:srgbClr val="667085"/>
                </a:solidFill>
                <a:latin typeface="Microsoft YaHei"/>
                <a:ea typeface="Microsoft YaHei"/>
                <a:cs typeface="Microsoft YaHei"/>
              </a:defRPr>
            </a:pPr>
            <a:r>
              <a:rPr sz="1125" b="0" i="0">
                <a:solidFill>
                  <a:srgbClr val="667085"/>
                </a:solidFill>
                <a:latin typeface="Microsoft YaHei"/>
                <a:ea typeface="Microsoft YaHei"/>
                <a:cs typeface="Microsoft YaHei"/>
              </a:rPr>
              <a:t>Workspace / Stable ID</a:t>
            </a:r>
          </a:p>
          <a:p xmlns:a="http://schemas.openxmlformats.org/drawingml/2006/main">
            <a:pPr algn="l">
              <a:buNone/>
              <a:defRPr sz="1200" b="0" i="0">
                <a:solidFill>
                  <a:srgbClr val="667085"/>
                </a:solidFill>
                <a:latin typeface="Microsoft YaHei"/>
                <a:ea typeface="Microsoft YaHei"/>
                <a:cs typeface="Microsoft YaHei"/>
              </a:defRPr>
            </a:pPr>
            <a:r>
              <a:rPr sz="1125" b="0" i="0">
                <a:solidFill>
                  <a:srgbClr val="667085"/>
                </a:solidFill>
                <a:latin typeface="Microsoft YaHei"/>
                <a:ea typeface="Microsoft YaHei"/>
                <a:cs typeface="Microsoft YaHei"/>
              </a:rPr>
              <a:t>保存重开语义一致</a:t>
            </a:r>
          </a:p>
        </p:txBody>
      </p:sp>
      <p:sp>
        <p:nvSpPr>
          <p:cNvPr id="43" name="">
            <a:extLst xmlns:a="http://schemas.openxmlformats.org/drawingml/2006/main">
              <a:ext uri="{FF2B5EF4-FFF2-40B4-BE49-F238E27FC236}">
                <a16:creationId xmlns:a16="http://schemas.microsoft.com/office/drawing/2014/main" id="{2F3F74DB-353E-4AC3-8319-F0E8F80D0AF6}"/>
              </a:ext>
            </a:extLst>
          </p:cNvPr>
          <p:cNvSpPr>
            <a:spLocks xmlns:a="http://schemas.openxmlformats.org/drawingml/2006/main" noGrp="1"/>
          </p:cNvSpPr>
          <p:nvPr/>
        </p:nvSpPr>
        <p:spPr>
          <a:xfrm xmlns:a="http://schemas.openxmlformats.org/drawingml/2006/main">
            <a:off x="8705850" y="5848350"/>
            <a:ext cx="2476500" cy="323850"/>
          </a:xfrm>
          <a:prstGeom xmlns:a="http://schemas.openxmlformats.org/drawingml/2006/main" prst="roundRect">
            <a:avLst>
              <a:gd name="adj" fmla="val 50000"/>
            </a:avLst>
          </a:prstGeom>
          <a:solidFill xmlns:a="http://schemas.openxmlformats.org/drawingml/2006/main">
            <a:srgbClr val="EAF2FF"/>
          </a:solidFill>
          <a:ln xmlns:a="http://schemas.openxmlformats.org/drawingml/2006/main" w="0">
            <a:noFill/>
            <a:prstDash val="solid"/>
          </a:ln>
        </p:spPr>
      </p:sp>
      <p:sp>
        <p:nvSpPr>
          <p:cNvPr id="44" name="">
            <a:extLst xmlns:a="http://schemas.openxmlformats.org/drawingml/2006/main">
              <a:ext uri="{FF2B5EF4-FFF2-40B4-BE49-F238E27FC236}">
                <a16:creationId xmlns:a16="http://schemas.microsoft.com/office/drawing/2014/main" id="{D229199D-0A09-4447-ADBA-1032DD292371}"/>
              </a:ext>
            </a:extLst>
          </p:cNvPr>
          <p:cNvSpPr>
            <a:spLocks xmlns:a="http://schemas.openxmlformats.org/drawingml/2006/main" noGrp="1"/>
          </p:cNvSpPr>
          <p:nvPr/>
        </p:nvSpPr>
        <p:spPr>
          <a:xfrm xmlns:a="http://schemas.openxmlformats.org/drawingml/2006/main">
            <a:off x="8801100" y="5915025"/>
            <a:ext cx="2286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050" b="1" i="0">
                <a:solidFill>
                  <a:srgbClr val="E5484D"/>
                </a:solidFill>
                <a:latin typeface="Microsoft YaHei"/>
                <a:ea typeface="Microsoft YaHei"/>
                <a:cs typeface="Microsoft YaHei"/>
              </a:defRPr>
            </a:pPr>
            <a:r>
              <a:rPr sz="1125" b="1" i="0">
                <a:solidFill>
                  <a:srgbClr val="176BFF"/>
                </a:solidFill>
                <a:latin typeface="Microsoft YaHei"/>
                <a:ea typeface="Microsoft YaHei"/>
                <a:cs typeface="Microsoft YaHei"/>
              </a:rPr>
              <a:t>闭环证据：五步连续呈现</a:t>
            </a:r>
          </a:p>
        </p:txBody>
      </p:sp>
      <p:sp>
        <p:nvSpPr>
          <p:cNvPr id="45" name="">
            <a:extLst xmlns:a="http://schemas.openxmlformats.org/drawingml/2006/main">
              <a:ext uri="{FF2B5EF4-FFF2-40B4-BE49-F238E27FC236}">
                <a16:creationId xmlns:a16="http://schemas.microsoft.com/office/drawing/2014/main" id="{108F5750-0E1E-40F3-9F23-28AE1F1975A9}"/>
              </a:ext>
            </a:extLst>
          </p:cNvPr>
          <p:cNvSpPr>
            <a:spLocks xmlns:a="http://schemas.openxmlformats.org/drawingml/2006/main" noGrp="1"/>
          </p:cNvSpPr>
          <p:nvPr/>
        </p:nvSpPr>
        <p:spPr>
          <a:xfrm xmlns:a="http://schemas.openxmlformats.org/drawingml/2006/main">
            <a:off x="685800" y="6496050"/>
            <a:ext cx="10820400" cy="9525"/>
          </a:xfrm>
          <a:prstGeom xmlns:a="http://schemas.openxmlformats.org/drawingml/2006/main" prst="rect">
            <a:avLst/>
          </a:prstGeom>
          <a:solidFill xmlns:a="http://schemas.openxmlformats.org/drawingml/2006/main">
            <a:srgbClr val="DCE3EC"/>
          </a:solidFill>
          <a:ln xmlns:a="http://schemas.openxmlformats.org/drawingml/2006/main" w="0">
            <a:noFill/>
            <a:prstDash val="solid"/>
          </a:ln>
        </p:spPr>
      </p:sp>
      <p:sp>
        <p:nvSpPr>
          <p:cNvPr id="46" name="">
            <a:extLst xmlns:a="http://schemas.openxmlformats.org/drawingml/2006/main">
              <a:ext uri="{FF2B5EF4-FFF2-40B4-BE49-F238E27FC236}">
                <a16:creationId xmlns:a16="http://schemas.microsoft.com/office/drawing/2014/main" id="{E5473D5A-F999-426D-96D7-1D006B6715DD}"/>
              </a:ext>
            </a:extLst>
          </p:cNvPr>
          <p:cNvSpPr>
            <a:spLocks xmlns:a="http://schemas.openxmlformats.org/drawingml/2006/main" noGrp="1"/>
          </p:cNvSpPr>
          <p:nvPr/>
        </p:nvSpPr>
        <p:spPr>
          <a:xfrm xmlns:a="http://schemas.openxmlformats.org/drawingml/2006/main">
            <a:off x="685800" y="6553200"/>
            <a:ext cx="476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975" b="0" i="0">
                <a:solidFill>
                  <a:srgbClr val="98A2B3"/>
                </a:solidFill>
                <a:latin typeface="Microsoft YaHei"/>
                <a:ea typeface="Microsoft YaHei"/>
                <a:cs typeface="Microsoft YaHei"/>
              </a:defRPr>
            </a:pPr>
            <a:r>
              <a:rPr sz="975" b="0" i="0">
                <a:solidFill>
                  <a:srgbClr val="98A2B3"/>
                </a:solidFill>
                <a:latin typeface="Microsoft YaHei"/>
                <a:ea typeface="Microsoft YaHei"/>
                <a:cs typeface="Microsoft YaHei"/>
              </a:rPr>
              <a:t>Blocky Studio · Agent 搭建教育</a:t>
            </a:r>
          </a:p>
        </p:txBody>
      </p:sp>
      <p:sp>
        <p:nvSpPr>
          <p:cNvPr id="47" name="">
            <a:extLst xmlns:a="http://schemas.openxmlformats.org/drawingml/2006/main">
              <a:ext uri="{FF2B5EF4-FFF2-40B4-BE49-F238E27FC236}">
                <a16:creationId xmlns:a16="http://schemas.microsoft.com/office/drawing/2014/main" id="{8DBEA014-107A-40CA-8682-5991D33EB86C}"/>
              </a:ext>
            </a:extLst>
          </p:cNvPr>
          <p:cNvSpPr>
            <a:spLocks xmlns:a="http://schemas.openxmlformats.org/drawingml/2006/main" noGrp="1"/>
          </p:cNvSpPr>
          <p:nvPr/>
        </p:nvSpPr>
        <p:spPr>
          <a:xfrm xmlns:a="http://schemas.openxmlformats.org/drawingml/2006/main">
            <a:off x="10953750" y="6553200"/>
            <a:ext cx="552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975" b="0" i="0">
                <a:solidFill>
                  <a:srgbClr val="98A2B3"/>
                </a:solidFill>
                <a:latin typeface="Microsoft YaHei"/>
                <a:ea typeface="Microsoft YaHei"/>
                <a:cs typeface="Microsoft YaHei"/>
              </a:defRPr>
            </a:pPr>
            <a:r>
              <a:rPr sz="975" b="0" i="0">
                <a:solidFill>
                  <a:srgbClr val="98A2B3"/>
                </a:solidFill>
                <a:latin typeface="Microsoft YaHei"/>
                <a:ea typeface="Microsoft YaHei"/>
                <a:cs typeface="Microsoft YaHei"/>
              </a:rPr>
              <a:t>06</a:t>
            </a:r>
          </a:p>
        </p:txBody>
      </p:sp>
    </p:spTree>
    <p:extLst>
      <p:ext uri="{BB962C8B-B14F-4D97-AF65-F5344CB8AC3E}">
        <p14:creationId xmlns:p14="http://schemas.microsoft.com/office/powerpoint/2010/main" val="74098566"/>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7DFB98D4-8A9E-4310-AC05-96F1315D6B3C}"/>
              </a:ext>
            </a:extLst>
          </p:cNvPr>
          <p:cNvSpPr>
            <a:spLocks xmlns:a="http://schemas.openxmlformats.org/drawingml/2006/main" noGrp="1"/>
          </p:cNvSpPr>
          <p:nvPr/>
        </p:nvSpPr>
        <p:spPr>
          <a:xfrm xmlns:a="http://schemas.openxmlformats.org/drawingml/2006/main">
            <a:off x="685800" y="40005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200" b="1" i="0">
                <a:solidFill>
                  <a:srgbClr val="176BFF"/>
                </a:solidFill>
                <a:latin typeface="Microsoft YaHei"/>
                <a:ea typeface="Microsoft YaHei"/>
                <a:cs typeface="Microsoft YaHei"/>
              </a:defRPr>
            </a:pPr>
            <a:r>
              <a:rPr sz="1200" b="1" i="0">
                <a:solidFill>
                  <a:srgbClr val="176BFF"/>
                </a:solidFill>
                <a:latin typeface="Microsoft YaHei"/>
                <a:ea typeface="Microsoft YaHei"/>
                <a:cs typeface="Microsoft YaHei"/>
              </a:rPr>
              <a:t>PRODUCT MAP · 最终产品全景</a:t>
            </a:r>
          </a:p>
        </p:txBody>
      </p:sp>
      <p:sp>
        <p:nvSpPr>
          <p:cNvPr id="2" name="">
            <a:extLst xmlns:a="http://schemas.openxmlformats.org/drawingml/2006/main">
              <a:ext uri="{FF2B5EF4-FFF2-40B4-BE49-F238E27FC236}">
                <a16:creationId xmlns:a16="http://schemas.microsoft.com/office/drawing/2014/main" id="{1EB70E22-46A8-4D3F-A933-FA5CB30DFEE0}"/>
              </a:ext>
            </a:extLst>
          </p:cNvPr>
          <p:cNvSpPr>
            <a:spLocks xmlns:a="http://schemas.openxmlformats.org/drawingml/2006/main" noGrp="1"/>
          </p:cNvSpPr>
          <p:nvPr/>
        </p:nvSpPr>
        <p:spPr>
          <a:xfrm xmlns:a="http://schemas.openxmlformats.org/drawingml/2006/main">
            <a:off x="685800" y="742950"/>
            <a:ext cx="108204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3150" b="1" i="0">
                <a:solidFill>
                  <a:srgbClr val="111827"/>
                </a:solidFill>
                <a:latin typeface="Microsoft YaHei"/>
                <a:ea typeface="Microsoft YaHei"/>
                <a:cs typeface="Microsoft YaHei"/>
              </a:defRPr>
            </a:pPr>
            <a:r>
              <a:rPr sz="2700" b="1" i="0">
                <a:solidFill>
                  <a:srgbClr val="111827"/>
                </a:solidFill>
                <a:latin typeface="Microsoft YaHei"/>
                <a:ea typeface="Microsoft YaHei"/>
                <a:cs typeface="Microsoft YaHei"/>
              </a:rPr>
              <a:t>一套 Scratch 式 Agent 语言，贯通产品、解决方案与生态</a:t>
            </a:r>
          </a:p>
        </p:txBody>
      </p:sp>
      <p:sp>
        <p:nvSpPr>
          <p:cNvPr id="3" name="">
            <a:extLst xmlns:a="http://schemas.openxmlformats.org/drawingml/2006/main">
              <a:ext uri="{FF2B5EF4-FFF2-40B4-BE49-F238E27FC236}">
                <a16:creationId xmlns:a16="http://schemas.microsoft.com/office/drawing/2014/main" id="{A57B9416-8927-4FDD-917D-66714D817F13}"/>
              </a:ext>
            </a:extLst>
          </p:cNvPr>
          <p:cNvSpPr>
            <a:spLocks xmlns:a="http://schemas.openxmlformats.org/drawingml/2006/main" noGrp="1"/>
          </p:cNvSpPr>
          <p:nvPr/>
        </p:nvSpPr>
        <p:spPr>
          <a:xfrm xmlns:a="http://schemas.openxmlformats.org/drawingml/2006/main">
            <a:off x="685800" y="1381125"/>
            <a:ext cx="10820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500" b="0" i="0">
                <a:solidFill>
                  <a:srgbClr val="64748B"/>
                </a:solidFill>
                <a:latin typeface="Microsoft YaHei"/>
                <a:ea typeface="Microsoft YaHei"/>
                <a:cs typeface="Microsoft YaHei"/>
              </a:defRPr>
            </a:pPr>
            <a:r>
              <a:rPr sz="1425" b="0" i="0">
                <a:solidFill>
                  <a:srgbClr val="667085"/>
                </a:solidFill>
                <a:latin typeface="Microsoft YaHei"/>
                <a:ea typeface="Microsoft YaHei"/>
                <a:cs typeface="Microsoft YaHei"/>
              </a:rPr>
              <a:t>教育是首个入口；同一项目格式承载个人创作、项目积木化、办公自动化、场景定制、社区与多端运行。</a:t>
            </a:r>
          </a:p>
        </p:txBody>
      </p:sp>
      <p:sp>
        <p:nvSpPr>
          <p:cNvPr id="4" name="">
            <a:extLst xmlns:a="http://schemas.openxmlformats.org/drawingml/2006/main">
              <a:ext uri="{FF2B5EF4-FFF2-40B4-BE49-F238E27FC236}">
                <a16:creationId xmlns:a16="http://schemas.microsoft.com/office/drawing/2014/main" id="{D5B99917-4785-4FF2-9985-F6BA06501A99}"/>
              </a:ext>
            </a:extLst>
          </p:cNvPr>
          <p:cNvSpPr>
            <a:spLocks xmlns:a="http://schemas.openxmlformats.org/drawingml/2006/main" noGrp="1"/>
          </p:cNvSpPr>
          <p:nvPr/>
        </p:nvSpPr>
        <p:spPr>
          <a:xfrm xmlns:a="http://schemas.openxmlformats.org/drawingml/2006/main">
            <a:off x="2343150" y="3095625"/>
            <a:ext cx="742950" cy="38100"/>
          </a:xfrm>
          <a:prstGeom xmlns:a="http://schemas.openxmlformats.org/drawingml/2006/main" prst="rect">
            <a:avLst/>
          </a:prstGeom>
          <a:solidFill xmlns:a="http://schemas.openxmlformats.org/drawingml/2006/main">
            <a:srgbClr val="DCE3EC"/>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03B5AC8B-8B9F-4695-9A04-96E9C71C918E}"/>
              </a:ext>
            </a:extLst>
          </p:cNvPr>
          <p:cNvSpPr>
            <a:spLocks xmlns:a="http://schemas.openxmlformats.org/drawingml/2006/main" noGrp="1"/>
          </p:cNvSpPr>
          <p:nvPr/>
        </p:nvSpPr>
        <p:spPr>
          <a:xfrm xmlns:a="http://schemas.openxmlformats.org/drawingml/2006/main">
            <a:off x="2543175" y="2847975"/>
            <a:ext cx="3429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2025" b="1" i="0">
                <a:solidFill>
                  <a:srgbClr val="176BFF"/>
                </a:solidFill>
                <a:latin typeface="Microsoft YaHei"/>
                <a:ea typeface="Microsoft YaHei"/>
                <a:cs typeface="Microsoft YaHei"/>
              </a:defRPr>
            </a:pPr>
            <a:r>
              <a:rPr sz="2025" b="1" i="0">
                <a:solidFill>
                  <a:srgbClr val="176BFF"/>
                </a:solidFill>
                <a:latin typeface="Microsoft YaHei"/>
                <a:ea typeface="Microsoft YaHei"/>
                <a:cs typeface="Microsoft YaHei"/>
              </a:rPr>
              <a:t>→</a:t>
            </a:r>
          </a:p>
        </p:txBody>
      </p:sp>
      <p:sp>
        <p:nvSpPr>
          <p:cNvPr id="6" name="">
            <a:extLst xmlns:a="http://schemas.openxmlformats.org/drawingml/2006/main">
              <a:ext uri="{FF2B5EF4-FFF2-40B4-BE49-F238E27FC236}">
                <a16:creationId xmlns:a16="http://schemas.microsoft.com/office/drawing/2014/main" id="{7F3CCDC8-7024-494D-AA95-7BFAEFB3498F}"/>
              </a:ext>
            </a:extLst>
          </p:cNvPr>
          <p:cNvSpPr>
            <a:spLocks xmlns:a="http://schemas.openxmlformats.org/drawingml/2006/main" noGrp="1"/>
          </p:cNvSpPr>
          <p:nvPr/>
        </p:nvSpPr>
        <p:spPr>
          <a:xfrm xmlns:a="http://schemas.openxmlformats.org/drawingml/2006/main">
            <a:off x="4495800" y="3095625"/>
            <a:ext cx="742950" cy="38100"/>
          </a:xfrm>
          <a:prstGeom xmlns:a="http://schemas.openxmlformats.org/drawingml/2006/main" prst="rect">
            <a:avLst/>
          </a:prstGeom>
          <a:solidFill xmlns:a="http://schemas.openxmlformats.org/drawingml/2006/main">
            <a:srgbClr val="DCE3EC"/>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458FE4A2-B622-4C5E-AFC6-49E01F515B67}"/>
              </a:ext>
            </a:extLst>
          </p:cNvPr>
          <p:cNvSpPr>
            <a:spLocks xmlns:a="http://schemas.openxmlformats.org/drawingml/2006/main" noGrp="1"/>
          </p:cNvSpPr>
          <p:nvPr/>
        </p:nvSpPr>
        <p:spPr>
          <a:xfrm xmlns:a="http://schemas.openxmlformats.org/drawingml/2006/main">
            <a:off x="4695825" y="2847975"/>
            <a:ext cx="3429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2025" b="1" i="0">
                <a:solidFill>
                  <a:srgbClr val="176BFF"/>
                </a:solidFill>
                <a:latin typeface="Microsoft YaHei"/>
                <a:ea typeface="Microsoft YaHei"/>
                <a:cs typeface="Microsoft YaHei"/>
              </a:defRPr>
            </a:pPr>
            <a:r>
              <a:rPr sz="2025" b="1" i="0">
                <a:solidFill>
                  <a:srgbClr val="176BFF"/>
                </a:solidFill>
                <a:latin typeface="Microsoft YaHei"/>
                <a:ea typeface="Microsoft YaHei"/>
                <a:cs typeface="Microsoft YaHei"/>
              </a:rPr>
              <a:t>→</a:t>
            </a:r>
          </a:p>
        </p:txBody>
      </p:sp>
      <p:sp>
        <p:nvSpPr>
          <p:cNvPr id="8" name="">
            <a:extLst xmlns:a="http://schemas.openxmlformats.org/drawingml/2006/main">
              <a:ext uri="{FF2B5EF4-FFF2-40B4-BE49-F238E27FC236}">
                <a16:creationId xmlns:a16="http://schemas.microsoft.com/office/drawing/2014/main" id="{E05E4D1E-C2BE-43FE-97BC-475FE4A6E679}"/>
              </a:ext>
            </a:extLst>
          </p:cNvPr>
          <p:cNvSpPr>
            <a:spLocks xmlns:a="http://schemas.openxmlformats.org/drawingml/2006/main" noGrp="1"/>
          </p:cNvSpPr>
          <p:nvPr/>
        </p:nvSpPr>
        <p:spPr>
          <a:xfrm xmlns:a="http://schemas.openxmlformats.org/drawingml/2006/main">
            <a:off x="6648450" y="3095625"/>
            <a:ext cx="742950" cy="38100"/>
          </a:xfrm>
          <a:prstGeom xmlns:a="http://schemas.openxmlformats.org/drawingml/2006/main" prst="rect">
            <a:avLst/>
          </a:prstGeom>
          <a:solidFill xmlns:a="http://schemas.openxmlformats.org/drawingml/2006/main">
            <a:srgbClr val="DCE3EC"/>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1D9FA4B3-0E29-4B42-9E8B-B19439EE3E86}"/>
              </a:ext>
            </a:extLst>
          </p:cNvPr>
          <p:cNvSpPr>
            <a:spLocks xmlns:a="http://schemas.openxmlformats.org/drawingml/2006/main" noGrp="1"/>
          </p:cNvSpPr>
          <p:nvPr/>
        </p:nvSpPr>
        <p:spPr>
          <a:xfrm xmlns:a="http://schemas.openxmlformats.org/drawingml/2006/main">
            <a:off x="6848475" y="2847975"/>
            <a:ext cx="3429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2025" b="1" i="0">
                <a:solidFill>
                  <a:srgbClr val="176BFF"/>
                </a:solidFill>
                <a:latin typeface="Microsoft YaHei"/>
                <a:ea typeface="Microsoft YaHei"/>
                <a:cs typeface="Microsoft YaHei"/>
              </a:defRPr>
            </a:pPr>
            <a:r>
              <a:rPr sz="2025" b="1" i="0">
                <a:solidFill>
                  <a:srgbClr val="176BFF"/>
                </a:solidFill>
                <a:latin typeface="Microsoft YaHei"/>
                <a:ea typeface="Microsoft YaHei"/>
                <a:cs typeface="Microsoft YaHei"/>
              </a:rPr>
              <a:t>→</a:t>
            </a:r>
          </a:p>
        </p:txBody>
      </p:sp>
      <p:sp>
        <p:nvSpPr>
          <p:cNvPr id="10" name="">
            <a:extLst xmlns:a="http://schemas.openxmlformats.org/drawingml/2006/main">
              <a:ext uri="{FF2B5EF4-FFF2-40B4-BE49-F238E27FC236}">
                <a16:creationId xmlns:a16="http://schemas.microsoft.com/office/drawing/2014/main" id="{E0E01B1A-FBF1-410D-A8FE-40496C9C23D5}"/>
              </a:ext>
            </a:extLst>
          </p:cNvPr>
          <p:cNvSpPr>
            <a:spLocks xmlns:a="http://schemas.openxmlformats.org/drawingml/2006/main" noGrp="1"/>
          </p:cNvSpPr>
          <p:nvPr/>
        </p:nvSpPr>
        <p:spPr>
          <a:xfrm xmlns:a="http://schemas.openxmlformats.org/drawingml/2006/main">
            <a:off x="8801100" y="3095625"/>
            <a:ext cx="742950" cy="38100"/>
          </a:xfrm>
          <a:prstGeom xmlns:a="http://schemas.openxmlformats.org/drawingml/2006/main" prst="rect">
            <a:avLst/>
          </a:prstGeom>
          <a:solidFill xmlns:a="http://schemas.openxmlformats.org/drawingml/2006/main">
            <a:srgbClr val="DCE3EC"/>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B4327299-7A47-4BD8-8DDF-623868A858F8}"/>
              </a:ext>
            </a:extLst>
          </p:cNvPr>
          <p:cNvSpPr>
            <a:spLocks xmlns:a="http://schemas.openxmlformats.org/drawingml/2006/main" noGrp="1"/>
          </p:cNvSpPr>
          <p:nvPr/>
        </p:nvSpPr>
        <p:spPr>
          <a:xfrm xmlns:a="http://schemas.openxmlformats.org/drawingml/2006/main">
            <a:off x="9001125" y="2847975"/>
            <a:ext cx="3429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2025" b="1" i="0">
                <a:solidFill>
                  <a:srgbClr val="176BFF"/>
                </a:solidFill>
                <a:latin typeface="Microsoft YaHei"/>
                <a:ea typeface="Microsoft YaHei"/>
                <a:cs typeface="Microsoft YaHei"/>
              </a:defRPr>
            </a:pPr>
            <a:r>
              <a:rPr sz="2025" b="1" i="0">
                <a:solidFill>
                  <a:srgbClr val="176BFF"/>
                </a:solidFill>
                <a:latin typeface="Microsoft YaHei"/>
                <a:ea typeface="Microsoft YaHei"/>
                <a:cs typeface="Microsoft YaHei"/>
              </a:rPr>
              <a:t>→</a:t>
            </a:r>
          </a:p>
        </p:txBody>
      </p:sp>
      <p:sp>
        <p:nvSpPr>
          <p:cNvPr id="12" name="">
            <a:extLst xmlns:a="http://schemas.openxmlformats.org/drawingml/2006/main">
              <a:ext uri="{FF2B5EF4-FFF2-40B4-BE49-F238E27FC236}">
                <a16:creationId xmlns:a16="http://schemas.microsoft.com/office/drawing/2014/main" id="{21809E88-4FD6-4362-9922-851886FF0330}"/>
              </a:ext>
            </a:extLst>
          </p:cNvPr>
          <p:cNvSpPr>
            <a:spLocks xmlns:a="http://schemas.openxmlformats.org/drawingml/2006/main" noGrp="1"/>
          </p:cNvSpPr>
          <p:nvPr/>
        </p:nvSpPr>
        <p:spPr>
          <a:xfrm xmlns:a="http://schemas.openxmlformats.org/drawingml/2006/main">
            <a:off x="685800" y="2286000"/>
            <a:ext cx="1676400" cy="1676400"/>
          </a:xfrm>
          <a:prstGeom xmlns:a="http://schemas.openxmlformats.org/drawingml/2006/main" prst="roundRect">
            <a:avLst>
              <a:gd name="adj" fmla="val 12500"/>
            </a:avLst>
          </a:prstGeom>
          <a:solidFill xmlns:a="http://schemas.openxmlformats.org/drawingml/2006/main">
            <a:srgbClr val="F4F7FB"/>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B4A020EA-0F76-4C5F-99C3-F8E787B2D439}"/>
              </a:ext>
            </a:extLst>
          </p:cNvPr>
          <p:cNvSpPr>
            <a:spLocks xmlns:a="http://schemas.openxmlformats.org/drawingml/2006/main" noGrp="1"/>
          </p:cNvSpPr>
          <p:nvPr/>
        </p:nvSpPr>
        <p:spPr>
          <a:xfrm xmlns:a="http://schemas.openxmlformats.org/drawingml/2006/main">
            <a:off x="838200" y="2628900"/>
            <a:ext cx="13716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97222"/>
          </a:bodyPr>
          <a:lstStyle xmlns:a="http://schemas.openxmlformats.org/drawingml/2006/main"/>
          <a:p xmlns:a="http://schemas.openxmlformats.org/drawingml/2006/main">
            <a:r>
              <a:t>积木创作
内部代码</a:t>
            </a:r>
          </a:p>
        </p:txBody>
      </p:sp>
      <p:sp>
        <p:nvSpPr>
          <p:cNvPr id="14" name="">
            <a:extLst xmlns:a="http://schemas.openxmlformats.org/drawingml/2006/main">
              <a:ext uri="{FF2B5EF4-FFF2-40B4-BE49-F238E27FC236}">
                <a16:creationId xmlns:a16="http://schemas.microsoft.com/office/drawing/2014/main" id="{54209DFC-0DB0-4F03-997E-ED022F5387FD}"/>
              </a:ext>
            </a:extLst>
          </p:cNvPr>
          <p:cNvSpPr>
            <a:spLocks xmlns:a="http://schemas.openxmlformats.org/drawingml/2006/main" noGrp="1"/>
          </p:cNvSpPr>
          <p:nvPr/>
        </p:nvSpPr>
        <p:spPr>
          <a:xfrm xmlns:a="http://schemas.openxmlformats.org/drawingml/2006/main">
            <a:off x="819150" y="3371850"/>
            <a:ext cx="14097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52083"/>
          </a:bodyPr>
          <a:lstStyle xmlns:a="http://schemas.openxmlformats.org/drawingml/2006/main"/>
          <a:p xmlns:a="http://schemas.openxmlformats.org/drawingml/2006/main">
            <a:r>
              <a:t>7→12 类投影
参数 / 代码 / 回退</a:t>
            </a:r>
          </a:p>
        </p:txBody>
      </p:sp>
      <p:sp>
        <p:nvSpPr>
          <p:cNvPr id="15" name="">
            <a:extLst xmlns:a="http://schemas.openxmlformats.org/drawingml/2006/main">
              <a:ext uri="{FF2B5EF4-FFF2-40B4-BE49-F238E27FC236}">
                <a16:creationId xmlns:a16="http://schemas.microsoft.com/office/drawing/2014/main" id="{5FE863CB-E606-406C-8E49-63E027468A18}"/>
              </a:ext>
            </a:extLst>
          </p:cNvPr>
          <p:cNvSpPr>
            <a:spLocks xmlns:a="http://schemas.openxmlformats.org/drawingml/2006/main" noGrp="1"/>
          </p:cNvSpPr>
          <p:nvPr/>
        </p:nvSpPr>
        <p:spPr>
          <a:xfrm xmlns:a="http://schemas.openxmlformats.org/drawingml/2006/main">
            <a:off x="2838450" y="2286000"/>
            <a:ext cx="1676400" cy="1676400"/>
          </a:xfrm>
          <a:prstGeom xmlns:a="http://schemas.openxmlformats.org/drawingml/2006/main" prst="roundRect">
            <a:avLst>
              <a:gd name="adj" fmla="val 12500"/>
            </a:avLst>
          </a:prstGeom>
          <a:solidFill xmlns:a="http://schemas.openxmlformats.org/drawingml/2006/main">
            <a:srgbClr val="F4F7FB"/>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37EBB333-8FEB-4A68-A6D7-A07BB5A5EF49}"/>
              </a:ext>
            </a:extLst>
          </p:cNvPr>
          <p:cNvSpPr>
            <a:spLocks xmlns:a="http://schemas.openxmlformats.org/drawingml/2006/main" noGrp="1"/>
          </p:cNvSpPr>
          <p:nvPr/>
        </p:nvSpPr>
        <p:spPr>
          <a:xfrm xmlns:a="http://schemas.openxmlformats.org/drawingml/2006/main">
            <a:off x="2990850" y="2628900"/>
            <a:ext cx="13716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97222"/>
          </a:bodyPr>
          <a:lstStyle xmlns:a="http://schemas.openxmlformats.org/drawingml/2006/main"/>
          <a:p xmlns:a="http://schemas.openxmlformats.org/drawingml/2006/main">
            <a:r>
              <a:t>多画布
AppSurface</a:t>
            </a:r>
          </a:p>
        </p:txBody>
      </p:sp>
      <p:sp>
        <p:nvSpPr>
          <p:cNvPr id="17" name="">
            <a:extLst xmlns:a="http://schemas.openxmlformats.org/drawingml/2006/main">
              <a:ext uri="{FF2B5EF4-FFF2-40B4-BE49-F238E27FC236}">
                <a16:creationId xmlns:a16="http://schemas.microsoft.com/office/drawing/2014/main" id="{F0CA3A16-F7D2-4375-AD05-98B39C160E7B}"/>
              </a:ext>
            </a:extLst>
          </p:cNvPr>
          <p:cNvSpPr>
            <a:spLocks xmlns:a="http://schemas.openxmlformats.org/drawingml/2006/main" noGrp="1"/>
          </p:cNvSpPr>
          <p:nvPr/>
        </p:nvSpPr>
        <p:spPr>
          <a:xfrm xmlns:a="http://schemas.openxmlformats.org/drawingml/2006/main">
            <a:off x="2971800" y="3371850"/>
            <a:ext cx="14097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52083"/>
          </a:bodyPr>
          <a:lstStyle xmlns:a="http://schemas.openxmlformats.org/drawingml/2006/main"/>
          <a:p xmlns:a="http://schemas.openxmlformats.org/drawingml/2006/main">
            <a:r>
              <a:t>稳定引用 / 前端源码
隔离预览 / Bridge</a:t>
            </a:r>
          </a:p>
        </p:txBody>
      </p:sp>
      <p:sp>
        <p:nvSpPr>
          <p:cNvPr id="18" name="">
            <a:extLst xmlns:a="http://schemas.openxmlformats.org/drawingml/2006/main">
              <a:ext uri="{FF2B5EF4-FFF2-40B4-BE49-F238E27FC236}">
                <a16:creationId xmlns:a16="http://schemas.microsoft.com/office/drawing/2014/main" id="{6ABBCBCB-D598-47CF-A31D-DE2AFCFB5AD4}"/>
              </a:ext>
            </a:extLst>
          </p:cNvPr>
          <p:cNvSpPr>
            <a:spLocks xmlns:a="http://schemas.openxmlformats.org/drawingml/2006/main" noGrp="1"/>
          </p:cNvSpPr>
          <p:nvPr/>
        </p:nvSpPr>
        <p:spPr>
          <a:xfrm xmlns:a="http://schemas.openxmlformats.org/drawingml/2006/main">
            <a:off x="4991100" y="2286000"/>
            <a:ext cx="1676400" cy="1676400"/>
          </a:xfrm>
          <a:prstGeom xmlns:a="http://schemas.openxmlformats.org/drawingml/2006/main" prst="roundRect">
            <a:avLst>
              <a:gd name="adj" fmla="val 12500"/>
            </a:avLst>
          </a:prstGeom>
          <a:solidFill xmlns:a="http://schemas.openxmlformats.org/drawingml/2006/main">
            <a:srgbClr val="F4F7FB"/>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0DB15EC2-77A0-44D3-961C-3C1B64DF7D93}"/>
              </a:ext>
            </a:extLst>
          </p:cNvPr>
          <p:cNvSpPr>
            <a:spLocks xmlns:a="http://schemas.openxmlformats.org/drawingml/2006/main" noGrp="1"/>
          </p:cNvSpPr>
          <p:nvPr/>
        </p:nvSpPr>
        <p:spPr>
          <a:xfrm xmlns:a="http://schemas.openxmlformats.org/drawingml/2006/main">
            <a:off x="5143500" y="2628900"/>
            <a:ext cx="13716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97222"/>
          </a:bodyPr>
          <a:lstStyle xmlns:a="http://schemas.openxmlformats.org/drawingml/2006/main"/>
          <a:p xmlns:a="http://schemas.openxmlformats.org/drawingml/2006/main">
            <a:r>
              <a:t>办公 Agent
+ RPA</a:t>
            </a:r>
          </a:p>
        </p:txBody>
      </p:sp>
      <p:sp>
        <p:nvSpPr>
          <p:cNvPr id="20" name="">
            <a:extLst xmlns:a="http://schemas.openxmlformats.org/drawingml/2006/main">
              <a:ext uri="{FF2B5EF4-FFF2-40B4-BE49-F238E27FC236}">
                <a16:creationId xmlns:a16="http://schemas.microsoft.com/office/drawing/2014/main" id="{B4BA4644-3DF6-4D5D-A39E-7633F3E10712}"/>
              </a:ext>
            </a:extLst>
          </p:cNvPr>
          <p:cNvSpPr>
            <a:spLocks xmlns:a="http://schemas.openxmlformats.org/drawingml/2006/main" noGrp="1"/>
          </p:cNvSpPr>
          <p:nvPr/>
        </p:nvSpPr>
        <p:spPr>
          <a:xfrm xmlns:a="http://schemas.openxmlformats.org/drawingml/2006/main">
            <a:off x="5124450" y="3371850"/>
            <a:ext cx="14097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52083"/>
          </a:bodyPr>
          <a:lstStyle xmlns:a="http://schemas.openxmlformats.org/drawingml/2006/main"/>
          <a:p xmlns:a="http://schemas.openxmlformats.org/drawingml/2006/main">
            <a:r>
              <a:t>浏览器 / 桌面 / 表格
审批 / 检查点 / 恢复</a:t>
            </a:r>
          </a:p>
        </p:txBody>
      </p:sp>
      <p:sp>
        <p:nvSpPr>
          <p:cNvPr id="21" name="">
            <a:extLst xmlns:a="http://schemas.openxmlformats.org/drawingml/2006/main">
              <a:ext uri="{FF2B5EF4-FFF2-40B4-BE49-F238E27FC236}">
                <a16:creationId xmlns:a16="http://schemas.microsoft.com/office/drawing/2014/main" id="{689DA042-F4B5-409E-A55D-9D81D4EE3ECA}"/>
              </a:ext>
            </a:extLst>
          </p:cNvPr>
          <p:cNvSpPr>
            <a:spLocks xmlns:a="http://schemas.openxmlformats.org/drawingml/2006/main" noGrp="1"/>
          </p:cNvSpPr>
          <p:nvPr/>
        </p:nvSpPr>
        <p:spPr>
          <a:xfrm xmlns:a="http://schemas.openxmlformats.org/drawingml/2006/main">
            <a:off x="7143750" y="2286000"/>
            <a:ext cx="1676400" cy="1676400"/>
          </a:xfrm>
          <a:prstGeom xmlns:a="http://schemas.openxmlformats.org/drawingml/2006/main" prst="roundRect">
            <a:avLst>
              <a:gd name="adj" fmla="val 12500"/>
            </a:avLst>
          </a:prstGeom>
          <a:solidFill xmlns:a="http://schemas.openxmlformats.org/drawingml/2006/main">
            <a:srgbClr val="F4F7FB"/>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25EA51D8-9E31-4734-9C09-B3CF40E059D5}"/>
              </a:ext>
            </a:extLst>
          </p:cNvPr>
          <p:cNvSpPr>
            <a:spLocks xmlns:a="http://schemas.openxmlformats.org/drawingml/2006/main" noGrp="1"/>
          </p:cNvSpPr>
          <p:nvPr/>
        </p:nvSpPr>
        <p:spPr>
          <a:xfrm xmlns:a="http://schemas.openxmlformats.org/drawingml/2006/main">
            <a:off x="7296150" y="2628900"/>
            <a:ext cx="13716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97222"/>
          </a:bodyPr>
          <a:lstStyle xmlns:a="http://schemas.openxmlformats.org/drawingml/2006/main"/>
          <a:p xmlns:a="http://schemas.openxmlformats.org/drawingml/2006/main">
            <a:r>
              <a:t>兼容 / CLI
4 Skills</a:t>
            </a:r>
          </a:p>
        </p:txBody>
      </p:sp>
      <p:sp>
        <p:nvSpPr>
          <p:cNvPr id="23" name="">
            <a:extLst xmlns:a="http://schemas.openxmlformats.org/drawingml/2006/main">
              <a:ext uri="{FF2B5EF4-FFF2-40B4-BE49-F238E27FC236}">
                <a16:creationId xmlns:a16="http://schemas.microsoft.com/office/drawing/2014/main" id="{EAE9A07E-9C57-41E0-98BE-FB36F1B3427A}"/>
              </a:ext>
            </a:extLst>
          </p:cNvPr>
          <p:cNvSpPr>
            <a:spLocks xmlns:a="http://schemas.openxmlformats.org/drawingml/2006/main" noGrp="1"/>
          </p:cNvSpPr>
          <p:nvPr/>
        </p:nvSpPr>
        <p:spPr>
          <a:xfrm xmlns:a="http://schemas.openxmlformats.org/drawingml/2006/main">
            <a:off x="7277100" y="3371850"/>
            <a:ext cx="14097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52083"/>
          </a:bodyPr>
          <a:lstStyle xmlns:a="http://schemas.openxmlformats.org/drawingml/2006/main"/>
          <a:p xmlns:a="http://schemas.openxmlformats.org/drawingml/2006/main">
            <a:r>
              <a:t>Codex / OpenClaw
DeepSeek Harness</a:t>
            </a:r>
          </a:p>
        </p:txBody>
      </p:sp>
      <p:sp>
        <p:nvSpPr>
          <p:cNvPr id="24" name="">
            <a:extLst xmlns:a="http://schemas.openxmlformats.org/drawingml/2006/main">
              <a:ext uri="{FF2B5EF4-FFF2-40B4-BE49-F238E27FC236}">
                <a16:creationId xmlns:a16="http://schemas.microsoft.com/office/drawing/2014/main" id="{E7D7090C-B895-46C1-8E74-265295F9DE71}"/>
              </a:ext>
            </a:extLst>
          </p:cNvPr>
          <p:cNvSpPr>
            <a:spLocks xmlns:a="http://schemas.openxmlformats.org/drawingml/2006/main" noGrp="1"/>
          </p:cNvSpPr>
          <p:nvPr/>
        </p:nvSpPr>
        <p:spPr>
          <a:xfrm xmlns:a="http://schemas.openxmlformats.org/drawingml/2006/main">
            <a:off x="9296400" y="2286000"/>
            <a:ext cx="1676400" cy="1676400"/>
          </a:xfrm>
          <a:prstGeom xmlns:a="http://schemas.openxmlformats.org/drawingml/2006/main" prst="roundRect">
            <a:avLst>
              <a:gd name="adj" fmla="val 12500"/>
            </a:avLst>
          </a:prstGeom>
          <a:solidFill xmlns:a="http://schemas.openxmlformats.org/drawingml/2006/main">
            <a:srgbClr val="F4F7FB"/>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5E1F2994-A241-41AC-A0A0-8832A0CF7358}"/>
              </a:ext>
            </a:extLst>
          </p:cNvPr>
          <p:cNvSpPr>
            <a:spLocks xmlns:a="http://schemas.openxmlformats.org/drawingml/2006/main" noGrp="1"/>
          </p:cNvSpPr>
          <p:nvPr/>
        </p:nvSpPr>
        <p:spPr>
          <a:xfrm xmlns:a="http://schemas.openxmlformats.org/drawingml/2006/main">
            <a:off x="9448800" y="2628900"/>
            <a:ext cx="13716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97222"/>
          </a:bodyPr>
          <a:lstStyle xmlns:a="http://schemas.openxmlformats.org/drawingml/2006/main"/>
          <a:p xmlns:a="http://schemas.openxmlformats.org/drawingml/2006/main">
            <a:r>
              <a:t>场景服务</a:t>
            </a:r>
          </a:p>
          <a:p xmlns:a="http://schemas.openxmlformats.org/drawingml/2006/main">
            <a:r>
              <a:t>社区与多端</a:t>
            </a:r>
          </a:p>
        </p:txBody>
      </p:sp>
      <p:sp>
        <p:nvSpPr>
          <p:cNvPr id="26" name="">
            <a:extLst xmlns:a="http://schemas.openxmlformats.org/drawingml/2006/main">
              <a:ext uri="{FF2B5EF4-FFF2-40B4-BE49-F238E27FC236}">
                <a16:creationId xmlns:a16="http://schemas.microsoft.com/office/drawing/2014/main" id="{E3C53ED7-2762-4673-B1D7-3AD8965A0DD8}"/>
              </a:ext>
            </a:extLst>
          </p:cNvPr>
          <p:cNvSpPr>
            <a:spLocks xmlns:a="http://schemas.openxmlformats.org/drawingml/2006/main" noGrp="1"/>
          </p:cNvSpPr>
          <p:nvPr/>
        </p:nvSpPr>
        <p:spPr>
          <a:xfrm xmlns:a="http://schemas.openxmlformats.org/drawingml/2006/main">
            <a:off x="9429750" y="3371850"/>
            <a:ext cx="14097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52083"/>
          </a:bodyPr>
          <a:lstStyle xmlns:a="http://schemas.openxmlformats.org/drawingml/2006/main"/>
          <a:p xmlns:a="http://schemas.openxmlformats.org/drawingml/2006/main">
            <a:r>
              <a:t>学习 / 机构 / 企业</a:t>
            </a:r>
          </a:p>
          <a:p xmlns:a="http://schemas.openxmlformats.org/drawingml/2006/main">
            <a:r>
              <a:t>社区 / 移动 / 服务端</a:t>
            </a:r>
          </a:p>
        </p:txBody>
      </p:sp>
      <p:sp>
        <p:nvSpPr>
          <p:cNvPr id="27" name="">
            <a:extLst xmlns:a="http://schemas.openxmlformats.org/drawingml/2006/main">
              <a:ext uri="{FF2B5EF4-FFF2-40B4-BE49-F238E27FC236}">
                <a16:creationId xmlns:a16="http://schemas.microsoft.com/office/drawing/2014/main" id="{9FD28F7F-9AB1-4D9F-9291-E09FBFEFEFBC}"/>
              </a:ext>
            </a:extLst>
          </p:cNvPr>
          <p:cNvSpPr>
            <a:spLocks xmlns:a="http://schemas.openxmlformats.org/drawingml/2006/main" noGrp="1"/>
          </p:cNvSpPr>
          <p:nvPr/>
        </p:nvSpPr>
        <p:spPr>
          <a:xfrm xmlns:a="http://schemas.openxmlformats.org/drawingml/2006/main">
            <a:off x="1562100" y="4533900"/>
            <a:ext cx="9067800" cy="1066800"/>
          </a:xfrm>
          <a:prstGeom xmlns:a="http://schemas.openxmlformats.org/drawingml/2006/main" prst="roundRect">
            <a:avLst>
              <a:gd name="adj" fmla="val 17857"/>
            </a:avLst>
          </a:prstGeom>
          <a:solidFill xmlns:a="http://schemas.openxmlformats.org/drawingml/2006/main">
            <a:srgbClr val="EAF2FF"/>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5FBA31EE-5FD9-4E8B-B02A-C5D35D3ED247}"/>
              </a:ext>
            </a:extLst>
          </p:cNvPr>
          <p:cNvSpPr>
            <a:spLocks xmlns:a="http://schemas.openxmlformats.org/drawingml/2006/main" noGrp="1"/>
          </p:cNvSpPr>
          <p:nvPr/>
        </p:nvSpPr>
        <p:spPr>
          <a:xfrm xmlns:a="http://schemas.openxmlformats.org/drawingml/2006/main">
            <a:off x="1828800" y="4762500"/>
            <a:ext cx="85344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875" b="1" i="0">
                <a:solidFill>
                  <a:srgbClr val="FF8A00"/>
                </a:solidFill>
                <a:latin typeface="Microsoft YaHei"/>
                <a:ea typeface="Microsoft YaHei"/>
                <a:cs typeface="Microsoft YaHei"/>
              </a:defRPr>
            </a:pPr>
            <a:r>
              <a:rPr sz="1500" b="1" i="0">
                <a:solidFill>
                  <a:srgbClr val="176BFF"/>
                </a:solidFill>
                <a:latin typeface="Microsoft YaHei"/>
                <a:ea typeface="Microsoft YaHei"/>
                <a:cs typeface="Microsoft YaHei"/>
              </a:rPr>
              <a:t>教育易上手 × 项目可积木化 × 服务可定制 × 生态可生长</a:t>
            </a:r>
          </a:p>
        </p:txBody>
      </p:sp>
      <p:sp>
        <p:nvSpPr>
          <p:cNvPr id="29" name="">
            <a:extLst xmlns:a="http://schemas.openxmlformats.org/drawingml/2006/main">
              <a:ext uri="{FF2B5EF4-FFF2-40B4-BE49-F238E27FC236}">
                <a16:creationId xmlns:a16="http://schemas.microsoft.com/office/drawing/2014/main" id="{D28A8729-2378-4A20-A1EE-2FBF3D7D7D34}"/>
              </a:ext>
            </a:extLst>
          </p:cNvPr>
          <p:cNvSpPr>
            <a:spLocks xmlns:a="http://schemas.openxmlformats.org/drawingml/2006/main" noGrp="1"/>
          </p:cNvSpPr>
          <p:nvPr/>
        </p:nvSpPr>
        <p:spPr>
          <a:xfrm xmlns:a="http://schemas.openxmlformats.org/drawingml/2006/main">
            <a:off x="1828800" y="5143500"/>
            <a:ext cx="85344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200" b="0" i="0">
                <a:solidFill>
                  <a:srgbClr val="111827"/>
                </a:solidFill>
                <a:latin typeface="Microsoft YaHei"/>
                <a:ea typeface="Microsoft YaHei"/>
                <a:cs typeface="Microsoft YaHei"/>
              </a:defRPr>
            </a:pPr>
            <a:r>
              <a:rPr sz="975" b="0" i="0">
                <a:solidFill>
                  <a:srgbClr val="111827"/>
                </a:solidFill>
                <a:latin typeface="Microsoft YaHei"/>
                <a:ea typeface="Microsoft YaHei"/>
                <a:cs typeface="Microsoft YaHei"/>
              </a:rPr>
              <a:t>同一语义贯通桌面 / CLI / 4 Skills / 6 模板 / 机构与企业方案</a:t>
            </a:r>
          </a:p>
          <a:p xmlns:a="http://schemas.openxmlformats.org/drawingml/2006/main">
            <a:pPr algn="ctr">
              <a:buNone/>
              <a:defRPr sz="1200" b="0" i="0">
                <a:solidFill>
                  <a:srgbClr val="111827"/>
                </a:solidFill>
                <a:latin typeface="Microsoft YaHei"/>
                <a:ea typeface="Microsoft YaHei"/>
                <a:cs typeface="Microsoft YaHei"/>
              </a:defRPr>
            </a:pPr>
            <a:r>
              <a:rPr sz="975" b="0" i="0">
                <a:solidFill>
                  <a:srgbClr val="111827"/>
                </a:solidFill>
                <a:latin typeface="Microsoft YaHei"/>
                <a:ea typeface="Microsoft YaHei"/>
                <a:cs typeface="Microsoft YaHei"/>
              </a:rPr>
              <a:t>每次场景共创都能沉淀为蓝图、积木、适配器或私有资产包</a:t>
            </a:r>
          </a:p>
        </p:txBody>
      </p:sp>
      <p:sp>
        <p:nvSpPr>
          <p:cNvPr id="30" name="">
            <a:extLst xmlns:a="http://schemas.openxmlformats.org/drawingml/2006/main">
              <a:ext uri="{FF2B5EF4-FFF2-40B4-BE49-F238E27FC236}">
                <a16:creationId xmlns:a16="http://schemas.microsoft.com/office/drawing/2014/main" id="{66E5C844-E2E1-463A-B081-124788438DCC}"/>
              </a:ext>
            </a:extLst>
          </p:cNvPr>
          <p:cNvSpPr>
            <a:spLocks xmlns:a="http://schemas.openxmlformats.org/drawingml/2006/main" noGrp="1"/>
          </p:cNvSpPr>
          <p:nvPr/>
        </p:nvSpPr>
        <p:spPr>
          <a:xfrm xmlns:a="http://schemas.openxmlformats.org/drawingml/2006/main">
            <a:off x="685800" y="6496050"/>
            <a:ext cx="10820400" cy="9525"/>
          </a:xfrm>
          <a:prstGeom xmlns:a="http://schemas.openxmlformats.org/drawingml/2006/main" prst="rect">
            <a:avLst/>
          </a:prstGeom>
          <a:solidFill xmlns:a="http://schemas.openxmlformats.org/drawingml/2006/main">
            <a:srgbClr val="DCE3EC"/>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F98B031E-3513-477C-9387-EAA6713695DE}"/>
              </a:ext>
            </a:extLst>
          </p:cNvPr>
          <p:cNvSpPr>
            <a:spLocks xmlns:a="http://schemas.openxmlformats.org/drawingml/2006/main" noGrp="1"/>
          </p:cNvSpPr>
          <p:nvPr/>
        </p:nvSpPr>
        <p:spPr>
          <a:xfrm xmlns:a="http://schemas.openxmlformats.org/drawingml/2006/main">
            <a:off x="685800" y="6553200"/>
            <a:ext cx="476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975" b="0" i="0">
                <a:solidFill>
                  <a:srgbClr val="98A2B3"/>
                </a:solidFill>
                <a:latin typeface="Microsoft YaHei"/>
                <a:ea typeface="Microsoft YaHei"/>
                <a:cs typeface="Microsoft YaHei"/>
              </a:defRPr>
            </a:pPr>
            <a:r>
              <a:rPr sz="975" b="0" i="0">
                <a:solidFill>
                  <a:srgbClr val="98A2B3"/>
                </a:solidFill>
                <a:latin typeface="Microsoft YaHei"/>
                <a:ea typeface="Microsoft YaHei"/>
                <a:cs typeface="Microsoft YaHei"/>
              </a:rPr>
              <a:t>Blocky Studio · Agent 搭建教育</a:t>
            </a:r>
          </a:p>
        </p:txBody>
      </p:sp>
      <p:sp>
        <p:nvSpPr>
          <p:cNvPr id="32" name="">
            <a:extLst xmlns:a="http://schemas.openxmlformats.org/drawingml/2006/main">
              <a:ext uri="{FF2B5EF4-FFF2-40B4-BE49-F238E27FC236}">
                <a16:creationId xmlns:a16="http://schemas.microsoft.com/office/drawing/2014/main" id="{2396D7D8-64FA-4C92-BE0C-FC36C84792DE}"/>
              </a:ext>
            </a:extLst>
          </p:cNvPr>
          <p:cNvSpPr>
            <a:spLocks xmlns:a="http://schemas.openxmlformats.org/drawingml/2006/main" noGrp="1"/>
          </p:cNvSpPr>
          <p:nvPr/>
        </p:nvSpPr>
        <p:spPr>
          <a:xfrm xmlns:a="http://schemas.openxmlformats.org/drawingml/2006/main">
            <a:off x="10953750" y="6553200"/>
            <a:ext cx="552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975" b="0" i="0">
                <a:solidFill>
                  <a:srgbClr val="98A2B3"/>
                </a:solidFill>
                <a:latin typeface="Microsoft YaHei"/>
                <a:ea typeface="Microsoft YaHei"/>
                <a:cs typeface="Microsoft YaHei"/>
              </a:defRPr>
            </a:pPr>
            <a:r>
              <a:rPr sz="975" b="0" i="0">
                <a:solidFill>
                  <a:srgbClr val="98A2B3"/>
                </a:solidFill>
                <a:latin typeface="Microsoft YaHei"/>
                <a:ea typeface="Microsoft YaHei"/>
                <a:cs typeface="Microsoft YaHei"/>
              </a:rPr>
              <a:t>07</a:t>
            </a:r>
          </a:p>
        </p:txBody>
      </p:sp>
    </p:spTree>
    <p:extLst>
      <p:ext uri="{BB962C8B-B14F-4D97-AF65-F5344CB8AC3E}">
        <p14:creationId xmlns:p14="http://schemas.microsoft.com/office/powerpoint/2010/main" val="850101897"/>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3F8F04E4-5685-46EC-B7BF-FF503FC092B3}"/>
              </a:ext>
            </a:extLst>
          </p:cNvPr>
          <p:cNvSpPr>
            <a:spLocks xmlns:a="http://schemas.openxmlformats.org/drawingml/2006/main" noGrp="1"/>
          </p:cNvSpPr>
          <p:nvPr/>
        </p:nvSpPr>
        <p:spPr>
          <a:xfrm xmlns:a="http://schemas.openxmlformats.org/drawingml/2006/main">
            <a:off x="685800" y="40005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200" b="1" i="0">
                <a:solidFill>
                  <a:srgbClr val="176BFF"/>
                </a:solidFill>
                <a:latin typeface="Microsoft YaHei"/>
                <a:ea typeface="Microsoft YaHei"/>
                <a:cs typeface="Microsoft YaHei"/>
              </a:defRPr>
            </a:pPr>
            <a:r>
              <a:rPr sz="1200" b="1" i="0">
                <a:solidFill>
                  <a:srgbClr val="176BFF"/>
                </a:solidFill>
                <a:latin typeface="Microsoft YaHei"/>
                <a:ea typeface="Microsoft YaHei"/>
                <a:cs typeface="Microsoft YaHei"/>
              </a:rPr>
              <a:t>PRODUCT DEPTH · 四层创作深度</a:t>
            </a:r>
          </a:p>
        </p:txBody>
      </p:sp>
      <p:sp>
        <p:nvSpPr>
          <p:cNvPr id="2" name="">
            <a:extLst xmlns:a="http://schemas.openxmlformats.org/drawingml/2006/main">
              <a:ext uri="{FF2B5EF4-FFF2-40B4-BE49-F238E27FC236}">
                <a16:creationId xmlns:a16="http://schemas.microsoft.com/office/drawing/2014/main" id="{D5FCCFBD-EC4D-495B-9570-BB048A245D84}"/>
              </a:ext>
            </a:extLst>
          </p:cNvPr>
          <p:cNvSpPr>
            <a:spLocks xmlns:a="http://schemas.openxmlformats.org/drawingml/2006/main" noGrp="1"/>
          </p:cNvSpPr>
          <p:nvPr/>
        </p:nvSpPr>
        <p:spPr>
          <a:xfrm xmlns:a="http://schemas.openxmlformats.org/drawingml/2006/main">
            <a:off x="685800" y="742950"/>
            <a:ext cx="108204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3150" b="1" i="0">
                <a:solidFill>
                  <a:srgbClr val="111827"/>
                </a:solidFill>
                <a:latin typeface="Microsoft YaHei"/>
                <a:ea typeface="Microsoft YaHei"/>
                <a:cs typeface="Microsoft YaHei"/>
              </a:defRPr>
            </a:pPr>
            <a:r>
              <a:rPr sz="3000" b="1" i="0">
                <a:solidFill>
                  <a:srgbClr val="111827"/>
                </a:solidFill>
                <a:latin typeface="Microsoft YaHei"/>
                <a:ea typeface="Microsoft YaHei"/>
                <a:cs typeface="Microsoft YaHei"/>
              </a:rPr>
              <a:t>从“拿来即用”到“修改内部实现”，能力按需展开</a:t>
            </a:r>
          </a:p>
        </p:txBody>
      </p:sp>
      <p:sp>
        <p:nvSpPr>
          <p:cNvPr id="3" name="">
            <a:extLst xmlns:a="http://schemas.openxmlformats.org/drawingml/2006/main">
              <a:ext uri="{FF2B5EF4-FFF2-40B4-BE49-F238E27FC236}">
                <a16:creationId xmlns:a16="http://schemas.microsoft.com/office/drawing/2014/main" id="{7CF493F2-5172-4084-94AC-6144F45F7099}"/>
              </a:ext>
            </a:extLst>
          </p:cNvPr>
          <p:cNvSpPr>
            <a:spLocks xmlns:a="http://schemas.openxmlformats.org/drawingml/2006/main" noGrp="1"/>
          </p:cNvSpPr>
          <p:nvPr/>
        </p:nvSpPr>
        <p:spPr>
          <a:xfrm xmlns:a="http://schemas.openxmlformats.org/drawingml/2006/main">
            <a:off x="685800" y="1381125"/>
            <a:ext cx="10820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500" b="0" i="0">
                <a:solidFill>
                  <a:srgbClr val="667085"/>
                </a:solidFill>
                <a:latin typeface="Microsoft YaHei"/>
                <a:ea typeface="Microsoft YaHei"/>
                <a:cs typeface="Microsoft YaHei"/>
              </a:defRPr>
            </a:pPr>
            <a:r>
              <a:rPr sz="1500" b="0" i="0">
                <a:solidFill>
                  <a:srgbClr val="667085"/>
                </a:solidFill>
                <a:latin typeface="Microsoft YaHei"/>
                <a:ea typeface="Microsoft YaHei"/>
                <a:cs typeface="Microsoft YaHei"/>
              </a:rPr>
              <a:t>四层共享同一 Project Manifest、Workspace、IR、权限与运行证据；切换深度不换项目。</a:t>
            </a:r>
          </a:p>
        </p:txBody>
      </p:sp>
      <p:sp>
        <p:nvSpPr>
          <p:cNvPr id="4" name="">
            <a:extLst xmlns:a="http://schemas.openxmlformats.org/drawingml/2006/main">
              <a:ext uri="{FF2B5EF4-FFF2-40B4-BE49-F238E27FC236}">
                <a16:creationId xmlns:a16="http://schemas.microsoft.com/office/drawing/2014/main" id="{9B084ED5-104D-4B3B-BA7D-6F35FC152F80}"/>
              </a:ext>
            </a:extLst>
          </p:cNvPr>
          <p:cNvSpPr>
            <a:spLocks xmlns:a="http://schemas.openxmlformats.org/drawingml/2006/main" noGrp="1"/>
          </p:cNvSpPr>
          <p:nvPr/>
        </p:nvSpPr>
        <p:spPr>
          <a:xfrm xmlns:a="http://schemas.openxmlformats.org/drawingml/2006/main">
            <a:off x="685800" y="2076450"/>
            <a:ext cx="2419350" cy="2781300"/>
          </a:xfrm>
          <a:prstGeom xmlns:a="http://schemas.openxmlformats.org/drawingml/2006/main" prst="roundRect">
            <a:avLst>
              <a:gd name="adj" fmla="val 8661"/>
            </a:avLst>
          </a:prstGeom>
          <a:solidFill xmlns:a="http://schemas.openxmlformats.org/drawingml/2006/main">
            <a:srgbClr val="F7F9FC"/>
          </a:solidFill>
          <a:ln xmlns:a="http://schemas.openxmlformats.org/drawingml/2006/main" w="9525">
            <a:solidFill>
              <a:srgbClr val="DCE6F5"/>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5" name="">
            <a:extLst xmlns:a="http://schemas.openxmlformats.org/drawingml/2006/main">
              <a:ext uri="{FF2B5EF4-FFF2-40B4-BE49-F238E27FC236}">
                <a16:creationId xmlns:a16="http://schemas.microsoft.com/office/drawing/2014/main" id="{E8BE7AD9-2F88-4BEC-9E9A-6C8E2BE2CBCB}"/>
              </a:ext>
            </a:extLst>
          </p:cNvPr>
          <p:cNvSpPr>
            <a:spLocks xmlns:a="http://schemas.openxmlformats.org/drawingml/2006/main" noGrp="1"/>
          </p:cNvSpPr>
          <p:nvPr/>
        </p:nvSpPr>
        <p:spPr>
          <a:xfrm xmlns:a="http://schemas.openxmlformats.org/drawingml/2006/main">
            <a:off x="895350" y="2286000"/>
            <a:ext cx="571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i="0">
                <a:solidFill>
                  <a:srgbClr val="FFFFFF"/>
                </a:solidFill>
                <a:latin typeface="Microsoft YaHei"/>
                <a:ea typeface="Microsoft YaHei"/>
                <a:cs typeface="Microsoft YaHei"/>
              </a:defRPr>
            </a:pPr>
            <a:r>
              <a:rPr sz="1200" b="1" i="0">
                <a:solidFill>
                  <a:srgbClr val="176BFF"/>
                </a:solidFill>
                <a:latin typeface="Microsoft YaHei"/>
                <a:ea typeface="Microsoft YaHei"/>
                <a:cs typeface="Microsoft YaHei"/>
              </a:rPr>
              <a:t>01</a:t>
            </a:r>
          </a:p>
        </p:txBody>
      </p:sp>
      <p:sp>
        <p:nvSpPr>
          <p:cNvPr id="6" name="">
            <a:extLst xmlns:a="http://schemas.openxmlformats.org/drawingml/2006/main">
              <a:ext uri="{FF2B5EF4-FFF2-40B4-BE49-F238E27FC236}">
                <a16:creationId xmlns:a16="http://schemas.microsoft.com/office/drawing/2014/main" id="{C141301F-E876-4E53-B5B1-F226FE85931A}"/>
              </a:ext>
            </a:extLst>
          </p:cNvPr>
          <p:cNvSpPr>
            <a:spLocks xmlns:a="http://schemas.openxmlformats.org/drawingml/2006/main" noGrp="1"/>
          </p:cNvSpPr>
          <p:nvPr/>
        </p:nvSpPr>
        <p:spPr>
          <a:xfrm xmlns:a="http://schemas.openxmlformats.org/drawingml/2006/main">
            <a:off x="895350" y="2781300"/>
            <a:ext cx="20002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550" b="1" i="0">
                <a:solidFill>
                  <a:srgbClr val="FFFFFF"/>
                </a:solidFill>
                <a:latin typeface="Microsoft YaHei"/>
                <a:ea typeface="Microsoft YaHei"/>
                <a:cs typeface="Microsoft YaHei"/>
              </a:defRPr>
            </a:pPr>
            <a:r>
              <a:rPr sz="2550" b="1" i="0">
                <a:solidFill>
                  <a:srgbClr val="111827"/>
                </a:solidFill>
                <a:latin typeface="Microsoft YaHei"/>
                <a:ea typeface="Microsoft YaHei"/>
                <a:cs typeface="Microsoft YaHei"/>
              </a:rPr>
              <a:t>兼容模板</a:t>
            </a:r>
          </a:p>
        </p:txBody>
      </p:sp>
      <p:sp>
        <p:nvSpPr>
          <p:cNvPr id="7" name="">
            <a:extLst xmlns:a="http://schemas.openxmlformats.org/drawingml/2006/main">
              <a:ext uri="{FF2B5EF4-FFF2-40B4-BE49-F238E27FC236}">
                <a16:creationId xmlns:a16="http://schemas.microsoft.com/office/drawing/2014/main" id="{1F20170A-1964-4746-B530-F4E1E4EF4D7E}"/>
              </a:ext>
            </a:extLst>
          </p:cNvPr>
          <p:cNvSpPr>
            <a:spLocks xmlns:a="http://schemas.openxmlformats.org/drawingml/2006/main" noGrp="1"/>
          </p:cNvSpPr>
          <p:nvPr/>
        </p:nvSpPr>
        <p:spPr>
          <a:xfrm xmlns:a="http://schemas.openxmlformats.org/drawingml/2006/main">
            <a:off x="895350" y="3562350"/>
            <a:ext cx="200025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500" b="0" i="0">
                <a:solidFill>
                  <a:srgbClr val="FFFFFF"/>
                </a:solidFill>
                <a:latin typeface="Microsoft YaHei"/>
                <a:ea typeface="Microsoft YaHei"/>
                <a:cs typeface="Microsoft YaHei"/>
              </a:defRPr>
            </a:pPr>
            <a:r>
              <a:rPr sz="1200" b="0" i="0">
                <a:solidFill>
                  <a:srgbClr val="667085"/>
                </a:solidFill>
                <a:latin typeface="Microsoft YaHei"/>
                <a:ea typeface="Microsoft YaHei"/>
                <a:cs typeface="Microsoft YaHei"/>
              </a:rPr>
              <a:t>产物｜可运行 Agent</a:t>
            </a:r>
          </a:p>
          <a:p xmlns:a="http://schemas.openxmlformats.org/drawingml/2006/main">
            <a:pPr algn="l">
              <a:buNone/>
              <a:defRPr sz="1500" b="0" i="0">
                <a:solidFill>
                  <a:srgbClr val="FFFFFF"/>
                </a:solidFill>
                <a:latin typeface="Microsoft YaHei"/>
                <a:ea typeface="Microsoft YaHei"/>
                <a:cs typeface="Microsoft YaHei"/>
              </a:defRPr>
            </a:pPr>
            <a:r>
              <a:rPr sz="1200" b="0" i="0">
                <a:solidFill>
                  <a:srgbClr val="667085"/>
                </a:solidFill>
                <a:latin typeface="Microsoft YaHei"/>
                <a:ea typeface="Microsoft YaHei"/>
                <a:cs typeface="Microsoft YaHei"/>
              </a:rPr>
              <a:t>证据｜Workspace + RuntimeEvent</a:t>
            </a:r>
          </a:p>
          <a:p xmlns:a="http://schemas.openxmlformats.org/drawingml/2006/main">
            <a:pPr algn="l">
              <a:buNone/>
              <a:defRPr sz="1500" b="0" i="0">
                <a:solidFill>
                  <a:srgbClr val="FFFFFF"/>
                </a:solidFill>
                <a:latin typeface="Microsoft YaHei"/>
                <a:ea typeface="Microsoft YaHei"/>
                <a:cs typeface="Microsoft YaHei"/>
              </a:defRPr>
            </a:pPr>
            <a:r>
              <a:rPr sz="1200" b="0" i="0">
                <a:solidFill>
                  <a:srgbClr val="667085"/>
                </a:solidFill>
                <a:latin typeface="Microsoft YaHei"/>
                <a:ea typeface="Microsoft YaHei"/>
                <a:cs typeface="Microsoft YaHei"/>
              </a:rPr>
              <a:t>指标｜完成率</a:t>
            </a:r>
          </a:p>
        </p:txBody>
      </p:sp>
      <p:sp>
        <p:nvSpPr>
          <p:cNvPr id="8" name="">
            <a:extLst xmlns:a="http://schemas.openxmlformats.org/drawingml/2006/main">
              <a:ext uri="{FF2B5EF4-FFF2-40B4-BE49-F238E27FC236}">
                <a16:creationId xmlns:a16="http://schemas.microsoft.com/office/drawing/2014/main" id="{4262643C-E4A7-4144-849B-26D585C55746}"/>
              </a:ext>
            </a:extLst>
          </p:cNvPr>
          <p:cNvSpPr>
            <a:spLocks xmlns:a="http://schemas.openxmlformats.org/drawingml/2006/main" noGrp="1"/>
          </p:cNvSpPr>
          <p:nvPr/>
        </p:nvSpPr>
        <p:spPr>
          <a:xfrm xmlns:a="http://schemas.openxmlformats.org/drawingml/2006/main">
            <a:off x="3390900" y="2076450"/>
            <a:ext cx="2419350" cy="2781300"/>
          </a:xfrm>
          <a:prstGeom xmlns:a="http://schemas.openxmlformats.org/drawingml/2006/main" prst="roundRect">
            <a:avLst>
              <a:gd name="adj" fmla="val 8661"/>
            </a:avLst>
          </a:prstGeom>
          <a:solidFill xmlns:a="http://schemas.openxmlformats.org/drawingml/2006/main">
            <a:srgbClr val="F7F9FC"/>
          </a:solidFill>
          <a:ln xmlns:a="http://schemas.openxmlformats.org/drawingml/2006/main" w="9525">
            <a:solidFill>
              <a:srgbClr val="DCE6F5"/>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9" name="">
            <a:extLst xmlns:a="http://schemas.openxmlformats.org/drawingml/2006/main">
              <a:ext uri="{FF2B5EF4-FFF2-40B4-BE49-F238E27FC236}">
                <a16:creationId xmlns:a16="http://schemas.microsoft.com/office/drawing/2014/main" id="{FC841C02-BC0E-44C6-8C20-F2749EB78096}"/>
              </a:ext>
            </a:extLst>
          </p:cNvPr>
          <p:cNvSpPr>
            <a:spLocks xmlns:a="http://schemas.openxmlformats.org/drawingml/2006/main" noGrp="1"/>
          </p:cNvSpPr>
          <p:nvPr/>
        </p:nvSpPr>
        <p:spPr>
          <a:xfrm xmlns:a="http://schemas.openxmlformats.org/drawingml/2006/main">
            <a:off x="3600450" y="2286000"/>
            <a:ext cx="571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i="0">
                <a:solidFill>
                  <a:srgbClr val="176BFF"/>
                </a:solidFill>
                <a:latin typeface="Microsoft YaHei"/>
                <a:ea typeface="Microsoft YaHei"/>
                <a:cs typeface="Microsoft YaHei"/>
              </a:defRPr>
            </a:pPr>
            <a:r>
              <a:rPr sz="1200" b="1" i="0">
                <a:solidFill>
                  <a:srgbClr val="176BFF"/>
                </a:solidFill>
                <a:latin typeface="Microsoft YaHei"/>
                <a:ea typeface="Microsoft YaHei"/>
                <a:cs typeface="Microsoft YaHei"/>
              </a:rPr>
              <a:t>02</a:t>
            </a:r>
          </a:p>
        </p:txBody>
      </p:sp>
      <p:sp>
        <p:nvSpPr>
          <p:cNvPr id="10" name="">
            <a:extLst xmlns:a="http://schemas.openxmlformats.org/drawingml/2006/main">
              <a:ext uri="{FF2B5EF4-FFF2-40B4-BE49-F238E27FC236}">
                <a16:creationId xmlns:a16="http://schemas.microsoft.com/office/drawing/2014/main" id="{0F212ABA-CC1D-4413-A11C-66EFF83035EB}"/>
              </a:ext>
            </a:extLst>
          </p:cNvPr>
          <p:cNvSpPr>
            <a:spLocks xmlns:a="http://schemas.openxmlformats.org/drawingml/2006/main" noGrp="1"/>
          </p:cNvSpPr>
          <p:nvPr/>
        </p:nvSpPr>
        <p:spPr>
          <a:xfrm xmlns:a="http://schemas.openxmlformats.org/drawingml/2006/main">
            <a:off x="3600450" y="2781300"/>
            <a:ext cx="20002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550" b="1" i="0">
                <a:solidFill>
                  <a:srgbClr val="111827"/>
                </a:solidFill>
                <a:latin typeface="Microsoft YaHei"/>
                <a:ea typeface="Microsoft YaHei"/>
                <a:cs typeface="Microsoft YaHei"/>
              </a:defRPr>
            </a:pPr>
            <a:r>
              <a:rPr sz="2550" b="1" i="0">
                <a:solidFill>
                  <a:srgbClr val="111827"/>
                </a:solidFill>
                <a:latin typeface="Microsoft YaHei"/>
                <a:ea typeface="Microsoft YaHei"/>
                <a:cs typeface="Microsoft YaHei"/>
              </a:rPr>
              <a:t>Blocky 蓝图</a:t>
            </a:r>
          </a:p>
        </p:txBody>
      </p:sp>
      <p:sp>
        <p:nvSpPr>
          <p:cNvPr id="11" name="">
            <a:extLst xmlns:a="http://schemas.openxmlformats.org/drawingml/2006/main">
              <a:ext uri="{FF2B5EF4-FFF2-40B4-BE49-F238E27FC236}">
                <a16:creationId xmlns:a16="http://schemas.microsoft.com/office/drawing/2014/main" id="{5917920F-5001-4FBE-B984-FF8CDE84CD9B}"/>
              </a:ext>
            </a:extLst>
          </p:cNvPr>
          <p:cNvSpPr>
            <a:spLocks xmlns:a="http://schemas.openxmlformats.org/drawingml/2006/main" noGrp="1"/>
          </p:cNvSpPr>
          <p:nvPr/>
        </p:nvSpPr>
        <p:spPr>
          <a:xfrm xmlns:a="http://schemas.openxmlformats.org/drawingml/2006/main">
            <a:off x="3600450" y="3562350"/>
            <a:ext cx="200025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500" b="0" i="0">
                <a:solidFill>
                  <a:srgbClr val="667085"/>
                </a:solidFill>
                <a:latin typeface="Microsoft YaHei"/>
                <a:ea typeface="Microsoft YaHei"/>
                <a:cs typeface="Microsoft YaHei"/>
              </a:defRPr>
            </a:pPr>
            <a:r>
              <a:rPr sz="1200" b="0" i="0">
                <a:solidFill>
                  <a:srgbClr val="667085"/>
                </a:solidFill>
                <a:latin typeface="Microsoft YaHei"/>
                <a:ea typeface="Microsoft YaHei"/>
                <a:cs typeface="Microsoft YaHei"/>
              </a:rPr>
              <a:t>行为｜指认关键积木</a:t>
            </a:r>
          </a:p>
          <a:p xmlns:a="http://schemas.openxmlformats.org/drawingml/2006/main">
            <a:pPr algn="l">
              <a:buNone/>
              <a:defRPr sz="1500" b="0" i="0">
                <a:solidFill>
                  <a:srgbClr val="667085"/>
                </a:solidFill>
                <a:latin typeface="Microsoft YaHei"/>
                <a:ea typeface="Microsoft YaHei"/>
                <a:cs typeface="Microsoft YaHei"/>
              </a:defRPr>
            </a:pPr>
            <a:r>
              <a:rPr sz="1200" b="0" i="0">
                <a:solidFill>
                  <a:srgbClr val="667085"/>
                </a:solidFill>
                <a:latin typeface="Microsoft YaHei"/>
                <a:ea typeface="Microsoft YaHei"/>
                <a:cs typeface="Microsoft YaHei"/>
              </a:rPr>
              <a:t>证据｜高亮 + Trace</a:t>
            </a:r>
          </a:p>
          <a:p xmlns:a="http://schemas.openxmlformats.org/drawingml/2006/main">
            <a:pPr algn="l">
              <a:buNone/>
              <a:defRPr sz="1500" b="0" i="0">
                <a:solidFill>
                  <a:srgbClr val="667085"/>
                </a:solidFill>
                <a:latin typeface="Microsoft YaHei"/>
                <a:ea typeface="Microsoft YaHei"/>
                <a:cs typeface="Microsoft YaHei"/>
              </a:defRPr>
            </a:pPr>
            <a:r>
              <a:rPr sz="1200" b="0" i="0">
                <a:solidFill>
                  <a:srgbClr val="667085"/>
                </a:solidFill>
                <a:latin typeface="Microsoft YaHei"/>
                <a:ea typeface="Microsoft YaHei"/>
                <a:cs typeface="Microsoft YaHei"/>
              </a:rPr>
              <a:t>指标｜解释率</a:t>
            </a:r>
          </a:p>
        </p:txBody>
      </p:sp>
      <p:sp>
        <p:nvSpPr>
          <p:cNvPr id="12" name="">
            <a:extLst xmlns:a="http://schemas.openxmlformats.org/drawingml/2006/main">
              <a:ext uri="{FF2B5EF4-FFF2-40B4-BE49-F238E27FC236}">
                <a16:creationId xmlns:a16="http://schemas.microsoft.com/office/drawing/2014/main" id="{6B39D476-BFC0-467D-953B-DAD47B6E173C}"/>
              </a:ext>
            </a:extLst>
          </p:cNvPr>
          <p:cNvSpPr>
            <a:spLocks xmlns:a="http://schemas.openxmlformats.org/drawingml/2006/main" noGrp="1"/>
          </p:cNvSpPr>
          <p:nvPr/>
        </p:nvSpPr>
        <p:spPr>
          <a:xfrm xmlns:a="http://schemas.openxmlformats.org/drawingml/2006/main">
            <a:off x="6096000" y="2076450"/>
            <a:ext cx="2419350" cy="2781300"/>
          </a:xfrm>
          <a:prstGeom xmlns:a="http://schemas.openxmlformats.org/drawingml/2006/main" prst="roundRect">
            <a:avLst>
              <a:gd name="adj" fmla="val 8661"/>
            </a:avLst>
          </a:prstGeom>
          <a:solidFill xmlns:a="http://schemas.openxmlformats.org/drawingml/2006/main">
            <a:srgbClr val="F7F9FC"/>
          </a:solidFill>
          <a:ln xmlns:a="http://schemas.openxmlformats.org/drawingml/2006/main" w="9525">
            <a:solidFill>
              <a:srgbClr val="DCE6F5"/>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3" name="">
            <a:extLst xmlns:a="http://schemas.openxmlformats.org/drawingml/2006/main">
              <a:ext uri="{FF2B5EF4-FFF2-40B4-BE49-F238E27FC236}">
                <a16:creationId xmlns:a16="http://schemas.microsoft.com/office/drawing/2014/main" id="{C1DBFFE6-3806-4E0B-B8B2-4849CEE10EDB}"/>
              </a:ext>
            </a:extLst>
          </p:cNvPr>
          <p:cNvSpPr>
            <a:spLocks xmlns:a="http://schemas.openxmlformats.org/drawingml/2006/main" noGrp="1"/>
          </p:cNvSpPr>
          <p:nvPr/>
        </p:nvSpPr>
        <p:spPr>
          <a:xfrm xmlns:a="http://schemas.openxmlformats.org/drawingml/2006/main">
            <a:off x="6305550" y="2286000"/>
            <a:ext cx="571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i="0">
                <a:solidFill>
                  <a:srgbClr val="176BFF"/>
                </a:solidFill>
                <a:latin typeface="Microsoft YaHei"/>
                <a:ea typeface="Microsoft YaHei"/>
                <a:cs typeface="Microsoft YaHei"/>
              </a:defRPr>
            </a:pPr>
            <a:r>
              <a:rPr sz="1200" b="1" i="0">
                <a:solidFill>
                  <a:srgbClr val="176BFF"/>
                </a:solidFill>
                <a:latin typeface="Microsoft YaHei"/>
                <a:ea typeface="Microsoft YaHei"/>
                <a:cs typeface="Microsoft YaHei"/>
              </a:rPr>
              <a:t>03</a:t>
            </a:r>
          </a:p>
        </p:txBody>
      </p:sp>
      <p:sp>
        <p:nvSpPr>
          <p:cNvPr id="14" name="">
            <a:extLst xmlns:a="http://schemas.openxmlformats.org/drawingml/2006/main">
              <a:ext uri="{FF2B5EF4-FFF2-40B4-BE49-F238E27FC236}">
                <a16:creationId xmlns:a16="http://schemas.microsoft.com/office/drawing/2014/main" id="{8EA4E758-33B1-4B19-AC92-39FB3CD8E43C}"/>
              </a:ext>
            </a:extLst>
          </p:cNvPr>
          <p:cNvSpPr>
            <a:spLocks xmlns:a="http://schemas.openxmlformats.org/drawingml/2006/main" noGrp="1"/>
          </p:cNvSpPr>
          <p:nvPr/>
        </p:nvSpPr>
        <p:spPr>
          <a:xfrm xmlns:a="http://schemas.openxmlformats.org/drawingml/2006/main">
            <a:off x="6305550" y="2781300"/>
            <a:ext cx="20002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550" b="1" i="0">
                <a:solidFill>
                  <a:srgbClr val="111827"/>
                </a:solidFill>
                <a:latin typeface="Microsoft YaHei"/>
                <a:ea typeface="Microsoft YaHei"/>
                <a:cs typeface="Microsoft YaHei"/>
              </a:defRPr>
            </a:pPr>
            <a:r>
              <a:rPr sz="2550" b="1" i="0">
                <a:solidFill>
                  <a:srgbClr val="111827"/>
                </a:solidFill>
                <a:latin typeface="Microsoft YaHei"/>
                <a:ea typeface="Microsoft YaHei"/>
                <a:cs typeface="Microsoft YaHei"/>
              </a:rPr>
              <a:t>原子积木</a:t>
            </a:r>
          </a:p>
        </p:txBody>
      </p:sp>
      <p:sp>
        <p:nvSpPr>
          <p:cNvPr id="15" name="">
            <a:extLst xmlns:a="http://schemas.openxmlformats.org/drawingml/2006/main">
              <a:ext uri="{FF2B5EF4-FFF2-40B4-BE49-F238E27FC236}">
                <a16:creationId xmlns:a16="http://schemas.microsoft.com/office/drawing/2014/main" id="{263D6523-38D3-4000-876A-1730A7882E6A}"/>
              </a:ext>
            </a:extLst>
          </p:cNvPr>
          <p:cNvSpPr>
            <a:spLocks xmlns:a="http://schemas.openxmlformats.org/drawingml/2006/main" noGrp="1"/>
          </p:cNvSpPr>
          <p:nvPr/>
        </p:nvSpPr>
        <p:spPr>
          <a:xfrm xmlns:a="http://schemas.openxmlformats.org/drawingml/2006/main">
            <a:off x="6305550" y="3562350"/>
            <a:ext cx="200025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500" b="0" i="0">
                <a:solidFill>
                  <a:srgbClr val="667085"/>
                </a:solidFill>
                <a:latin typeface="Microsoft YaHei"/>
                <a:ea typeface="Microsoft YaHei"/>
                <a:cs typeface="Microsoft YaHei"/>
              </a:defRPr>
            </a:pPr>
            <a:r>
              <a:rPr sz="1200" b="0" i="0">
                <a:solidFill>
                  <a:srgbClr val="667085"/>
                </a:solidFill>
                <a:latin typeface="Microsoft YaHei"/>
                <a:ea typeface="Microsoft YaHei"/>
                <a:cs typeface="Microsoft YaHei"/>
              </a:rPr>
              <a:t>行为｜回答含可定位来源</a:t>
            </a:r>
          </a:p>
          <a:p xmlns:a="http://schemas.openxmlformats.org/drawingml/2006/main">
            <a:pPr algn="l">
              <a:buNone/>
              <a:defRPr sz="1500" b="0" i="0">
                <a:solidFill>
                  <a:srgbClr val="667085"/>
                </a:solidFill>
                <a:latin typeface="Microsoft YaHei"/>
                <a:ea typeface="Microsoft YaHei"/>
                <a:cs typeface="Microsoft YaHei"/>
              </a:defRPr>
            </a:pPr>
            <a:r>
              <a:rPr sz="1200" b="0" i="0">
                <a:solidFill>
                  <a:srgbClr val="667085"/>
                </a:solidFill>
                <a:latin typeface="Microsoft YaHei"/>
                <a:ea typeface="Microsoft YaHei"/>
                <a:cs typeface="Microsoft YaHei"/>
              </a:rPr>
              <a:t>证据｜引用 / 拒答记录</a:t>
            </a:r>
          </a:p>
          <a:p xmlns:a="http://schemas.openxmlformats.org/drawingml/2006/main">
            <a:pPr algn="l">
              <a:buNone/>
              <a:defRPr sz="1500" b="0" i="0">
                <a:solidFill>
                  <a:srgbClr val="667085"/>
                </a:solidFill>
                <a:latin typeface="Microsoft YaHei"/>
                <a:ea typeface="Microsoft YaHei"/>
                <a:cs typeface="Microsoft YaHei"/>
              </a:defRPr>
            </a:pPr>
            <a:r>
              <a:rPr sz="1200" b="0" i="0">
                <a:solidFill>
                  <a:srgbClr val="667085"/>
                </a:solidFill>
                <a:latin typeface="Microsoft YaHei"/>
                <a:ea typeface="Microsoft YaHei"/>
                <a:cs typeface="Microsoft YaHei"/>
              </a:rPr>
              <a:t>指标｜引用可定位率</a:t>
            </a:r>
          </a:p>
        </p:txBody>
      </p:sp>
      <p:sp>
        <p:nvSpPr>
          <p:cNvPr id="16" name="">
            <a:extLst xmlns:a="http://schemas.openxmlformats.org/drawingml/2006/main">
              <a:ext uri="{FF2B5EF4-FFF2-40B4-BE49-F238E27FC236}">
                <a16:creationId xmlns:a16="http://schemas.microsoft.com/office/drawing/2014/main" id="{18784C53-44C1-42A2-B33A-A95ACBEBF750}"/>
              </a:ext>
            </a:extLst>
          </p:cNvPr>
          <p:cNvSpPr>
            <a:spLocks xmlns:a="http://schemas.openxmlformats.org/drawingml/2006/main" noGrp="1"/>
          </p:cNvSpPr>
          <p:nvPr/>
        </p:nvSpPr>
        <p:spPr>
          <a:xfrm xmlns:a="http://schemas.openxmlformats.org/drawingml/2006/main">
            <a:off x="8801100" y="2076450"/>
            <a:ext cx="2419350" cy="2781300"/>
          </a:xfrm>
          <a:prstGeom xmlns:a="http://schemas.openxmlformats.org/drawingml/2006/main" prst="roundRect">
            <a:avLst>
              <a:gd name="adj" fmla="val 8661"/>
            </a:avLst>
          </a:prstGeom>
          <a:solidFill xmlns:a="http://schemas.openxmlformats.org/drawingml/2006/main">
            <a:srgbClr val="F7F9FC"/>
          </a:solidFill>
          <a:ln xmlns:a="http://schemas.openxmlformats.org/drawingml/2006/main" w="9525">
            <a:solidFill>
              <a:srgbClr val="DCE6F5"/>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7" name="">
            <a:extLst xmlns:a="http://schemas.openxmlformats.org/drawingml/2006/main">
              <a:ext uri="{FF2B5EF4-FFF2-40B4-BE49-F238E27FC236}">
                <a16:creationId xmlns:a16="http://schemas.microsoft.com/office/drawing/2014/main" id="{00ED2EAD-8316-4D07-B9D2-EF0FD529EFE1}"/>
              </a:ext>
            </a:extLst>
          </p:cNvPr>
          <p:cNvSpPr>
            <a:spLocks xmlns:a="http://schemas.openxmlformats.org/drawingml/2006/main" noGrp="1"/>
          </p:cNvSpPr>
          <p:nvPr/>
        </p:nvSpPr>
        <p:spPr>
          <a:xfrm xmlns:a="http://schemas.openxmlformats.org/drawingml/2006/main">
            <a:off x="9010650" y="2286000"/>
            <a:ext cx="571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i="0">
                <a:solidFill>
                  <a:srgbClr val="176BFF"/>
                </a:solidFill>
                <a:latin typeface="Microsoft YaHei"/>
                <a:ea typeface="Microsoft YaHei"/>
                <a:cs typeface="Microsoft YaHei"/>
              </a:defRPr>
            </a:pPr>
            <a:r>
              <a:rPr sz="1200" b="1" i="0">
                <a:solidFill>
                  <a:srgbClr val="176BFF"/>
                </a:solidFill>
                <a:latin typeface="Microsoft YaHei"/>
                <a:ea typeface="Microsoft YaHei"/>
                <a:cs typeface="Microsoft YaHei"/>
              </a:rPr>
              <a:t>04</a:t>
            </a:r>
          </a:p>
        </p:txBody>
      </p:sp>
      <p:sp>
        <p:nvSpPr>
          <p:cNvPr id="18" name="">
            <a:extLst xmlns:a="http://schemas.openxmlformats.org/drawingml/2006/main">
              <a:ext uri="{FF2B5EF4-FFF2-40B4-BE49-F238E27FC236}">
                <a16:creationId xmlns:a16="http://schemas.microsoft.com/office/drawing/2014/main" id="{EFE2529C-D364-4829-A0AC-71E3C7BE2542}"/>
              </a:ext>
            </a:extLst>
          </p:cNvPr>
          <p:cNvSpPr>
            <a:spLocks xmlns:a="http://schemas.openxmlformats.org/drawingml/2006/main" noGrp="1"/>
          </p:cNvSpPr>
          <p:nvPr/>
        </p:nvSpPr>
        <p:spPr>
          <a:xfrm xmlns:a="http://schemas.openxmlformats.org/drawingml/2006/main">
            <a:off x="9010650" y="2781300"/>
            <a:ext cx="20002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550" b="1" i="0">
                <a:solidFill>
                  <a:srgbClr val="111827"/>
                </a:solidFill>
                <a:latin typeface="Microsoft YaHei"/>
                <a:ea typeface="Microsoft YaHei"/>
                <a:cs typeface="Microsoft YaHei"/>
              </a:defRPr>
            </a:pPr>
            <a:r>
              <a:rPr sz="2550" b="1" i="0">
                <a:solidFill>
                  <a:srgbClr val="111827"/>
                </a:solidFill>
                <a:latin typeface="Microsoft YaHei"/>
                <a:ea typeface="Microsoft YaHei"/>
                <a:cs typeface="Microsoft YaHei"/>
              </a:rPr>
              <a:t>内部代码</a:t>
            </a:r>
          </a:p>
        </p:txBody>
      </p:sp>
      <p:sp>
        <p:nvSpPr>
          <p:cNvPr id="19" name="">
            <a:extLst xmlns:a="http://schemas.openxmlformats.org/drawingml/2006/main">
              <a:ext uri="{FF2B5EF4-FFF2-40B4-BE49-F238E27FC236}">
                <a16:creationId xmlns:a16="http://schemas.microsoft.com/office/drawing/2014/main" id="{D4EB2C4D-2107-42C6-974F-818DE79A7C15}"/>
              </a:ext>
            </a:extLst>
          </p:cNvPr>
          <p:cNvSpPr>
            <a:spLocks xmlns:a="http://schemas.openxmlformats.org/drawingml/2006/main" noGrp="1"/>
          </p:cNvSpPr>
          <p:nvPr/>
        </p:nvSpPr>
        <p:spPr>
          <a:xfrm xmlns:a="http://schemas.openxmlformats.org/drawingml/2006/main">
            <a:off x="9010650" y="3562350"/>
            <a:ext cx="200025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500" b="0" i="0">
                <a:solidFill>
                  <a:srgbClr val="667085"/>
                </a:solidFill>
                <a:latin typeface="Microsoft YaHei"/>
                <a:ea typeface="Microsoft YaHei"/>
                <a:cs typeface="Microsoft YaHei"/>
              </a:defRPr>
            </a:pPr>
            <a:r>
              <a:rPr sz="1200" b="0" i="0">
                <a:solidFill>
                  <a:srgbClr val="667085"/>
                </a:solidFill>
                <a:latin typeface="Microsoft YaHei"/>
                <a:ea typeface="Microsoft YaHei"/>
                <a:cs typeface="Microsoft YaHei"/>
              </a:rPr>
              <a:t>行为｜保存重开语义一致</a:t>
            </a:r>
          </a:p>
          <a:p xmlns:a="http://schemas.openxmlformats.org/drawingml/2006/main">
            <a:pPr algn="l">
              <a:buNone/>
              <a:defRPr sz="1500" b="0" i="0">
                <a:solidFill>
                  <a:srgbClr val="667085"/>
                </a:solidFill>
                <a:latin typeface="Microsoft YaHei"/>
                <a:ea typeface="Microsoft YaHei"/>
                <a:cs typeface="Microsoft YaHei"/>
              </a:defRPr>
            </a:pPr>
            <a:r>
              <a:rPr sz="1200" b="0" i="0">
                <a:solidFill>
                  <a:srgbClr val="667085"/>
                </a:solidFill>
                <a:latin typeface="Microsoft YaHei"/>
                <a:ea typeface="Microsoft YaHei"/>
                <a:cs typeface="Microsoft YaHei"/>
              </a:rPr>
              <a:t>证据｜Project reload</a:t>
            </a:r>
          </a:p>
          <a:p xmlns:a="http://schemas.openxmlformats.org/drawingml/2006/main">
            <a:pPr algn="l">
              <a:buNone/>
              <a:defRPr sz="1500" b="0" i="0">
                <a:solidFill>
                  <a:srgbClr val="667085"/>
                </a:solidFill>
                <a:latin typeface="Microsoft YaHei"/>
                <a:ea typeface="Microsoft YaHei"/>
                <a:cs typeface="Microsoft YaHei"/>
              </a:defRPr>
            </a:pPr>
            <a:r>
              <a:rPr sz="1200" b="0" i="0">
                <a:solidFill>
                  <a:srgbClr val="667085"/>
                </a:solidFill>
                <a:latin typeface="Microsoft YaHei"/>
                <a:ea typeface="Microsoft YaHei"/>
                <a:cs typeface="Microsoft YaHei"/>
              </a:rPr>
              <a:t>指标｜保存复现率</a:t>
            </a:r>
          </a:p>
        </p:txBody>
      </p:sp>
      <p:sp>
        <p:nvSpPr>
          <p:cNvPr id="20" name="">
            <a:extLst xmlns:a="http://schemas.openxmlformats.org/drawingml/2006/main">
              <a:ext uri="{FF2B5EF4-FFF2-40B4-BE49-F238E27FC236}">
                <a16:creationId xmlns:a16="http://schemas.microsoft.com/office/drawing/2014/main" id="{96CB4DB1-39DE-46AA-9842-ACA8ED2F9E1E}"/>
              </a:ext>
            </a:extLst>
          </p:cNvPr>
          <p:cNvSpPr>
            <a:spLocks xmlns:a="http://schemas.openxmlformats.org/drawingml/2006/main" noGrp="1"/>
          </p:cNvSpPr>
          <p:nvPr/>
        </p:nvSpPr>
        <p:spPr>
          <a:xfrm xmlns:a="http://schemas.openxmlformats.org/drawingml/2006/main">
            <a:off x="1676400" y="5219700"/>
            <a:ext cx="8839200" cy="685800"/>
          </a:xfrm>
          <a:prstGeom xmlns:a="http://schemas.openxmlformats.org/drawingml/2006/main" prst="roundRect">
            <a:avLst>
              <a:gd name="adj" fmla="val 25000"/>
            </a:avLst>
          </a:prstGeom>
          <a:solidFill xmlns:a="http://schemas.openxmlformats.org/drawingml/2006/main">
            <a:srgbClr val="EAF2FF"/>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40885AED-F686-45CE-BACD-85EAF9B1C6F7}"/>
              </a:ext>
            </a:extLst>
          </p:cNvPr>
          <p:cNvSpPr>
            <a:spLocks xmlns:a="http://schemas.openxmlformats.org/drawingml/2006/main" noGrp="1"/>
          </p:cNvSpPr>
          <p:nvPr/>
        </p:nvSpPr>
        <p:spPr>
          <a:xfrm xmlns:a="http://schemas.openxmlformats.org/drawingml/2006/main">
            <a:off x="1905000" y="5410200"/>
            <a:ext cx="8382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575" b="1" i="0">
                <a:solidFill>
                  <a:srgbClr val="F79009"/>
                </a:solidFill>
                <a:latin typeface="Microsoft YaHei"/>
                <a:ea typeface="Microsoft YaHei"/>
                <a:cs typeface="Microsoft YaHei"/>
              </a:defRPr>
            </a:pPr>
            <a:r>
              <a:rPr sz="1500" b="1" i="0">
                <a:solidFill>
                  <a:srgbClr val="176BFF"/>
                </a:solidFill>
                <a:latin typeface="Microsoft YaHei"/>
                <a:ea typeface="Microsoft YaHei"/>
                <a:cs typeface="Microsoft YaHei"/>
              </a:rPr>
              <a:t>同一底座｜兼容模板 → 蓝图 → 原子积木 → 内部代码</a:t>
            </a:r>
          </a:p>
        </p:txBody>
      </p:sp>
      <p:sp>
        <p:nvSpPr>
          <p:cNvPr id="22" name="">
            <a:extLst xmlns:a="http://schemas.openxmlformats.org/drawingml/2006/main">
              <a:ext uri="{FF2B5EF4-FFF2-40B4-BE49-F238E27FC236}">
                <a16:creationId xmlns:a16="http://schemas.microsoft.com/office/drawing/2014/main" id="{0FF81F25-CA1D-42EA-95BF-4FA2DCB1B727}"/>
              </a:ext>
            </a:extLst>
          </p:cNvPr>
          <p:cNvSpPr>
            <a:spLocks xmlns:a="http://schemas.openxmlformats.org/drawingml/2006/main" noGrp="1"/>
          </p:cNvSpPr>
          <p:nvPr/>
        </p:nvSpPr>
        <p:spPr>
          <a:xfrm xmlns:a="http://schemas.openxmlformats.org/drawingml/2006/main">
            <a:off x="685800" y="6496050"/>
            <a:ext cx="10820400" cy="9525"/>
          </a:xfrm>
          <a:prstGeom xmlns:a="http://schemas.openxmlformats.org/drawingml/2006/main" prst="rect">
            <a:avLst/>
          </a:prstGeom>
          <a:solidFill xmlns:a="http://schemas.openxmlformats.org/drawingml/2006/main">
            <a:srgbClr val="DCE3EC"/>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111AEA12-AB50-4D32-8FDF-96E4B5B4CC6F}"/>
              </a:ext>
            </a:extLst>
          </p:cNvPr>
          <p:cNvSpPr>
            <a:spLocks xmlns:a="http://schemas.openxmlformats.org/drawingml/2006/main" noGrp="1"/>
          </p:cNvSpPr>
          <p:nvPr/>
        </p:nvSpPr>
        <p:spPr>
          <a:xfrm xmlns:a="http://schemas.openxmlformats.org/drawingml/2006/main">
            <a:off x="685800" y="6553200"/>
            <a:ext cx="476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975" b="0" i="0">
                <a:solidFill>
                  <a:srgbClr val="98A2B3"/>
                </a:solidFill>
                <a:latin typeface="Microsoft YaHei"/>
                <a:ea typeface="Microsoft YaHei"/>
                <a:cs typeface="Microsoft YaHei"/>
              </a:defRPr>
            </a:pPr>
            <a:r>
              <a:rPr sz="975" b="0" i="0">
                <a:solidFill>
                  <a:srgbClr val="98A2B3"/>
                </a:solidFill>
                <a:latin typeface="Microsoft YaHei"/>
                <a:ea typeface="Microsoft YaHei"/>
                <a:cs typeface="Microsoft YaHei"/>
              </a:rPr>
              <a:t>Blocky Studio · Agent 搭建教育</a:t>
            </a:r>
          </a:p>
        </p:txBody>
      </p:sp>
      <p:sp>
        <p:nvSpPr>
          <p:cNvPr id="24" name="">
            <a:extLst xmlns:a="http://schemas.openxmlformats.org/drawingml/2006/main">
              <a:ext uri="{FF2B5EF4-FFF2-40B4-BE49-F238E27FC236}">
                <a16:creationId xmlns:a16="http://schemas.microsoft.com/office/drawing/2014/main" id="{515CDD87-5796-4A69-900F-7A9A60775B88}"/>
              </a:ext>
            </a:extLst>
          </p:cNvPr>
          <p:cNvSpPr>
            <a:spLocks xmlns:a="http://schemas.openxmlformats.org/drawingml/2006/main" noGrp="1"/>
          </p:cNvSpPr>
          <p:nvPr/>
        </p:nvSpPr>
        <p:spPr>
          <a:xfrm xmlns:a="http://schemas.openxmlformats.org/drawingml/2006/main">
            <a:off x="10953750" y="6553200"/>
            <a:ext cx="552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975" b="0" i="0">
                <a:solidFill>
                  <a:srgbClr val="98A2B3"/>
                </a:solidFill>
                <a:latin typeface="Microsoft YaHei"/>
                <a:ea typeface="Microsoft YaHei"/>
                <a:cs typeface="Microsoft YaHei"/>
              </a:defRPr>
            </a:pPr>
            <a:r>
              <a:rPr sz="975" b="0" i="0">
                <a:solidFill>
                  <a:srgbClr val="98A2B3"/>
                </a:solidFill>
                <a:latin typeface="Microsoft YaHei"/>
                <a:ea typeface="Microsoft YaHei"/>
                <a:cs typeface="Microsoft YaHei"/>
              </a:rPr>
              <a:t>08</a:t>
            </a:r>
          </a:p>
        </p:txBody>
      </p:sp>
      <p:pic>
        <p:nvPicPr>
          <p:cNvPr id="51" name=""/>
          <p:cNvPicPr>
            <a:picLocks xmlns:a="http://schemas.openxmlformats.org/drawingml/2006/main" noChangeAspect="1"/>
          </p:cNvPicPr>
          <p:nvPr/>
        </p:nvPicPr>
        <p:blipFill>
          <a:blip xmlns:r="http://schemas.openxmlformats.org/officeDocument/2006/relationships" xmlns:a="http://schemas.openxmlformats.org/drawingml/2006/main" r:embed="Rf00433235ddd4aad"/>
          <a:stretch xmlns:a="http://schemas.openxmlformats.org/drawingml/2006/main"/>
        </p:blipFill>
        <p:spPr>
          <a:xfrm xmlns:a="http://schemas.openxmlformats.org/drawingml/2006/main">
            <a:off x="9667875" y="228600"/>
            <a:ext cx="1504950" cy="1504950"/>
          </a:xfrm>
          <a:prstGeom xmlns:a="http://schemas.openxmlformats.org/drawingml/2006/main" prst="rect">
            <a:avLst/>
          </a:prstGeom>
        </p:spPr>
      </p:pic>
    </p:spTree>
    <p:extLst>
      <p:ext uri="{BB962C8B-B14F-4D97-AF65-F5344CB8AC3E}">
        <p14:creationId xmlns:p14="http://schemas.microsoft.com/office/powerpoint/2010/main" val="1537898588"/>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ACE6BEB0-5134-4740-8BC5-70438A9E547A}"/>
              </a:ext>
            </a:extLst>
          </p:cNvPr>
          <p:cNvSpPr>
            <a:spLocks xmlns:a="http://schemas.openxmlformats.org/drawingml/2006/main" noGrp="1"/>
          </p:cNvSpPr>
          <p:nvPr/>
        </p:nvSpPr>
        <p:spPr>
          <a:xfrm xmlns:a="http://schemas.openxmlformats.org/drawingml/2006/main">
            <a:off x="685800" y="40005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200" b="1" i="0">
                <a:solidFill>
                  <a:srgbClr val="176BFF"/>
                </a:solidFill>
                <a:latin typeface="Microsoft YaHei"/>
                <a:ea typeface="Microsoft YaHei"/>
                <a:cs typeface="Microsoft YaHei"/>
              </a:defRPr>
            </a:pPr>
            <a:r>
              <a:rPr sz="1200" b="1" i="0">
                <a:solidFill>
                  <a:srgbClr val="176BFF"/>
                </a:solidFill>
                <a:latin typeface="Microsoft YaHei"/>
                <a:ea typeface="Microsoft YaHei"/>
                <a:cs typeface="Microsoft YaHei"/>
              </a:rPr>
              <a:t>BLOCK INTERNALS · 积木内部修改</a:t>
            </a:r>
          </a:p>
        </p:txBody>
      </p:sp>
      <p:sp>
        <p:nvSpPr>
          <p:cNvPr id="2" name="">
            <a:extLst xmlns:a="http://schemas.openxmlformats.org/drawingml/2006/main">
              <a:ext uri="{FF2B5EF4-FFF2-40B4-BE49-F238E27FC236}">
                <a16:creationId xmlns:a16="http://schemas.microsoft.com/office/drawing/2014/main" id="{44593C4D-248B-4BA9-B5FD-3076450D4322}"/>
              </a:ext>
            </a:extLst>
          </p:cNvPr>
          <p:cNvSpPr>
            <a:spLocks xmlns:a="http://schemas.openxmlformats.org/drawingml/2006/main" noGrp="1"/>
          </p:cNvSpPr>
          <p:nvPr/>
        </p:nvSpPr>
        <p:spPr>
          <a:xfrm xmlns:a="http://schemas.openxmlformats.org/drawingml/2006/main">
            <a:off x="685800" y="742950"/>
            <a:ext cx="108204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3150" b="1" i="0">
                <a:solidFill>
                  <a:srgbClr val="111827"/>
                </a:solidFill>
                <a:latin typeface="Microsoft YaHei"/>
                <a:ea typeface="Microsoft YaHei"/>
                <a:cs typeface="Microsoft YaHei"/>
              </a:defRPr>
            </a:pPr>
            <a:r>
              <a:rPr sz="3000" b="1" i="0">
                <a:solidFill>
                  <a:srgbClr val="111827"/>
                </a:solidFill>
                <a:latin typeface="Microsoft YaHei"/>
                <a:ea typeface="Microsoft YaHei"/>
                <a:cs typeface="Microsoft YaHei"/>
              </a:rPr>
              <a:t>积木不是黑盒：从公开参数一直改到内部实现</a:t>
            </a:r>
          </a:p>
        </p:txBody>
      </p:sp>
      <p:sp>
        <p:nvSpPr>
          <p:cNvPr id="3" name="">
            <a:extLst xmlns:a="http://schemas.openxmlformats.org/drawingml/2006/main">
              <a:ext uri="{FF2B5EF4-FFF2-40B4-BE49-F238E27FC236}">
                <a16:creationId xmlns:a16="http://schemas.microsoft.com/office/drawing/2014/main" id="{15A294B6-FC5C-481E-9BCB-E0BD442C051E}"/>
              </a:ext>
            </a:extLst>
          </p:cNvPr>
          <p:cNvSpPr>
            <a:spLocks xmlns:a="http://schemas.openxmlformats.org/drawingml/2006/main" noGrp="1"/>
          </p:cNvSpPr>
          <p:nvPr/>
        </p:nvSpPr>
        <p:spPr>
          <a:xfrm xmlns:a="http://schemas.openxmlformats.org/drawingml/2006/main">
            <a:off x="685800" y="1381125"/>
            <a:ext cx="10820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500" b="0" i="0">
                <a:solidFill>
                  <a:srgbClr val="667085"/>
                </a:solidFill>
                <a:latin typeface="Microsoft YaHei"/>
                <a:ea typeface="Microsoft YaHei"/>
                <a:cs typeface="Microsoft YaHei"/>
              </a:defRPr>
            </a:pPr>
            <a:r>
              <a:rPr sz="1500" b="0" i="0">
                <a:solidFill>
                  <a:srgbClr val="667085"/>
                </a:solidFill>
                <a:latin typeface="Microsoft YaHei"/>
                <a:ea typeface="Microsoft YaHei"/>
                <a:cs typeface="Microsoft YaHei"/>
              </a:rPr>
              <a:t>官方基线、用户差异、诊断与回退同屏呈现；代码只封装局部逻辑，不隐藏 Agent 拓扑与权限。</a:t>
            </a:r>
          </a:p>
        </p:txBody>
      </p:sp>
      <p:sp>
        <p:nvSpPr>
          <p:cNvPr id="4" name="">
            <a:extLst xmlns:a="http://schemas.openxmlformats.org/drawingml/2006/main">
              <a:ext uri="{FF2B5EF4-FFF2-40B4-BE49-F238E27FC236}">
                <a16:creationId xmlns:a16="http://schemas.microsoft.com/office/drawing/2014/main" id="{EE0EE404-A53E-47C8-BD14-1A6FF57ECB76}"/>
              </a:ext>
            </a:extLst>
          </p:cNvPr>
          <p:cNvSpPr>
            <a:spLocks xmlns:a="http://schemas.openxmlformats.org/drawingml/2006/main" noGrp="1"/>
          </p:cNvSpPr>
          <p:nvPr/>
        </p:nvSpPr>
        <p:spPr>
          <a:xfrm xmlns:a="http://schemas.openxmlformats.org/drawingml/2006/main">
            <a:off x="5429250" y="2876550"/>
            <a:ext cx="5143500" cy="47625"/>
          </a:xfrm>
          <a:prstGeom xmlns:a="http://schemas.openxmlformats.org/drawingml/2006/main" prst="rect">
            <a:avLst/>
          </a:prstGeom>
          <a:solidFill xmlns:a="http://schemas.openxmlformats.org/drawingml/2006/main">
            <a:srgbClr val="DCE3EC"/>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DEA320BC-DCBD-459B-B601-6F0A4EF60DC0}"/>
              </a:ext>
            </a:extLst>
          </p:cNvPr>
          <p:cNvSpPr>
            <a:spLocks xmlns:a="http://schemas.openxmlformats.org/drawingml/2006/main" noGrp="1"/>
          </p:cNvSpPr>
          <p:nvPr/>
        </p:nvSpPr>
        <p:spPr>
          <a:xfrm xmlns:a="http://schemas.openxmlformats.org/drawingml/2006/main">
            <a:off x="5086350" y="2533650"/>
            <a:ext cx="685800" cy="685800"/>
          </a:xfrm>
          <a:prstGeom xmlns:a="http://schemas.openxmlformats.org/drawingml/2006/main" prst="ellipse">
            <a:avLst/>
          </a:prstGeom>
          <a:solidFill xmlns:a="http://schemas.openxmlformats.org/drawingml/2006/main">
            <a:srgbClr val="176BFF"/>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7D8BF5B1-FF19-480C-A1F9-B3EBD55A3217}"/>
              </a:ext>
            </a:extLst>
          </p:cNvPr>
          <p:cNvSpPr>
            <a:spLocks xmlns:a="http://schemas.openxmlformats.org/drawingml/2006/main" noGrp="1"/>
          </p:cNvSpPr>
          <p:nvPr/>
        </p:nvSpPr>
        <p:spPr>
          <a:xfrm xmlns:a="http://schemas.openxmlformats.org/drawingml/2006/main">
            <a:off x="5086350" y="2695575"/>
            <a:ext cx="685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2100" b="1" i="0">
                <a:solidFill>
                  <a:srgbClr val="FFFFFF"/>
                </a:solidFill>
                <a:latin typeface="Microsoft YaHei"/>
                <a:ea typeface="Microsoft YaHei"/>
                <a:cs typeface="Microsoft YaHei"/>
              </a:defRPr>
            </a:pPr>
            <a:r>
              <a:rPr sz="2100" b="1" i="0">
                <a:solidFill>
                  <a:srgbClr val="FFFFFF"/>
                </a:solidFill>
                <a:latin typeface="Microsoft YaHei"/>
                <a:ea typeface="Microsoft YaHei"/>
                <a:cs typeface="Microsoft YaHei"/>
              </a:rPr>
              <a:t>1</a:t>
            </a:r>
          </a:p>
        </p:txBody>
      </p:sp>
      <p:sp>
        <p:nvSpPr>
          <p:cNvPr id="7" name="">
            <a:extLst xmlns:a="http://schemas.openxmlformats.org/drawingml/2006/main">
              <a:ext uri="{FF2B5EF4-FFF2-40B4-BE49-F238E27FC236}">
                <a16:creationId xmlns:a16="http://schemas.microsoft.com/office/drawing/2014/main" id="{C5EB8ED1-07E5-4EEC-85C0-40D8A0D67C14}"/>
              </a:ext>
            </a:extLst>
          </p:cNvPr>
          <p:cNvSpPr>
            <a:spLocks xmlns:a="http://schemas.openxmlformats.org/drawingml/2006/main" noGrp="1"/>
          </p:cNvSpPr>
          <p:nvPr/>
        </p:nvSpPr>
        <p:spPr>
          <a:xfrm xmlns:a="http://schemas.openxmlformats.org/drawingml/2006/main">
            <a:off x="4581525" y="3333750"/>
            <a:ext cx="16954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875" b="1" i="0">
                <a:solidFill>
                  <a:srgbClr val="111827"/>
                </a:solidFill>
                <a:latin typeface="Microsoft YaHei"/>
                <a:ea typeface="Microsoft YaHei"/>
                <a:cs typeface="Microsoft YaHei"/>
              </a:defRPr>
            </a:pPr>
            <a:r>
              <a:rPr sz="1650" b="1" i="0">
                <a:solidFill>
                  <a:srgbClr val="111827"/>
                </a:solidFill>
                <a:latin typeface="Microsoft YaHei"/>
                <a:ea typeface="Microsoft YaHei"/>
                <a:cs typeface="Microsoft YaHei"/>
              </a:rPr>
              <a:t>参数与接口</a:t>
            </a:r>
          </a:p>
        </p:txBody>
      </p:sp>
      <p:sp>
        <p:nvSpPr>
          <p:cNvPr id="8" name="">
            <a:extLst xmlns:a="http://schemas.openxmlformats.org/drawingml/2006/main">
              <a:ext uri="{FF2B5EF4-FFF2-40B4-BE49-F238E27FC236}">
                <a16:creationId xmlns:a16="http://schemas.microsoft.com/office/drawing/2014/main" id="{E2B674A9-88C9-467B-8B72-EE50C9BD6D2F}"/>
              </a:ext>
            </a:extLst>
          </p:cNvPr>
          <p:cNvSpPr>
            <a:spLocks xmlns:a="http://schemas.openxmlformats.org/drawingml/2006/main" noGrp="1"/>
          </p:cNvSpPr>
          <p:nvPr/>
        </p:nvSpPr>
        <p:spPr>
          <a:xfrm xmlns:a="http://schemas.openxmlformats.org/drawingml/2006/main">
            <a:off x="4581525" y="3981450"/>
            <a:ext cx="16954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pPr>
            <a:r>
              <a:rPr sz="1350"/>
              <a:t>输入 / 输出
类型 / 默认值</a:t>
            </a:r>
          </a:p>
        </p:txBody>
      </p:sp>
      <p:sp>
        <p:nvSpPr>
          <p:cNvPr id="9" name="">
            <a:extLst xmlns:a="http://schemas.openxmlformats.org/drawingml/2006/main">
              <a:ext uri="{FF2B5EF4-FFF2-40B4-BE49-F238E27FC236}">
                <a16:creationId xmlns:a16="http://schemas.microsoft.com/office/drawing/2014/main" id="{5B2DC4C0-F9C1-4B05-86E6-F1C7ABDF1CA9}"/>
              </a:ext>
            </a:extLst>
          </p:cNvPr>
          <p:cNvSpPr>
            <a:spLocks xmlns:a="http://schemas.openxmlformats.org/drawingml/2006/main" noGrp="1"/>
          </p:cNvSpPr>
          <p:nvPr/>
        </p:nvSpPr>
        <p:spPr>
          <a:xfrm xmlns:a="http://schemas.openxmlformats.org/drawingml/2006/main">
            <a:off x="6800850" y="2533650"/>
            <a:ext cx="685800" cy="685800"/>
          </a:xfrm>
          <a:prstGeom xmlns:a="http://schemas.openxmlformats.org/drawingml/2006/main" prst="ellipse">
            <a:avLst/>
          </a:prstGeom>
          <a:solidFill xmlns:a="http://schemas.openxmlformats.org/drawingml/2006/main">
            <a:srgbClr val="176BF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9E25F763-49D5-4981-BAE1-812D10DBBCDD}"/>
              </a:ext>
            </a:extLst>
          </p:cNvPr>
          <p:cNvSpPr>
            <a:spLocks xmlns:a="http://schemas.openxmlformats.org/drawingml/2006/main" noGrp="1"/>
          </p:cNvSpPr>
          <p:nvPr/>
        </p:nvSpPr>
        <p:spPr>
          <a:xfrm xmlns:a="http://schemas.openxmlformats.org/drawingml/2006/main">
            <a:off x="6800850" y="2695575"/>
            <a:ext cx="685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2100" b="1" i="0">
                <a:solidFill>
                  <a:srgbClr val="FFFFFF"/>
                </a:solidFill>
                <a:latin typeface="Microsoft YaHei"/>
                <a:ea typeface="Microsoft YaHei"/>
                <a:cs typeface="Microsoft YaHei"/>
              </a:defRPr>
            </a:pPr>
            <a:r>
              <a:rPr sz="2100" b="1" i="0">
                <a:solidFill>
                  <a:srgbClr val="FFFFFF"/>
                </a:solidFill>
                <a:latin typeface="Microsoft YaHei"/>
                <a:ea typeface="Microsoft YaHei"/>
                <a:cs typeface="Microsoft YaHei"/>
              </a:rPr>
              <a:t>2</a:t>
            </a:r>
          </a:p>
        </p:txBody>
      </p:sp>
      <p:sp>
        <p:nvSpPr>
          <p:cNvPr id="11" name="">
            <a:extLst xmlns:a="http://schemas.openxmlformats.org/drawingml/2006/main">
              <a:ext uri="{FF2B5EF4-FFF2-40B4-BE49-F238E27FC236}">
                <a16:creationId xmlns:a16="http://schemas.microsoft.com/office/drawing/2014/main" id="{A03C79FC-38CA-4920-BCFA-97252FFA762D}"/>
              </a:ext>
            </a:extLst>
          </p:cNvPr>
          <p:cNvSpPr>
            <a:spLocks xmlns:a="http://schemas.openxmlformats.org/drawingml/2006/main" noGrp="1"/>
          </p:cNvSpPr>
          <p:nvPr/>
        </p:nvSpPr>
        <p:spPr>
          <a:xfrm xmlns:a="http://schemas.openxmlformats.org/drawingml/2006/main">
            <a:off x="6296025" y="3333750"/>
            <a:ext cx="16954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875" b="1" i="0">
                <a:solidFill>
                  <a:srgbClr val="111827"/>
                </a:solidFill>
                <a:latin typeface="Microsoft YaHei"/>
                <a:ea typeface="Microsoft YaHei"/>
                <a:cs typeface="Microsoft YaHei"/>
              </a:defRPr>
            </a:pPr>
            <a:r>
              <a:rPr sz="1650" b="1" i="0">
                <a:solidFill>
                  <a:srgbClr val="111827"/>
                </a:solidFill>
                <a:latin typeface="Microsoft YaHei"/>
                <a:ea typeface="Microsoft YaHei"/>
                <a:cs typeface="Microsoft YaHei"/>
              </a:rPr>
              <a:t>展开与封装</a:t>
            </a:r>
          </a:p>
        </p:txBody>
      </p:sp>
      <p:sp>
        <p:nvSpPr>
          <p:cNvPr id="12" name="">
            <a:extLst xmlns:a="http://schemas.openxmlformats.org/drawingml/2006/main">
              <a:ext uri="{FF2B5EF4-FFF2-40B4-BE49-F238E27FC236}">
                <a16:creationId xmlns:a16="http://schemas.microsoft.com/office/drawing/2014/main" id="{456934EE-6AF6-484E-B295-F75570571BE2}"/>
              </a:ext>
            </a:extLst>
          </p:cNvPr>
          <p:cNvSpPr>
            <a:spLocks xmlns:a="http://schemas.openxmlformats.org/drawingml/2006/main" noGrp="1"/>
          </p:cNvSpPr>
          <p:nvPr/>
        </p:nvSpPr>
        <p:spPr>
          <a:xfrm xmlns:a="http://schemas.openxmlformats.org/drawingml/2006/main">
            <a:off x="6296025" y="3981450"/>
            <a:ext cx="16954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pPr>
            <a:r>
              <a:rPr sz="1350"/>
              <a:t>展开原子积木
保留公开插槽</a:t>
            </a:r>
          </a:p>
        </p:txBody>
      </p:sp>
      <p:sp>
        <p:nvSpPr>
          <p:cNvPr id="13" name="">
            <a:extLst xmlns:a="http://schemas.openxmlformats.org/drawingml/2006/main">
              <a:ext uri="{FF2B5EF4-FFF2-40B4-BE49-F238E27FC236}">
                <a16:creationId xmlns:a16="http://schemas.microsoft.com/office/drawing/2014/main" id="{9700918C-A06B-4E1A-8C9D-0648588A8481}"/>
              </a:ext>
            </a:extLst>
          </p:cNvPr>
          <p:cNvSpPr>
            <a:spLocks xmlns:a="http://schemas.openxmlformats.org/drawingml/2006/main" noGrp="1"/>
          </p:cNvSpPr>
          <p:nvPr/>
        </p:nvSpPr>
        <p:spPr>
          <a:xfrm xmlns:a="http://schemas.openxmlformats.org/drawingml/2006/main">
            <a:off x="8515350" y="2533650"/>
            <a:ext cx="685800" cy="685800"/>
          </a:xfrm>
          <a:prstGeom xmlns:a="http://schemas.openxmlformats.org/drawingml/2006/main" prst="ellipse">
            <a:avLst/>
          </a:prstGeom>
          <a:solidFill xmlns:a="http://schemas.openxmlformats.org/drawingml/2006/main">
            <a:srgbClr val="176BFF"/>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6FF1C48E-5BD0-4783-9B5F-9CD7A9A77DD4}"/>
              </a:ext>
            </a:extLst>
          </p:cNvPr>
          <p:cNvSpPr>
            <a:spLocks xmlns:a="http://schemas.openxmlformats.org/drawingml/2006/main" noGrp="1"/>
          </p:cNvSpPr>
          <p:nvPr/>
        </p:nvSpPr>
        <p:spPr>
          <a:xfrm xmlns:a="http://schemas.openxmlformats.org/drawingml/2006/main">
            <a:off x="8515350" y="2695575"/>
            <a:ext cx="685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2100" b="1" i="0">
                <a:solidFill>
                  <a:srgbClr val="FFFFFF"/>
                </a:solidFill>
                <a:latin typeface="Microsoft YaHei"/>
                <a:ea typeface="Microsoft YaHei"/>
                <a:cs typeface="Microsoft YaHei"/>
              </a:defRPr>
            </a:pPr>
            <a:r>
              <a:rPr sz="2100" b="1" i="0">
                <a:solidFill>
                  <a:srgbClr val="FFFFFF"/>
                </a:solidFill>
                <a:latin typeface="Microsoft YaHei"/>
                <a:ea typeface="Microsoft YaHei"/>
                <a:cs typeface="Microsoft YaHei"/>
              </a:rPr>
              <a:t>3</a:t>
            </a:r>
          </a:p>
        </p:txBody>
      </p:sp>
      <p:sp>
        <p:nvSpPr>
          <p:cNvPr id="15" name="">
            <a:extLst xmlns:a="http://schemas.openxmlformats.org/drawingml/2006/main">
              <a:ext uri="{FF2B5EF4-FFF2-40B4-BE49-F238E27FC236}">
                <a16:creationId xmlns:a16="http://schemas.microsoft.com/office/drawing/2014/main" id="{2AE7325C-B220-4DD8-937A-0AFCD38AC2AC}"/>
              </a:ext>
            </a:extLst>
          </p:cNvPr>
          <p:cNvSpPr>
            <a:spLocks xmlns:a="http://schemas.openxmlformats.org/drawingml/2006/main" noGrp="1"/>
          </p:cNvSpPr>
          <p:nvPr/>
        </p:nvSpPr>
        <p:spPr>
          <a:xfrm xmlns:a="http://schemas.openxmlformats.org/drawingml/2006/main">
            <a:off x="8010525" y="3333750"/>
            <a:ext cx="16954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875" b="1" i="0">
                <a:solidFill>
                  <a:srgbClr val="111827"/>
                </a:solidFill>
                <a:latin typeface="Microsoft YaHei"/>
                <a:ea typeface="Microsoft YaHei"/>
                <a:cs typeface="Microsoft YaHei"/>
              </a:defRPr>
            </a:pPr>
            <a:r>
              <a:rPr sz="1650" b="1" i="0">
                <a:solidFill>
                  <a:srgbClr val="111827"/>
                </a:solidFill>
                <a:latin typeface="Microsoft YaHei"/>
                <a:ea typeface="Microsoft YaHei"/>
                <a:cs typeface="Microsoft YaHei"/>
              </a:rPr>
              <a:t>内部代码</a:t>
            </a:r>
          </a:p>
        </p:txBody>
      </p:sp>
      <p:sp>
        <p:nvSpPr>
          <p:cNvPr id="16" name="">
            <a:extLst xmlns:a="http://schemas.openxmlformats.org/drawingml/2006/main">
              <a:ext uri="{FF2B5EF4-FFF2-40B4-BE49-F238E27FC236}">
                <a16:creationId xmlns:a16="http://schemas.microsoft.com/office/drawing/2014/main" id="{E7E1AD58-3805-4CBB-B0C5-AD0CFD42C229}"/>
              </a:ext>
            </a:extLst>
          </p:cNvPr>
          <p:cNvSpPr>
            <a:spLocks xmlns:a="http://schemas.openxmlformats.org/drawingml/2006/main" noGrp="1"/>
          </p:cNvSpPr>
          <p:nvPr/>
        </p:nvSpPr>
        <p:spPr>
          <a:xfrm xmlns:a="http://schemas.openxmlformats.org/drawingml/2006/main">
            <a:off x="8010525" y="3981450"/>
            <a:ext cx="16954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pPr>
            <a:r>
              <a:rPr sz="1350"/>
              <a:t>局部代码实现
差异 / 诊断</a:t>
            </a:r>
          </a:p>
        </p:txBody>
      </p:sp>
      <p:sp>
        <p:nvSpPr>
          <p:cNvPr id="17" name="">
            <a:extLst xmlns:a="http://schemas.openxmlformats.org/drawingml/2006/main">
              <a:ext uri="{FF2B5EF4-FFF2-40B4-BE49-F238E27FC236}">
                <a16:creationId xmlns:a16="http://schemas.microsoft.com/office/drawing/2014/main" id="{F9DAF4FD-BC3F-4584-9B71-B1636FEDB026}"/>
              </a:ext>
            </a:extLst>
          </p:cNvPr>
          <p:cNvSpPr>
            <a:spLocks xmlns:a="http://schemas.openxmlformats.org/drawingml/2006/main" noGrp="1"/>
          </p:cNvSpPr>
          <p:nvPr/>
        </p:nvSpPr>
        <p:spPr>
          <a:xfrm xmlns:a="http://schemas.openxmlformats.org/drawingml/2006/main">
            <a:off x="10229850" y="2533650"/>
            <a:ext cx="685800" cy="685800"/>
          </a:xfrm>
          <a:prstGeom xmlns:a="http://schemas.openxmlformats.org/drawingml/2006/main" prst="ellipse">
            <a:avLst/>
          </a:prstGeom>
          <a:solidFill xmlns:a="http://schemas.openxmlformats.org/drawingml/2006/main">
            <a:srgbClr val="176BFF"/>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C3EA1FC6-3496-484C-95F5-14F46B1D35DC}"/>
              </a:ext>
            </a:extLst>
          </p:cNvPr>
          <p:cNvSpPr>
            <a:spLocks xmlns:a="http://schemas.openxmlformats.org/drawingml/2006/main" noGrp="1"/>
          </p:cNvSpPr>
          <p:nvPr/>
        </p:nvSpPr>
        <p:spPr>
          <a:xfrm xmlns:a="http://schemas.openxmlformats.org/drawingml/2006/main">
            <a:off x="10229850" y="2695575"/>
            <a:ext cx="685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2100" b="1" i="0">
                <a:solidFill>
                  <a:srgbClr val="FFFFFF"/>
                </a:solidFill>
                <a:latin typeface="Microsoft YaHei"/>
                <a:ea typeface="Microsoft YaHei"/>
                <a:cs typeface="Microsoft YaHei"/>
              </a:defRPr>
            </a:pPr>
            <a:r>
              <a:rPr sz="2100" b="1" i="0">
                <a:solidFill>
                  <a:srgbClr val="FFFFFF"/>
                </a:solidFill>
                <a:latin typeface="Microsoft YaHei"/>
                <a:ea typeface="Microsoft YaHei"/>
                <a:cs typeface="Microsoft YaHei"/>
              </a:rPr>
              <a:t>4</a:t>
            </a:r>
          </a:p>
        </p:txBody>
      </p:sp>
      <p:sp>
        <p:nvSpPr>
          <p:cNvPr id="19" name="">
            <a:extLst xmlns:a="http://schemas.openxmlformats.org/drawingml/2006/main">
              <a:ext uri="{FF2B5EF4-FFF2-40B4-BE49-F238E27FC236}">
                <a16:creationId xmlns:a16="http://schemas.microsoft.com/office/drawing/2014/main" id="{23475CB5-1F52-4474-A185-5DCFD29BB854}"/>
              </a:ext>
            </a:extLst>
          </p:cNvPr>
          <p:cNvSpPr>
            <a:spLocks xmlns:a="http://schemas.openxmlformats.org/drawingml/2006/main" noGrp="1"/>
          </p:cNvSpPr>
          <p:nvPr/>
        </p:nvSpPr>
        <p:spPr>
          <a:xfrm xmlns:a="http://schemas.openxmlformats.org/drawingml/2006/main">
            <a:off x="9725025" y="3333750"/>
            <a:ext cx="16954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875" b="1" i="0">
                <a:solidFill>
                  <a:srgbClr val="111827"/>
                </a:solidFill>
                <a:latin typeface="Microsoft YaHei"/>
                <a:ea typeface="Microsoft YaHei"/>
                <a:cs typeface="Microsoft YaHei"/>
              </a:defRPr>
            </a:pPr>
            <a:r>
              <a:rPr sz="1650" b="1" i="0">
                <a:solidFill>
                  <a:srgbClr val="111827"/>
                </a:solidFill>
                <a:latin typeface="Microsoft YaHei"/>
                <a:ea typeface="Microsoft YaHei"/>
                <a:cs typeface="Microsoft YaHei"/>
              </a:rPr>
              <a:t>校验与回退</a:t>
            </a:r>
          </a:p>
        </p:txBody>
      </p:sp>
      <p:sp>
        <p:nvSpPr>
          <p:cNvPr id="20" name="">
            <a:extLst xmlns:a="http://schemas.openxmlformats.org/drawingml/2006/main">
              <a:ext uri="{FF2B5EF4-FFF2-40B4-BE49-F238E27FC236}">
                <a16:creationId xmlns:a16="http://schemas.microsoft.com/office/drawing/2014/main" id="{2CF6F002-6517-421A-8333-2339096B420A}"/>
              </a:ext>
            </a:extLst>
          </p:cNvPr>
          <p:cNvSpPr>
            <a:spLocks xmlns:a="http://schemas.openxmlformats.org/drawingml/2006/main" noGrp="1"/>
          </p:cNvSpPr>
          <p:nvPr/>
        </p:nvSpPr>
        <p:spPr>
          <a:xfrm xmlns:a="http://schemas.openxmlformats.org/drawingml/2006/main">
            <a:off x="9725025" y="3981450"/>
            <a:ext cx="16954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pPr>
            <a:r>
              <a:rPr sz="1350"/>
              <a:t>编译 / 测试
接受 / 回退</a:t>
            </a:r>
          </a:p>
        </p:txBody>
      </p:sp>
      <p:sp>
        <p:nvSpPr>
          <p:cNvPr id="21" name="">
            <a:extLst xmlns:a="http://schemas.openxmlformats.org/drawingml/2006/main">
              <a:ext uri="{FF2B5EF4-FFF2-40B4-BE49-F238E27FC236}">
                <a16:creationId xmlns:a16="http://schemas.microsoft.com/office/drawing/2014/main" id="{2ED85272-C52C-40FA-B761-776CF436006A}"/>
              </a:ext>
            </a:extLst>
          </p:cNvPr>
          <p:cNvSpPr>
            <a:spLocks xmlns:a="http://schemas.openxmlformats.org/drawingml/2006/main" noGrp="1"/>
          </p:cNvSpPr>
          <p:nvPr/>
        </p:nvSpPr>
        <p:spPr>
          <a:xfrm xmlns:a="http://schemas.openxmlformats.org/drawingml/2006/main">
            <a:off x="685800" y="5181600"/>
            <a:ext cx="10820400" cy="800100"/>
          </a:xfrm>
          <a:prstGeom xmlns:a="http://schemas.openxmlformats.org/drawingml/2006/main" prst="roundRect">
            <a:avLst>
              <a:gd name="adj" fmla="val 23810"/>
            </a:avLst>
          </a:prstGeom>
          <a:solidFill xmlns:a="http://schemas.openxmlformats.org/drawingml/2006/main">
            <a:srgbClr val="0B1220"/>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35759AD1-71DC-48F0-89B6-BD531D8DC641}"/>
              </a:ext>
            </a:extLst>
          </p:cNvPr>
          <p:cNvSpPr>
            <a:spLocks xmlns:a="http://schemas.openxmlformats.org/drawingml/2006/main" noGrp="1"/>
          </p:cNvSpPr>
          <p:nvPr/>
        </p:nvSpPr>
        <p:spPr>
          <a:xfrm xmlns:a="http://schemas.openxmlformats.org/drawingml/2006/main">
            <a:off x="952500" y="5391150"/>
            <a:ext cx="10287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2025" b="1" i="0">
                <a:solidFill>
                  <a:srgbClr val="FFFFFF"/>
                </a:solidFill>
                <a:latin typeface="Microsoft YaHei"/>
                <a:ea typeface="Microsoft YaHei"/>
                <a:cs typeface="Microsoft YaHei"/>
              </a:defRPr>
            </a:pPr>
            <a:r>
              <a:rPr sz="1650" b="1" i="0">
                <a:solidFill>
                  <a:srgbClr val="FFFFFF"/>
                </a:solidFill>
                <a:latin typeface="Microsoft YaHei"/>
                <a:ea typeface="Microsoft YaHei"/>
                <a:cs typeface="Microsoft YaHei"/>
              </a:rPr>
              <a:t>同一块能力：可组合 · 可展开 · 可编辑 · 可验证 · 可回退</a:t>
            </a:r>
          </a:p>
        </p:txBody>
      </p:sp>
      <p:sp>
        <p:nvSpPr>
          <p:cNvPr id="23" name="">
            <a:extLst xmlns:a="http://schemas.openxmlformats.org/drawingml/2006/main">
              <a:ext uri="{FF2B5EF4-FFF2-40B4-BE49-F238E27FC236}">
                <a16:creationId xmlns:a16="http://schemas.microsoft.com/office/drawing/2014/main" id="{1340A4D9-AB1E-4082-B642-C0C46F98DF6C}"/>
              </a:ext>
            </a:extLst>
          </p:cNvPr>
          <p:cNvSpPr>
            <a:spLocks xmlns:a="http://schemas.openxmlformats.org/drawingml/2006/main" noGrp="1"/>
          </p:cNvSpPr>
          <p:nvPr/>
        </p:nvSpPr>
        <p:spPr>
          <a:xfrm xmlns:a="http://schemas.openxmlformats.org/drawingml/2006/main">
            <a:off x="685800" y="6496050"/>
            <a:ext cx="10820400" cy="9525"/>
          </a:xfrm>
          <a:prstGeom xmlns:a="http://schemas.openxmlformats.org/drawingml/2006/main" prst="rect">
            <a:avLst/>
          </a:prstGeom>
          <a:solidFill xmlns:a="http://schemas.openxmlformats.org/drawingml/2006/main">
            <a:srgbClr val="DCE3EC"/>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9C5E1450-E4DF-4EFF-A864-D90D800E3F84}"/>
              </a:ext>
            </a:extLst>
          </p:cNvPr>
          <p:cNvSpPr>
            <a:spLocks xmlns:a="http://schemas.openxmlformats.org/drawingml/2006/main" noGrp="1"/>
          </p:cNvSpPr>
          <p:nvPr/>
        </p:nvSpPr>
        <p:spPr>
          <a:xfrm xmlns:a="http://schemas.openxmlformats.org/drawingml/2006/main">
            <a:off x="685800" y="6553200"/>
            <a:ext cx="476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975" b="0" i="0">
                <a:solidFill>
                  <a:srgbClr val="98A2B3"/>
                </a:solidFill>
                <a:latin typeface="Microsoft YaHei"/>
                <a:ea typeface="Microsoft YaHei"/>
                <a:cs typeface="Microsoft YaHei"/>
              </a:defRPr>
            </a:pPr>
            <a:r>
              <a:rPr sz="975" b="0" i="0">
                <a:solidFill>
                  <a:srgbClr val="98A2B3"/>
                </a:solidFill>
                <a:latin typeface="Microsoft YaHei"/>
                <a:ea typeface="Microsoft YaHei"/>
                <a:cs typeface="Microsoft YaHei"/>
              </a:rPr>
              <a:t>Blocky Studio · Agent 搭建教育</a:t>
            </a:r>
          </a:p>
        </p:txBody>
      </p:sp>
      <p:sp>
        <p:nvSpPr>
          <p:cNvPr id="25" name="">
            <a:extLst xmlns:a="http://schemas.openxmlformats.org/drawingml/2006/main">
              <a:ext uri="{FF2B5EF4-FFF2-40B4-BE49-F238E27FC236}">
                <a16:creationId xmlns:a16="http://schemas.microsoft.com/office/drawing/2014/main" id="{708E4714-55B0-428F-BB84-CF5DF9C58744}"/>
              </a:ext>
            </a:extLst>
          </p:cNvPr>
          <p:cNvSpPr>
            <a:spLocks xmlns:a="http://schemas.openxmlformats.org/drawingml/2006/main" noGrp="1"/>
          </p:cNvSpPr>
          <p:nvPr/>
        </p:nvSpPr>
        <p:spPr>
          <a:xfrm xmlns:a="http://schemas.openxmlformats.org/drawingml/2006/main">
            <a:off x="10953750" y="6553200"/>
            <a:ext cx="552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975" b="0" i="0">
                <a:solidFill>
                  <a:srgbClr val="98A2B3"/>
                </a:solidFill>
                <a:latin typeface="Microsoft YaHei"/>
                <a:ea typeface="Microsoft YaHei"/>
                <a:cs typeface="Microsoft YaHei"/>
              </a:defRPr>
            </a:pPr>
            <a:r>
              <a:rPr sz="975" b="0" i="0">
                <a:solidFill>
                  <a:srgbClr val="98A2B3"/>
                </a:solidFill>
                <a:latin typeface="Microsoft YaHei"/>
                <a:ea typeface="Microsoft YaHei"/>
                <a:cs typeface="Microsoft YaHei"/>
              </a:rPr>
              <a:t>09</a:t>
            </a:r>
          </a:p>
        </p:txBody>
      </p:sp>
      <p:pic>
        <p:nvPicPr>
          <p:cNvPr id="53" name=""/>
          <p:cNvPicPr>
            <a:picLocks xmlns:a="http://schemas.openxmlformats.org/drawingml/2006/main" noChangeAspect="1"/>
          </p:cNvPicPr>
          <p:nvPr/>
        </p:nvPicPr>
        <p:blipFill>
          <a:blip xmlns:r="http://schemas.openxmlformats.org/officeDocument/2006/relationships" xmlns:a="http://schemas.openxmlformats.org/drawingml/2006/main" r:embed="R8c2d313bebc8437d"/>
          <a:stretch xmlns:a="http://schemas.openxmlformats.org/drawingml/2006/main"/>
        </p:blipFill>
        <p:spPr>
          <a:xfrm xmlns:a="http://schemas.openxmlformats.org/drawingml/2006/main" flipH="0" flipV="0">
            <a:off x="685800" y="2145506"/>
            <a:ext cx="3524250" cy="2643188"/>
          </a:xfrm>
          <a:prstGeom xmlns:a="http://schemas.openxmlformats.org/drawingml/2006/main" prst="rect">
            <a:avLst/>
          </a:prstGeom>
        </p:spPr>
      </p:pic>
    </p:spTree>
    <p:extLst>
      <p:ext uri="{BB962C8B-B14F-4D97-AF65-F5344CB8AC3E}">
        <p14:creationId xmlns:p14="http://schemas.microsoft.com/office/powerpoint/2010/main" val="1944089128"/>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8" name="">
            <a:extLst xmlns:a="http://schemas.openxmlformats.org/drawingml/2006/main">
              <a:ext uri="{FF2B5EF4-FFF2-40B4-BE49-F238E27FC236}">
                <a16:creationId xmlns:a16="http://schemas.microsoft.com/office/drawing/2014/main" id="{EF5900A0-923A-4E1C-846F-F3A5107244EF}"/>
              </a:ext>
            </a:extLst>
          </p:cNvPr>
          <p:cNvSpPr>
            <a:spLocks xmlns:a="http://schemas.openxmlformats.org/drawingml/2006/main" noGrp="1"/>
          </p:cNvSpPr>
          <p:nvPr/>
        </p:nvSpPr>
        <p:spPr>
          <a:xfrm xmlns:a="http://schemas.openxmlformats.org/drawingml/2006/main">
            <a:off x="685800" y="40005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i="0">
                <a:solidFill>
                  <a:srgbClr val="176BFF"/>
                </a:solidFill>
                <a:latin typeface="Microsoft YaHei"/>
                <a:ea typeface="Microsoft YaHei"/>
                <a:cs typeface="Microsoft YaHei"/>
              </a:defRPr>
            </a:pPr>
            <a:r>
              <a:rPr sz="1200" b="1" i="0">
                <a:solidFill>
                  <a:srgbClr val="176BFF"/>
                </a:solidFill>
                <a:latin typeface="Microsoft YaHei"/>
                <a:ea typeface="Microsoft YaHei"/>
                <a:cs typeface="Microsoft YaHei"/>
              </a:rPr>
              <a:t>PRODUCT · 多画布与应用界面</a:t>
            </a:r>
          </a:p>
        </p:txBody>
      </p:sp>
      <p:sp>
        <p:nvSpPr>
          <p:cNvPr id="2" name="">
            <a:extLst xmlns:a="http://schemas.openxmlformats.org/drawingml/2006/main">
              <a:ext uri="{FF2B5EF4-FFF2-40B4-BE49-F238E27FC236}">
                <a16:creationId xmlns:a16="http://schemas.microsoft.com/office/drawing/2014/main" id="{75AB7AA0-9727-4E4C-BBF2-EEFD311E9B4E}"/>
              </a:ext>
            </a:extLst>
          </p:cNvPr>
          <p:cNvSpPr>
            <a:spLocks xmlns:a="http://schemas.openxmlformats.org/drawingml/2006/main" noGrp="1"/>
          </p:cNvSpPr>
          <p:nvPr/>
        </p:nvSpPr>
        <p:spPr>
          <a:xfrm xmlns:a="http://schemas.openxmlformats.org/drawingml/2006/main">
            <a:off x="685800" y="742950"/>
            <a:ext cx="108204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3150" b="1" i="0">
                <a:solidFill>
                  <a:srgbClr val="111827"/>
                </a:solidFill>
                <a:latin typeface="Microsoft YaHei"/>
                <a:ea typeface="Microsoft YaHei"/>
                <a:cs typeface="Microsoft YaHei"/>
              </a:defRPr>
            </a:pPr>
            <a:r>
              <a:rPr sz="2850" b="1" i="0">
                <a:solidFill>
                  <a:srgbClr val="111827"/>
                </a:solidFill>
                <a:latin typeface="Microsoft YaHei"/>
                <a:ea typeface="Microsoft YaHei"/>
                <a:cs typeface="Microsoft YaHei"/>
              </a:rPr>
              <a:t>Agent 项目需要页面时，前端由同一项目显式创建</a:t>
            </a:r>
          </a:p>
        </p:txBody>
      </p:sp>
      <p:sp>
        <p:nvSpPr>
          <p:cNvPr id="3" name="">
            <a:extLst xmlns:a="http://schemas.openxmlformats.org/drawingml/2006/main">
              <a:ext uri="{FF2B5EF4-FFF2-40B4-BE49-F238E27FC236}">
                <a16:creationId xmlns:a16="http://schemas.microsoft.com/office/drawing/2014/main" id="{37B59B95-7AD1-45F7-BF1A-D167D669074D}"/>
              </a:ext>
            </a:extLst>
          </p:cNvPr>
          <p:cNvSpPr>
            <a:spLocks xmlns:a="http://schemas.openxmlformats.org/drawingml/2006/main" noGrp="1"/>
          </p:cNvSpPr>
          <p:nvPr/>
        </p:nvSpPr>
        <p:spPr>
          <a:xfrm xmlns:a="http://schemas.openxmlformats.org/drawingml/2006/main">
            <a:off x="685800" y="1381125"/>
            <a:ext cx="10820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425" b="0" i="0">
                <a:solidFill>
                  <a:srgbClr val="64748B"/>
                </a:solidFill>
                <a:latin typeface="Microsoft YaHei"/>
                <a:ea typeface="Microsoft YaHei"/>
                <a:cs typeface="Microsoft YaHei"/>
              </a:defRPr>
            </a:pPr>
            <a:r>
              <a:rPr sz="1425" b="0" i="0">
                <a:solidFill>
                  <a:srgbClr val="667085"/>
                </a:solidFill>
                <a:latin typeface="Microsoft YaHei"/>
                <a:ea typeface="Microsoft YaHei"/>
                <a:cs typeface="Microsoft YaHei"/>
              </a:rPr>
              <a:t>画布标签拆分 Agent / 自动化 / 规则｜浏览器标签预览可选 AppSurface｜关闭标签不删除产物</a:t>
            </a:r>
          </a:p>
        </p:txBody>
      </p:sp>
      <p:sp>
        <p:nvSpPr>
          <p:cNvPr id="4" name="">
            <a:extLst xmlns:a="http://schemas.openxmlformats.org/drawingml/2006/main">
              <a:ext uri="{FF2B5EF4-FFF2-40B4-BE49-F238E27FC236}">
                <a16:creationId xmlns:a16="http://schemas.microsoft.com/office/drawing/2014/main" id="{B9CFA51A-88FD-4410-B098-83E927B78C40}"/>
              </a:ext>
            </a:extLst>
          </p:cNvPr>
          <p:cNvSpPr>
            <a:spLocks xmlns:a="http://schemas.openxmlformats.org/drawingml/2006/main" noGrp="1"/>
          </p:cNvSpPr>
          <p:nvPr/>
        </p:nvSpPr>
        <p:spPr>
          <a:xfrm xmlns:a="http://schemas.openxmlformats.org/drawingml/2006/main">
            <a:off x="685800" y="1924050"/>
            <a:ext cx="6572250" cy="3790950"/>
          </a:xfrm>
          <a:prstGeom xmlns:a="http://schemas.openxmlformats.org/drawingml/2006/main" prst="roundRect">
            <a:avLst>
              <a:gd name="adj" fmla="val 5528"/>
            </a:avLst>
          </a:prstGeom>
          <a:solidFill xmlns:a="http://schemas.openxmlformats.org/drawingml/2006/main">
            <a:srgbClr val="0B122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E261A894-4ED3-4098-A787-A216B85C609B}"/>
              </a:ext>
            </a:extLst>
          </p:cNvPr>
          <p:cNvSpPr>
            <a:spLocks xmlns:a="http://schemas.openxmlformats.org/drawingml/2006/main" noGrp="1"/>
          </p:cNvSpPr>
          <p:nvPr/>
        </p:nvSpPr>
        <p:spPr>
          <a:xfrm xmlns:a="http://schemas.openxmlformats.org/drawingml/2006/main">
            <a:off x="971550" y="5162550"/>
            <a:ext cx="2419350" cy="323850"/>
          </a:xfrm>
          <a:prstGeom xmlns:a="http://schemas.openxmlformats.org/drawingml/2006/main" prst="roundRect">
            <a:avLst>
              <a:gd name="adj" fmla="val 50000"/>
            </a:avLst>
          </a:prstGeom>
          <a:solidFill xmlns:a="http://schemas.openxmlformats.org/drawingml/2006/main">
            <a:srgbClr val="0B1220"/>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89E048C9-2F90-43B2-9A6E-237B4222655B}"/>
              </a:ext>
            </a:extLst>
          </p:cNvPr>
          <p:cNvSpPr>
            <a:spLocks xmlns:a="http://schemas.openxmlformats.org/drawingml/2006/main" noGrp="1"/>
          </p:cNvSpPr>
          <p:nvPr/>
        </p:nvSpPr>
        <p:spPr>
          <a:xfrm xmlns:a="http://schemas.openxmlformats.org/drawingml/2006/main">
            <a:off x="1066800" y="5229225"/>
            <a:ext cx="22288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92103"/>
          </a:bodyPr>
          <a:lstStyle xmlns:a="http://schemas.openxmlformats.org/drawingml/2006/main"/>
          <a:p xmlns:a="http://schemas.openxmlformats.org/drawingml/2006/main">
            <a:pPr algn="ctr">
              <a:buNone/>
              <a:defRPr sz="1050" b="1" i="0">
                <a:solidFill>
                  <a:srgbClr val="FFFFFF"/>
                </a:solidFill>
                <a:latin typeface="Microsoft YaHei"/>
                <a:ea typeface="Microsoft YaHei"/>
                <a:cs typeface="Microsoft YaHei"/>
              </a:defRPr>
            </a:pPr>
            <a:r>
              <a:rPr sz="1050" b="1" i="0">
                <a:solidFill>
                  <a:srgbClr val="FFFFFF"/>
                </a:solidFill>
                <a:latin typeface="Microsoft YaHei"/>
                <a:ea typeface="Microsoft YaHei"/>
                <a:cs typeface="Microsoft YaHei"/>
              </a:rPr>
              <a:t>概念示意 · AppSurface 由用户主动创建</a:t>
            </a:r>
          </a:p>
        </p:txBody>
      </p:sp>
      <p:sp>
        <p:nvSpPr>
          <p:cNvPr id="8" name="">
            <a:extLst xmlns:a="http://schemas.openxmlformats.org/drawingml/2006/main">
              <a:ext uri="{FF2B5EF4-FFF2-40B4-BE49-F238E27FC236}">
                <a16:creationId xmlns:a16="http://schemas.microsoft.com/office/drawing/2014/main" id="{155A2940-0D37-4B5C-88BF-0A81177F04BB}"/>
              </a:ext>
            </a:extLst>
          </p:cNvPr>
          <p:cNvSpPr>
            <a:spLocks xmlns:a="http://schemas.openxmlformats.org/drawingml/2006/main" noGrp="1"/>
          </p:cNvSpPr>
          <p:nvPr/>
        </p:nvSpPr>
        <p:spPr>
          <a:xfrm xmlns:a="http://schemas.openxmlformats.org/drawingml/2006/main">
            <a:off x="7734300" y="1962150"/>
            <a:ext cx="3238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875" b="1" i="0">
                <a:solidFill>
                  <a:srgbClr val="111827"/>
                </a:solidFill>
                <a:latin typeface="Microsoft YaHei"/>
                <a:ea typeface="Microsoft YaHei"/>
                <a:cs typeface="Microsoft YaHei"/>
              </a:defRPr>
            </a:pPr>
            <a:r>
              <a:rPr sz="1875" b="1" i="0">
                <a:solidFill>
                  <a:srgbClr val="111827"/>
                </a:solidFill>
                <a:latin typeface="Microsoft YaHei"/>
                <a:ea typeface="Microsoft YaHei"/>
                <a:cs typeface="Microsoft YaHei"/>
              </a:rPr>
              <a:t>项目内一套交付路径</a:t>
            </a:r>
          </a:p>
        </p:txBody>
      </p:sp>
      <p:sp>
        <p:nvSpPr>
          <p:cNvPr id="9" name="">
            <a:extLst xmlns:a="http://schemas.openxmlformats.org/drawingml/2006/main">
              <a:ext uri="{FF2B5EF4-FFF2-40B4-BE49-F238E27FC236}">
                <a16:creationId xmlns:a16="http://schemas.microsoft.com/office/drawing/2014/main" id="{0620E0F9-1BA2-45FA-A5DC-B1170BEE77DB}"/>
              </a:ext>
            </a:extLst>
          </p:cNvPr>
          <p:cNvSpPr>
            <a:spLocks xmlns:a="http://schemas.openxmlformats.org/drawingml/2006/main" noGrp="1"/>
          </p:cNvSpPr>
          <p:nvPr/>
        </p:nvSpPr>
        <p:spPr>
          <a:xfrm xmlns:a="http://schemas.openxmlformats.org/drawingml/2006/main">
            <a:off x="7734300" y="2514600"/>
            <a:ext cx="1466850" cy="457200"/>
          </a:xfrm>
          <a:prstGeom xmlns:a="http://schemas.openxmlformats.org/drawingml/2006/main" prst="roundRect">
            <a:avLst>
              <a:gd name="adj" fmla="val 29167"/>
            </a:avLst>
          </a:prstGeom>
          <a:solidFill xmlns:a="http://schemas.openxmlformats.org/drawingml/2006/main">
            <a:srgbClr val="F4F7FB"/>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FB6DA326-0AB4-44AA-B072-DC5B94BDB2DF}"/>
              </a:ext>
            </a:extLst>
          </p:cNvPr>
          <p:cNvSpPr>
            <a:spLocks xmlns:a="http://schemas.openxmlformats.org/drawingml/2006/main" noGrp="1"/>
          </p:cNvSpPr>
          <p:nvPr/>
        </p:nvSpPr>
        <p:spPr>
          <a:xfrm xmlns:a="http://schemas.openxmlformats.org/drawingml/2006/main">
            <a:off x="7848600" y="2638425"/>
            <a:ext cx="1238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1" i="0">
                <a:solidFill>
                  <a:srgbClr val="111827"/>
                </a:solidFill>
                <a:latin typeface="Microsoft YaHei"/>
                <a:ea typeface="Microsoft YaHei"/>
                <a:cs typeface="Microsoft YaHei"/>
              </a:defRPr>
            </a:pPr>
            <a:r>
              <a:rPr sz="1350" b="1" i="0">
                <a:solidFill>
                  <a:srgbClr val="111827"/>
                </a:solidFill>
                <a:latin typeface="Microsoft YaHei"/>
                <a:ea typeface="Microsoft YaHei"/>
                <a:cs typeface="Microsoft YaHei"/>
              </a:rPr>
              <a:t>多画布</a:t>
            </a:r>
          </a:p>
        </p:txBody>
      </p:sp>
      <p:sp>
        <p:nvSpPr>
          <p:cNvPr id="11" name="">
            <a:extLst xmlns:a="http://schemas.openxmlformats.org/drawingml/2006/main">
              <a:ext uri="{FF2B5EF4-FFF2-40B4-BE49-F238E27FC236}">
                <a16:creationId xmlns:a16="http://schemas.microsoft.com/office/drawing/2014/main" id="{F74AD1FB-B3C4-4112-B08A-E37E65537F63}"/>
              </a:ext>
            </a:extLst>
          </p:cNvPr>
          <p:cNvSpPr>
            <a:spLocks xmlns:a="http://schemas.openxmlformats.org/drawingml/2006/main" noGrp="1"/>
          </p:cNvSpPr>
          <p:nvPr/>
        </p:nvSpPr>
        <p:spPr>
          <a:xfrm xmlns:a="http://schemas.openxmlformats.org/drawingml/2006/main">
            <a:off x="9410700" y="2514600"/>
            <a:ext cx="1466850" cy="457200"/>
          </a:xfrm>
          <a:prstGeom xmlns:a="http://schemas.openxmlformats.org/drawingml/2006/main" prst="roundRect">
            <a:avLst>
              <a:gd name="adj" fmla="val 29167"/>
            </a:avLst>
          </a:prstGeom>
          <a:solidFill xmlns:a="http://schemas.openxmlformats.org/drawingml/2006/main">
            <a:srgbClr val="F4F7FB"/>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8B8B38E6-C18D-4E35-B6A5-8AA91FDE5CB1}"/>
              </a:ext>
            </a:extLst>
          </p:cNvPr>
          <p:cNvSpPr>
            <a:spLocks xmlns:a="http://schemas.openxmlformats.org/drawingml/2006/main" noGrp="1"/>
          </p:cNvSpPr>
          <p:nvPr/>
        </p:nvSpPr>
        <p:spPr>
          <a:xfrm xmlns:a="http://schemas.openxmlformats.org/drawingml/2006/main">
            <a:off x="9525000" y="2638425"/>
            <a:ext cx="1238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1" i="0">
                <a:solidFill>
                  <a:srgbClr val="111827"/>
                </a:solidFill>
                <a:latin typeface="Microsoft YaHei"/>
                <a:ea typeface="Microsoft YaHei"/>
                <a:cs typeface="Microsoft YaHei"/>
              </a:defRPr>
            </a:pPr>
            <a:r>
              <a:rPr sz="1350" b="1" i="0">
                <a:solidFill>
                  <a:srgbClr val="111827"/>
                </a:solidFill>
                <a:latin typeface="Microsoft YaHei"/>
                <a:ea typeface="Microsoft YaHei"/>
                <a:cs typeface="Microsoft YaHei"/>
              </a:rPr>
              <a:t>稳定引用</a:t>
            </a:r>
          </a:p>
        </p:txBody>
      </p:sp>
      <p:sp>
        <p:nvSpPr>
          <p:cNvPr id="13" name="">
            <a:extLst xmlns:a="http://schemas.openxmlformats.org/drawingml/2006/main">
              <a:ext uri="{FF2B5EF4-FFF2-40B4-BE49-F238E27FC236}">
                <a16:creationId xmlns:a16="http://schemas.microsoft.com/office/drawing/2014/main" id="{BE7209BE-AF05-4C3A-938C-A41B2F8E1AB8}"/>
              </a:ext>
            </a:extLst>
          </p:cNvPr>
          <p:cNvSpPr>
            <a:spLocks xmlns:a="http://schemas.openxmlformats.org/drawingml/2006/main" noGrp="1"/>
          </p:cNvSpPr>
          <p:nvPr/>
        </p:nvSpPr>
        <p:spPr>
          <a:xfrm xmlns:a="http://schemas.openxmlformats.org/drawingml/2006/main">
            <a:off x="7734300" y="3143250"/>
            <a:ext cx="1466850" cy="457200"/>
          </a:xfrm>
          <a:prstGeom xmlns:a="http://schemas.openxmlformats.org/drawingml/2006/main" prst="roundRect">
            <a:avLst>
              <a:gd name="adj" fmla="val 29167"/>
            </a:avLst>
          </a:prstGeom>
          <a:solidFill xmlns:a="http://schemas.openxmlformats.org/drawingml/2006/main">
            <a:srgbClr val="F4F7FB"/>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0DF6BB91-EC5F-4ABB-B3A5-5DF4EABB1CF9}"/>
              </a:ext>
            </a:extLst>
          </p:cNvPr>
          <p:cNvSpPr>
            <a:spLocks xmlns:a="http://schemas.openxmlformats.org/drawingml/2006/main" noGrp="1"/>
          </p:cNvSpPr>
          <p:nvPr/>
        </p:nvSpPr>
        <p:spPr>
          <a:xfrm xmlns:a="http://schemas.openxmlformats.org/drawingml/2006/main">
            <a:off x="7848600" y="3267075"/>
            <a:ext cx="1238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1" i="0">
                <a:solidFill>
                  <a:srgbClr val="111827"/>
                </a:solidFill>
                <a:latin typeface="Microsoft YaHei"/>
                <a:ea typeface="Microsoft YaHei"/>
                <a:cs typeface="Microsoft YaHei"/>
              </a:defRPr>
            </a:pPr>
            <a:r>
              <a:rPr sz="1350" b="1" i="0">
                <a:solidFill>
                  <a:srgbClr val="111827"/>
                </a:solidFill>
                <a:latin typeface="Microsoft YaHei"/>
                <a:ea typeface="Microsoft YaHei"/>
                <a:cs typeface="Microsoft YaHei"/>
              </a:rPr>
              <a:t>应用界面</a:t>
            </a:r>
          </a:p>
        </p:txBody>
      </p:sp>
      <p:sp>
        <p:nvSpPr>
          <p:cNvPr id="15" name="">
            <a:extLst xmlns:a="http://schemas.openxmlformats.org/drawingml/2006/main">
              <a:ext uri="{FF2B5EF4-FFF2-40B4-BE49-F238E27FC236}">
                <a16:creationId xmlns:a16="http://schemas.microsoft.com/office/drawing/2014/main" id="{634DC32F-04E8-4D1B-A6E1-CB7BAC03A0EB}"/>
              </a:ext>
            </a:extLst>
          </p:cNvPr>
          <p:cNvSpPr>
            <a:spLocks xmlns:a="http://schemas.openxmlformats.org/drawingml/2006/main" noGrp="1"/>
          </p:cNvSpPr>
          <p:nvPr/>
        </p:nvSpPr>
        <p:spPr>
          <a:xfrm xmlns:a="http://schemas.openxmlformats.org/drawingml/2006/main">
            <a:off x="9410700" y="3143250"/>
            <a:ext cx="1466850" cy="457200"/>
          </a:xfrm>
          <a:prstGeom xmlns:a="http://schemas.openxmlformats.org/drawingml/2006/main" prst="roundRect">
            <a:avLst>
              <a:gd name="adj" fmla="val 29167"/>
            </a:avLst>
          </a:prstGeom>
          <a:solidFill xmlns:a="http://schemas.openxmlformats.org/drawingml/2006/main">
            <a:srgbClr val="F4F7FB"/>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2F2E0D15-2836-4F23-99A8-0A64734DDA40}"/>
              </a:ext>
            </a:extLst>
          </p:cNvPr>
          <p:cNvSpPr>
            <a:spLocks xmlns:a="http://schemas.openxmlformats.org/drawingml/2006/main" noGrp="1"/>
          </p:cNvSpPr>
          <p:nvPr/>
        </p:nvSpPr>
        <p:spPr>
          <a:xfrm xmlns:a="http://schemas.openxmlformats.org/drawingml/2006/main">
            <a:off x="9525000" y="3267075"/>
            <a:ext cx="1238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1" i="0">
                <a:solidFill>
                  <a:srgbClr val="111827"/>
                </a:solidFill>
                <a:latin typeface="Microsoft YaHei"/>
                <a:ea typeface="Microsoft YaHei"/>
                <a:cs typeface="Microsoft YaHei"/>
              </a:defRPr>
            </a:pPr>
            <a:r>
              <a:rPr sz="1350" b="1" i="0">
                <a:solidFill>
                  <a:srgbClr val="111827"/>
                </a:solidFill>
                <a:latin typeface="Microsoft YaHei"/>
                <a:ea typeface="Microsoft YaHei"/>
                <a:cs typeface="Microsoft YaHei"/>
              </a:rPr>
              <a:t>前端源码</a:t>
            </a:r>
          </a:p>
        </p:txBody>
      </p:sp>
      <p:sp>
        <p:nvSpPr>
          <p:cNvPr id="17" name="">
            <a:extLst xmlns:a="http://schemas.openxmlformats.org/drawingml/2006/main">
              <a:ext uri="{FF2B5EF4-FFF2-40B4-BE49-F238E27FC236}">
                <a16:creationId xmlns:a16="http://schemas.microsoft.com/office/drawing/2014/main" id="{F7666679-9916-4127-93CF-54C50FC49DEA}"/>
              </a:ext>
            </a:extLst>
          </p:cNvPr>
          <p:cNvSpPr>
            <a:spLocks xmlns:a="http://schemas.openxmlformats.org/drawingml/2006/main" noGrp="1"/>
          </p:cNvSpPr>
          <p:nvPr/>
        </p:nvSpPr>
        <p:spPr>
          <a:xfrm xmlns:a="http://schemas.openxmlformats.org/drawingml/2006/main">
            <a:off x="7734300" y="3771900"/>
            <a:ext cx="1466850" cy="457200"/>
          </a:xfrm>
          <a:prstGeom xmlns:a="http://schemas.openxmlformats.org/drawingml/2006/main" prst="roundRect">
            <a:avLst>
              <a:gd name="adj" fmla="val 29167"/>
            </a:avLst>
          </a:prstGeom>
          <a:solidFill xmlns:a="http://schemas.openxmlformats.org/drawingml/2006/main">
            <a:srgbClr val="F4F7FB"/>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0E51C3D2-2DDE-40D5-91FD-9B30DF022013}"/>
              </a:ext>
            </a:extLst>
          </p:cNvPr>
          <p:cNvSpPr>
            <a:spLocks xmlns:a="http://schemas.openxmlformats.org/drawingml/2006/main" noGrp="1"/>
          </p:cNvSpPr>
          <p:nvPr/>
        </p:nvSpPr>
        <p:spPr>
          <a:xfrm xmlns:a="http://schemas.openxmlformats.org/drawingml/2006/main">
            <a:off x="7848600" y="3895725"/>
            <a:ext cx="1238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1" i="0">
                <a:solidFill>
                  <a:srgbClr val="111827"/>
                </a:solidFill>
                <a:latin typeface="Microsoft YaHei"/>
                <a:ea typeface="Microsoft YaHei"/>
                <a:cs typeface="Microsoft YaHei"/>
              </a:defRPr>
            </a:pPr>
            <a:r>
              <a:rPr sz="1350" b="1" i="0">
                <a:solidFill>
                  <a:srgbClr val="111827"/>
                </a:solidFill>
                <a:latin typeface="Microsoft YaHei"/>
                <a:ea typeface="Microsoft YaHei"/>
                <a:cs typeface="Microsoft YaHei"/>
              </a:rPr>
              <a:t>浏览器预览</a:t>
            </a:r>
          </a:p>
        </p:txBody>
      </p:sp>
      <p:sp>
        <p:nvSpPr>
          <p:cNvPr id="19" name="">
            <a:extLst xmlns:a="http://schemas.openxmlformats.org/drawingml/2006/main">
              <a:ext uri="{FF2B5EF4-FFF2-40B4-BE49-F238E27FC236}">
                <a16:creationId xmlns:a16="http://schemas.microsoft.com/office/drawing/2014/main" id="{8BDD0FF4-49F3-46E6-958D-DE773733879A}"/>
              </a:ext>
            </a:extLst>
          </p:cNvPr>
          <p:cNvSpPr>
            <a:spLocks xmlns:a="http://schemas.openxmlformats.org/drawingml/2006/main" noGrp="1"/>
          </p:cNvSpPr>
          <p:nvPr/>
        </p:nvSpPr>
        <p:spPr>
          <a:xfrm xmlns:a="http://schemas.openxmlformats.org/drawingml/2006/main">
            <a:off x="9410700" y="3771900"/>
            <a:ext cx="1466850" cy="457200"/>
          </a:xfrm>
          <a:prstGeom xmlns:a="http://schemas.openxmlformats.org/drawingml/2006/main" prst="roundRect">
            <a:avLst>
              <a:gd name="adj" fmla="val 29167"/>
            </a:avLst>
          </a:prstGeom>
          <a:solidFill xmlns:a="http://schemas.openxmlformats.org/drawingml/2006/main">
            <a:srgbClr val="F4F7FB"/>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E1D576F6-9BD2-41A0-8E5B-F4513EA728BD}"/>
              </a:ext>
            </a:extLst>
          </p:cNvPr>
          <p:cNvSpPr>
            <a:spLocks xmlns:a="http://schemas.openxmlformats.org/drawingml/2006/main" noGrp="1"/>
          </p:cNvSpPr>
          <p:nvPr/>
        </p:nvSpPr>
        <p:spPr>
          <a:xfrm xmlns:a="http://schemas.openxmlformats.org/drawingml/2006/main">
            <a:off x="9525000" y="3895725"/>
            <a:ext cx="1238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1" i="0">
                <a:solidFill>
                  <a:srgbClr val="111827"/>
                </a:solidFill>
                <a:latin typeface="Microsoft YaHei"/>
                <a:ea typeface="Microsoft YaHei"/>
                <a:cs typeface="Microsoft YaHei"/>
              </a:defRPr>
            </a:pPr>
            <a:r>
              <a:rPr sz="1350" b="1" i="0">
                <a:solidFill>
                  <a:srgbClr val="111827"/>
                </a:solidFill>
                <a:latin typeface="Microsoft YaHei"/>
                <a:ea typeface="Microsoft YaHei"/>
                <a:cs typeface="Microsoft YaHei"/>
              </a:rPr>
              <a:t>Bridge 清单</a:t>
            </a:r>
          </a:p>
        </p:txBody>
      </p:sp>
      <p:sp>
        <p:nvSpPr>
          <p:cNvPr id="21" name="">
            <a:extLst xmlns:a="http://schemas.openxmlformats.org/drawingml/2006/main">
              <a:ext uri="{FF2B5EF4-FFF2-40B4-BE49-F238E27FC236}">
                <a16:creationId xmlns:a16="http://schemas.microsoft.com/office/drawing/2014/main" id="{2F5A1C88-A08D-4D68-8ED0-EF46CECCF404}"/>
              </a:ext>
            </a:extLst>
          </p:cNvPr>
          <p:cNvSpPr>
            <a:spLocks xmlns:a="http://schemas.openxmlformats.org/drawingml/2006/main" noGrp="1"/>
          </p:cNvSpPr>
          <p:nvPr/>
        </p:nvSpPr>
        <p:spPr>
          <a:xfrm xmlns:a="http://schemas.openxmlformats.org/drawingml/2006/main">
            <a:off x="7734300" y="4400550"/>
            <a:ext cx="1466850" cy="457200"/>
          </a:xfrm>
          <a:prstGeom xmlns:a="http://schemas.openxmlformats.org/drawingml/2006/main" prst="roundRect">
            <a:avLst>
              <a:gd name="adj" fmla="val 29167"/>
            </a:avLst>
          </a:prstGeom>
          <a:solidFill xmlns:a="http://schemas.openxmlformats.org/drawingml/2006/main">
            <a:srgbClr val="F4F7FB"/>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5B89A2F2-3DD2-4C06-A9F0-228B03F4ED01}"/>
              </a:ext>
            </a:extLst>
          </p:cNvPr>
          <p:cNvSpPr>
            <a:spLocks xmlns:a="http://schemas.openxmlformats.org/drawingml/2006/main" noGrp="1"/>
          </p:cNvSpPr>
          <p:nvPr/>
        </p:nvSpPr>
        <p:spPr>
          <a:xfrm xmlns:a="http://schemas.openxmlformats.org/drawingml/2006/main">
            <a:off x="7848600" y="4524375"/>
            <a:ext cx="1238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1" i="0">
                <a:solidFill>
                  <a:srgbClr val="FFFFFF"/>
                </a:solidFill>
                <a:latin typeface="Microsoft YaHei"/>
                <a:ea typeface="Microsoft YaHei"/>
                <a:cs typeface="Microsoft YaHei"/>
              </a:defRPr>
            </a:pPr>
            <a:r>
              <a:rPr sz="1350" b="1" i="0">
                <a:solidFill>
                  <a:srgbClr val="111827"/>
                </a:solidFill>
                <a:latin typeface="Microsoft YaHei"/>
                <a:ea typeface="Microsoft YaHei"/>
                <a:cs typeface="Microsoft YaHei"/>
              </a:rPr>
              <a:t>隔离存储</a:t>
            </a:r>
          </a:p>
        </p:txBody>
      </p:sp>
      <p:sp>
        <p:nvSpPr>
          <p:cNvPr id="23" name="">
            <a:extLst xmlns:a="http://schemas.openxmlformats.org/drawingml/2006/main">
              <a:ext uri="{FF2B5EF4-FFF2-40B4-BE49-F238E27FC236}">
                <a16:creationId xmlns:a16="http://schemas.microsoft.com/office/drawing/2014/main" id="{9C33F627-823A-489F-94C4-FC9D9CE71389}"/>
              </a:ext>
            </a:extLst>
          </p:cNvPr>
          <p:cNvSpPr>
            <a:spLocks xmlns:a="http://schemas.openxmlformats.org/drawingml/2006/main" noGrp="1"/>
          </p:cNvSpPr>
          <p:nvPr/>
        </p:nvSpPr>
        <p:spPr>
          <a:xfrm xmlns:a="http://schemas.openxmlformats.org/drawingml/2006/main">
            <a:off x="7734300" y="5200650"/>
            <a:ext cx="3238500" cy="514350"/>
          </a:xfrm>
          <a:prstGeom xmlns:a="http://schemas.openxmlformats.org/drawingml/2006/main" prst="roundRect">
            <a:avLst>
              <a:gd name="adj" fmla="val 25926"/>
            </a:avLst>
          </a:prstGeom>
          <a:solidFill xmlns:a="http://schemas.openxmlformats.org/drawingml/2006/main">
            <a:srgbClr val="EAF2FF"/>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906272D5-C6B4-478C-9CFF-B9CFF8A839B0}"/>
              </a:ext>
            </a:extLst>
          </p:cNvPr>
          <p:cNvSpPr>
            <a:spLocks xmlns:a="http://schemas.openxmlformats.org/drawingml/2006/main" noGrp="1"/>
          </p:cNvSpPr>
          <p:nvPr/>
        </p:nvSpPr>
        <p:spPr>
          <a:xfrm xmlns:a="http://schemas.openxmlformats.org/drawingml/2006/main">
            <a:off x="7867650" y="5229225"/>
            <a:ext cx="29718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050" b="1" i="0">
                <a:solidFill>
                  <a:srgbClr val="111827"/>
                </a:solidFill>
                <a:latin typeface="Microsoft YaHei"/>
                <a:ea typeface="Microsoft YaHei"/>
                <a:cs typeface="Microsoft YaHei"/>
              </a:defRPr>
            </a:pPr>
            <a:r>
              <a:rPr sz="1125" b="1" i="0">
                <a:solidFill>
                  <a:srgbClr val="111827"/>
                </a:solidFill>
                <a:latin typeface="Microsoft YaHei"/>
                <a:ea typeface="Microsoft YaHei"/>
                <a:cs typeface="Microsoft YaHei"/>
              </a:rPr>
              <a:t>统一 Agent 项目格式</a:t>
            </a:r>
          </a:p>
          <a:p xmlns:a="http://schemas.openxmlformats.org/drawingml/2006/main">
            <a:pPr algn="ctr">
              <a:buNone/>
              <a:defRPr sz="1050" b="1" i="0">
                <a:solidFill>
                  <a:srgbClr val="111827"/>
                </a:solidFill>
                <a:latin typeface="Microsoft YaHei"/>
                <a:ea typeface="Microsoft YaHei"/>
                <a:cs typeface="Microsoft YaHei"/>
              </a:defRPr>
            </a:pPr>
            <a:r>
              <a:rPr sz="1125" b="1" i="0">
                <a:solidFill>
                  <a:srgbClr val="111827"/>
                </a:solidFill>
                <a:latin typeface="Microsoft YaHei"/>
                <a:ea typeface="Microsoft YaHei"/>
                <a:cs typeface="Microsoft YaHei"/>
              </a:rPr>
              <a:t>共享 IR、运行内核、轨迹与权限模型</a:t>
            </a:r>
          </a:p>
        </p:txBody>
      </p:sp>
      <p:sp>
        <p:nvSpPr>
          <p:cNvPr id="25" name="">
            <a:extLst xmlns:a="http://schemas.openxmlformats.org/drawingml/2006/main">
              <a:ext uri="{FF2B5EF4-FFF2-40B4-BE49-F238E27FC236}">
                <a16:creationId xmlns:a16="http://schemas.microsoft.com/office/drawing/2014/main" id="{B9A25289-91C1-4471-8AA3-88C75A96652B}"/>
              </a:ext>
            </a:extLst>
          </p:cNvPr>
          <p:cNvSpPr>
            <a:spLocks xmlns:a="http://schemas.openxmlformats.org/drawingml/2006/main" noGrp="1"/>
          </p:cNvSpPr>
          <p:nvPr/>
        </p:nvSpPr>
        <p:spPr>
          <a:xfrm xmlns:a="http://schemas.openxmlformats.org/drawingml/2006/main">
            <a:off x="685800" y="6496050"/>
            <a:ext cx="10820400" cy="9525"/>
          </a:xfrm>
          <a:prstGeom xmlns:a="http://schemas.openxmlformats.org/drawingml/2006/main" prst="rect">
            <a:avLst/>
          </a:prstGeom>
          <a:solidFill xmlns:a="http://schemas.openxmlformats.org/drawingml/2006/main">
            <a:srgbClr val="DCE3EC"/>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2B7B57DB-12D0-452A-88EA-454AE1E72B99}"/>
              </a:ext>
            </a:extLst>
          </p:cNvPr>
          <p:cNvSpPr>
            <a:spLocks xmlns:a="http://schemas.openxmlformats.org/drawingml/2006/main" noGrp="1"/>
          </p:cNvSpPr>
          <p:nvPr/>
        </p:nvSpPr>
        <p:spPr>
          <a:xfrm xmlns:a="http://schemas.openxmlformats.org/drawingml/2006/main">
            <a:off x="685800" y="6553200"/>
            <a:ext cx="476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975" b="0" i="0">
                <a:solidFill>
                  <a:srgbClr val="98A2B3"/>
                </a:solidFill>
                <a:latin typeface="Microsoft YaHei"/>
                <a:ea typeface="Microsoft YaHei"/>
                <a:cs typeface="Microsoft YaHei"/>
              </a:defRPr>
            </a:pPr>
            <a:r>
              <a:rPr sz="975" b="0" i="0">
                <a:solidFill>
                  <a:srgbClr val="98A2B3"/>
                </a:solidFill>
                <a:latin typeface="Microsoft YaHei"/>
                <a:ea typeface="Microsoft YaHei"/>
                <a:cs typeface="Microsoft YaHei"/>
              </a:rPr>
              <a:t>Blocky Studio · Agent 搭建教育</a:t>
            </a:r>
          </a:p>
        </p:txBody>
      </p:sp>
      <p:sp>
        <p:nvSpPr>
          <p:cNvPr id="27" name="">
            <a:extLst xmlns:a="http://schemas.openxmlformats.org/drawingml/2006/main">
              <a:ext uri="{FF2B5EF4-FFF2-40B4-BE49-F238E27FC236}">
                <a16:creationId xmlns:a16="http://schemas.microsoft.com/office/drawing/2014/main" id="{B99F2206-526C-4EC7-9D06-DFA927D68B68}"/>
              </a:ext>
            </a:extLst>
          </p:cNvPr>
          <p:cNvSpPr>
            <a:spLocks xmlns:a="http://schemas.openxmlformats.org/drawingml/2006/main" noGrp="1"/>
          </p:cNvSpPr>
          <p:nvPr/>
        </p:nvSpPr>
        <p:spPr>
          <a:xfrm xmlns:a="http://schemas.openxmlformats.org/drawingml/2006/main">
            <a:off x="10953750" y="6553200"/>
            <a:ext cx="552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975" b="0" i="0">
                <a:solidFill>
                  <a:srgbClr val="98A2B3"/>
                </a:solidFill>
                <a:latin typeface="Microsoft YaHei"/>
                <a:ea typeface="Microsoft YaHei"/>
                <a:cs typeface="Microsoft YaHei"/>
              </a:defRPr>
            </a:pPr>
            <a:r>
              <a:rPr sz="975" b="0" i="0">
                <a:solidFill>
                  <a:srgbClr val="98A2B3"/>
                </a:solidFill>
                <a:latin typeface="Microsoft YaHei"/>
                <a:ea typeface="Microsoft YaHei"/>
                <a:cs typeface="Microsoft YaHei"/>
              </a:rPr>
              <a:t>10</a:t>
            </a:r>
          </a:p>
        </p:txBody>
      </p:sp>
      <p:pic>
        <p:nvPicPr>
          <p:cNvPr id="56" name=""/>
          <p:cNvPicPr>
            <a:picLocks xmlns:a="http://schemas.openxmlformats.org/drawingml/2006/main" noChangeAspect="1"/>
          </p:cNvPicPr>
          <p:nvPr/>
        </p:nvPicPr>
        <p:blipFill>
          <a:blip xmlns:r="http://schemas.openxmlformats.org/officeDocument/2006/relationships" xmlns:a="http://schemas.openxmlformats.org/drawingml/2006/main" r:embed="R43ff9193b0114d42"/>
          <a:srcRect xmlns:a="http://schemas.openxmlformats.org/drawingml/2006/main" l="0" t="2671" r="0" b="2671"/>
          <a:stretch xmlns:a="http://schemas.openxmlformats.org/drawingml/2006/main"/>
        </p:blipFill>
        <p:spPr>
          <a:xfrm xmlns:a="http://schemas.openxmlformats.org/drawingml/2006/main" flipH="0" flipV="0">
            <a:off x="819150" y="2076450"/>
            <a:ext cx="6305550" cy="3086100"/>
          </a:xfrm>
          <a:prstGeom xmlns:a="http://schemas.openxmlformats.org/drawingml/2006/main" prst="roundRect">
            <a:avLst/>
          </a:prstGeom>
        </p:spPr>
      </p:pic>
    </p:spTree>
    <p:extLst>
      <p:ext uri="{BB962C8B-B14F-4D97-AF65-F5344CB8AC3E}">
        <p14:creationId xmlns:p14="http://schemas.microsoft.com/office/powerpoint/2010/main" val="888080303"/>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ACE6BEB0-5134-4740-8BC5-70438A9E547A}"/>
              </a:ext>
            </a:extLst>
          </p:cNvPr>
          <p:cNvSpPr>
            <a:spLocks xmlns:a="http://schemas.openxmlformats.org/drawingml/2006/main" noGrp="1"/>
          </p:cNvSpPr>
          <p:nvPr/>
        </p:nvSpPr>
        <p:spPr>
          <a:xfrm xmlns:a="http://schemas.openxmlformats.org/drawingml/2006/main">
            <a:off x="685800" y="40005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200" b="1" i="0">
                <a:solidFill>
                  <a:srgbClr val="176BFF"/>
                </a:solidFill>
                <a:latin typeface="Microsoft YaHei"/>
                <a:ea typeface="Microsoft YaHei"/>
                <a:cs typeface="Microsoft YaHei"/>
              </a:defRPr>
            </a:pPr>
            <a:r>
              <a:rPr sz="1200" b="1" i="0">
                <a:solidFill>
                  <a:srgbClr val="176BFF"/>
                </a:solidFill>
                <a:latin typeface="Microsoft YaHei"/>
                <a:ea typeface="Microsoft YaHei"/>
                <a:cs typeface="Microsoft YaHei"/>
              </a:rPr>
              <a:t>OFFICE · Agent + 自动化</a:t>
            </a:r>
          </a:p>
        </p:txBody>
      </p:sp>
      <p:sp>
        <p:nvSpPr>
          <p:cNvPr id="2" name="">
            <a:extLst xmlns:a="http://schemas.openxmlformats.org/drawingml/2006/main">
              <a:ext uri="{FF2B5EF4-FFF2-40B4-BE49-F238E27FC236}">
                <a16:creationId xmlns:a16="http://schemas.microsoft.com/office/drawing/2014/main" id="{44593C4D-248B-4BA9-B5FD-3076450D4322}"/>
              </a:ext>
            </a:extLst>
          </p:cNvPr>
          <p:cNvSpPr>
            <a:spLocks xmlns:a="http://schemas.openxmlformats.org/drawingml/2006/main" noGrp="1"/>
          </p:cNvSpPr>
          <p:nvPr/>
        </p:nvSpPr>
        <p:spPr>
          <a:xfrm xmlns:a="http://schemas.openxmlformats.org/drawingml/2006/main">
            <a:off x="685800" y="742950"/>
            <a:ext cx="108204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3150" b="1" i="0">
                <a:solidFill>
                  <a:srgbClr val="111827"/>
                </a:solidFill>
                <a:latin typeface="Microsoft YaHei"/>
                <a:ea typeface="Microsoft YaHei"/>
                <a:cs typeface="Microsoft YaHei"/>
              </a:defRPr>
            </a:pPr>
            <a:r>
              <a:rPr sz="3000" b="1" i="0">
                <a:solidFill>
                  <a:srgbClr val="111827"/>
                </a:solidFill>
                <a:latin typeface="Microsoft YaHei"/>
                <a:ea typeface="Microsoft YaHei"/>
                <a:cs typeface="Microsoft YaHei"/>
              </a:rPr>
              <a:t>办公场景沿用同一积木语言，不另起一套产品</a:t>
            </a:r>
          </a:p>
        </p:txBody>
      </p:sp>
      <p:sp>
        <p:nvSpPr>
          <p:cNvPr id="3" name="">
            <a:extLst xmlns:a="http://schemas.openxmlformats.org/drawingml/2006/main">
              <a:ext uri="{FF2B5EF4-FFF2-40B4-BE49-F238E27FC236}">
                <a16:creationId xmlns:a16="http://schemas.microsoft.com/office/drawing/2014/main" id="{15A294B6-FC5C-481E-9BCB-E0BD442C051E}"/>
              </a:ext>
            </a:extLst>
          </p:cNvPr>
          <p:cNvSpPr>
            <a:spLocks xmlns:a="http://schemas.openxmlformats.org/drawingml/2006/main" noGrp="1"/>
          </p:cNvSpPr>
          <p:nvPr/>
        </p:nvSpPr>
        <p:spPr>
          <a:xfrm xmlns:a="http://schemas.openxmlformats.org/drawingml/2006/main">
            <a:off x="685800" y="1381125"/>
            <a:ext cx="10820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500" b="0" i="0">
                <a:solidFill>
                  <a:srgbClr val="667085"/>
                </a:solidFill>
                <a:latin typeface="Microsoft YaHei"/>
                <a:ea typeface="Microsoft YaHei"/>
                <a:cs typeface="Microsoft YaHei"/>
              </a:defRPr>
            </a:pPr>
            <a:r>
              <a:rPr sz="1500" b="0" i="0">
                <a:solidFill>
                  <a:srgbClr val="667085"/>
                </a:solidFill>
                <a:latin typeface="Microsoft YaHei"/>
                <a:ea typeface="Microsoft YaHei"/>
                <a:cs typeface="Microsoft YaHei"/>
              </a:rPr>
              <a:t>把资料理解、浏览器操作、桌面应用与人工确认，组合成可追踪的有人值守流程。</a:t>
            </a:r>
          </a:p>
        </p:txBody>
      </p:sp>
      <p:sp>
        <p:nvSpPr>
          <p:cNvPr id="4" name="">
            <a:extLst xmlns:a="http://schemas.openxmlformats.org/drawingml/2006/main">
              <a:ext uri="{FF2B5EF4-FFF2-40B4-BE49-F238E27FC236}">
                <a16:creationId xmlns:a16="http://schemas.microsoft.com/office/drawing/2014/main" id="{EE0EE404-A53E-47C8-BD14-1A6FF57ECB76}"/>
              </a:ext>
            </a:extLst>
          </p:cNvPr>
          <p:cNvSpPr>
            <a:spLocks xmlns:a="http://schemas.openxmlformats.org/drawingml/2006/main" noGrp="1"/>
          </p:cNvSpPr>
          <p:nvPr/>
        </p:nvSpPr>
        <p:spPr>
          <a:xfrm xmlns:a="http://schemas.openxmlformats.org/drawingml/2006/main">
            <a:off x="5429250" y="2876550"/>
            <a:ext cx="5143500" cy="47625"/>
          </a:xfrm>
          <a:prstGeom xmlns:a="http://schemas.openxmlformats.org/drawingml/2006/main" prst="rect">
            <a:avLst/>
          </a:prstGeom>
          <a:solidFill xmlns:a="http://schemas.openxmlformats.org/drawingml/2006/main">
            <a:srgbClr val="DCE3EC"/>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DEA320BC-DCBD-459B-B601-6F0A4EF60DC0}"/>
              </a:ext>
            </a:extLst>
          </p:cNvPr>
          <p:cNvSpPr>
            <a:spLocks xmlns:a="http://schemas.openxmlformats.org/drawingml/2006/main" noGrp="1"/>
          </p:cNvSpPr>
          <p:nvPr/>
        </p:nvSpPr>
        <p:spPr>
          <a:xfrm xmlns:a="http://schemas.openxmlformats.org/drawingml/2006/main">
            <a:off x="5086350" y="2533650"/>
            <a:ext cx="685800" cy="685800"/>
          </a:xfrm>
          <a:prstGeom xmlns:a="http://schemas.openxmlformats.org/drawingml/2006/main" prst="ellipse">
            <a:avLst/>
          </a:prstGeom>
          <a:solidFill xmlns:a="http://schemas.openxmlformats.org/drawingml/2006/main">
            <a:srgbClr val="176BFF"/>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7D8BF5B1-FF19-480C-A1F9-B3EBD55A3217}"/>
              </a:ext>
            </a:extLst>
          </p:cNvPr>
          <p:cNvSpPr>
            <a:spLocks xmlns:a="http://schemas.openxmlformats.org/drawingml/2006/main" noGrp="1"/>
          </p:cNvSpPr>
          <p:nvPr/>
        </p:nvSpPr>
        <p:spPr>
          <a:xfrm xmlns:a="http://schemas.openxmlformats.org/drawingml/2006/main">
            <a:off x="5086350" y="2695575"/>
            <a:ext cx="685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2100" b="1" i="0">
                <a:solidFill>
                  <a:srgbClr val="FFFFFF"/>
                </a:solidFill>
                <a:latin typeface="Microsoft YaHei"/>
                <a:ea typeface="Microsoft YaHei"/>
                <a:cs typeface="Microsoft YaHei"/>
              </a:defRPr>
            </a:pPr>
            <a:r>
              <a:rPr sz="2100" b="1" i="0">
                <a:solidFill>
                  <a:srgbClr val="FFFFFF"/>
                </a:solidFill>
                <a:latin typeface="Microsoft YaHei"/>
                <a:ea typeface="Microsoft YaHei"/>
                <a:cs typeface="Microsoft YaHei"/>
              </a:rPr>
              <a:t>1</a:t>
            </a:r>
          </a:p>
        </p:txBody>
      </p:sp>
      <p:sp>
        <p:nvSpPr>
          <p:cNvPr id="7" name="">
            <a:extLst xmlns:a="http://schemas.openxmlformats.org/drawingml/2006/main">
              <a:ext uri="{FF2B5EF4-FFF2-40B4-BE49-F238E27FC236}">
                <a16:creationId xmlns:a16="http://schemas.microsoft.com/office/drawing/2014/main" id="{C5EB8ED1-07E5-4EEC-85C0-40D8A0D67C14}"/>
              </a:ext>
            </a:extLst>
          </p:cNvPr>
          <p:cNvSpPr>
            <a:spLocks xmlns:a="http://schemas.openxmlformats.org/drawingml/2006/main" noGrp="1"/>
          </p:cNvSpPr>
          <p:nvPr/>
        </p:nvSpPr>
        <p:spPr>
          <a:xfrm xmlns:a="http://schemas.openxmlformats.org/drawingml/2006/main">
            <a:off x="4581525" y="3333750"/>
            <a:ext cx="16954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875" b="1" i="0">
                <a:solidFill>
                  <a:srgbClr val="111827"/>
                </a:solidFill>
                <a:latin typeface="Microsoft YaHei"/>
                <a:ea typeface="Microsoft YaHei"/>
                <a:cs typeface="Microsoft YaHei"/>
              </a:defRPr>
            </a:pPr>
            <a:r>
              <a:rPr sz="1650" b="1" i="0">
                <a:solidFill>
                  <a:srgbClr val="111827"/>
                </a:solidFill>
                <a:latin typeface="Microsoft YaHei"/>
                <a:ea typeface="Microsoft YaHei"/>
                <a:cs typeface="Microsoft YaHei"/>
              </a:rPr>
              <a:t>资料与表格</a:t>
            </a:r>
          </a:p>
        </p:txBody>
      </p:sp>
      <p:sp>
        <p:nvSpPr>
          <p:cNvPr id="8" name="">
            <a:extLst xmlns:a="http://schemas.openxmlformats.org/drawingml/2006/main">
              <a:ext uri="{FF2B5EF4-FFF2-40B4-BE49-F238E27FC236}">
                <a16:creationId xmlns:a16="http://schemas.microsoft.com/office/drawing/2014/main" id="{E2B674A9-88C9-467B-8B72-EE50C9BD6D2F}"/>
              </a:ext>
            </a:extLst>
          </p:cNvPr>
          <p:cNvSpPr>
            <a:spLocks xmlns:a="http://schemas.openxmlformats.org/drawingml/2006/main" noGrp="1"/>
          </p:cNvSpPr>
          <p:nvPr/>
        </p:nvSpPr>
        <p:spPr>
          <a:xfrm xmlns:a="http://schemas.openxmlformats.org/drawingml/2006/main">
            <a:off x="4581525" y="3981450"/>
            <a:ext cx="16954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pPr>
            <a:r>
              <a:rPr sz="1350"/>
              <a:t>读取结构化
来源 / Schema</a:t>
            </a:r>
          </a:p>
        </p:txBody>
      </p:sp>
      <p:sp>
        <p:nvSpPr>
          <p:cNvPr id="9" name="">
            <a:extLst xmlns:a="http://schemas.openxmlformats.org/drawingml/2006/main">
              <a:ext uri="{FF2B5EF4-FFF2-40B4-BE49-F238E27FC236}">
                <a16:creationId xmlns:a16="http://schemas.microsoft.com/office/drawing/2014/main" id="{5B2DC4C0-F9C1-4B05-86E6-F1C7ABDF1CA9}"/>
              </a:ext>
            </a:extLst>
          </p:cNvPr>
          <p:cNvSpPr>
            <a:spLocks xmlns:a="http://schemas.openxmlformats.org/drawingml/2006/main" noGrp="1"/>
          </p:cNvSpPr>
          <p:nvPr/>
        </p:nvSpPr>
        <p:spPr>
          <a:xfrm xmlns:a="http://schemas.openxmlformats.org/drawingml/2006/main">
            <a:off x="6800850" y="2533650"/>
            <a:ext cx="685800" cy="685800"/>
          </a:xfrm>
          <a:prstGeom xmlns:a="http://schemas.openxmlformats.org/drawingml/2006/main" prst="ellipse">
            <a:avLst/>
          </a:prstGeom>
          <a:solidFill xmlns:a="http://schemas.openxmlformats.org/drawingml/2006/main">
            <a:srgbClr val="176BF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9E25F763-49D5-4981-BAE1-812D10DBBCDD}"/>
              </a:ext>
            </a:extLst>
          </p:cNvPr>
          <p:cNvSpPr>
            <a:spLocks xmlns:a="http://schemas.openxmlformats.org/drawingml/2006/main" noGrp="1"/>
          </p:cNvSpPr>
          <p:nvPr/>
        </p:nvSpPr>
        <p:spPr>
          <a:xfrm xmlns:a="http://schemas.openxmlformats.org/drawingml/2006/main">
            <a:off x="6800850" y="2695575"/>
            <a:ext cx="685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2100" b="1" i="0">
                <a:solidFill>
                  <a:srgbClr val="FFFFFF"/>
                </a:solidFill>
                <a:latin typeface="Microsoft YaHei"/>
                <a:ea typeface="Microsoft YaHei"/>
                <a:cs typeface="Microsoft YaHei"/>
              </a:defRPr>
            </a:pPr>
            <a:r>
              <a:rPr sz="2100" b="1" i="0">
                <a:solidFill>
                  <a:srgbClr val="FFFFFF"/>
                </a:solidFill>
                <a:latin typeface="Microsoft YaHei"/>
                <a:ea typeface="Microsoft YaHei"/>
                <a:cs typeface="Microsoft YaHei"/>
              </a:rPr>
              <a:t>2</a:t>
            </a:r>
          </a:p>
        </p:txBody>
      </p:sp>
      <p:sp>
        <p:nvSpPr>
          <p:cNvPr id="11" name="">
            <a:extLst xmlns:a="http://schemas.openxmlformats.org/drawingml/2006/main">
              <a:ext uri="{FF2B5EF4-FFF2-40B4-BE49-F238E27FC236}">
                <a16:creationId xmlns:a16="http://schemas.microsoft.com/office/drawing/2014/main" id="{A03C79FC-38CA-4920-BCFA-97252FFA762D}"/>
              </a:ext>
            </a:extLst>
          </p:cNvPr>
          <p:cNvSpPr>
            <a:spLocks xmlns:a="http://schemas.openxmlformats.org/drawingml/2006/main" noGrp="1"/>
          </p:cNvSpPr>
          <p:nvPr/>
        </p:nvSpPr>
        <p:spPr>
          <a:xfrm xmlns:a="http://schemas.openxmlformats.org/drawingml/2006/main">
            <a:off x="6296025" y="3333750"/>
            <a:ext cx="16954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875" b="1" i="0">
                <a:solidFill>
                  <a:srgbClr val="111827"/>
                </a:solidFill>
                <a:latin typeface="Microsoft YaHei"/>
                <a:ea typeface="Microsoft YaHei"/>
                <a:cs typeface="Microsoft YaHei"/>
              </a:defRPr>
            </a:pPr>
            <a:r>
              <a:rPr sz="1650" b="1" i="0">
                <a:solidFill>
                  <a:srgbClr val="111827"/>
                </a:solidFill>
                <a:latin typeface="Microsoft YaHei"/>
                <a:ea typeface="Microsoft YaHei"/>
                <a:cs typeface="Microsoft YaHei"/>
              </a:rPr>
              <a:t>浏览器与桌面</a:t>
            </a:r>
          </a:p>
        </p:txBody>
      </p:sp>
      <p:sp>
        <p:nvSpPr>
          <p:cNvPr id="12" name="">
            <a:extLst xmlns:a="http://schemas.openxmlformats.org/drawingml/2006/main">
              <a:ext uri="{FF2B5EF4-FFF2-40B4-BE49-F238E27FC236}">
                <a16:creationId xmlns:a16="http://schemas.microsoft.com/office/drawing/2014/main" id="{456934EE-6AF6-484E-B295-F75570571BE2}"/>
              </a:ext>
            </a:extLst>
          </p:cNvPr>
          <p:cNvSpPr>
            <a:spLocks xmlns:a="http://schemas.openxmlformats.org/drawingml/2006/main" noGrp="1"/>
          </p:cNvSpPr>
          <p:nvPr/>
        </p:nvSpPr>
        <p:spPr>
          <a:xfrm xmlns:a="http://schemas.openxmlformats.org/drawingml/2006/main">
            <a:off x="6296025" y="3981450"/>
            <a:ext cx="16954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pPr>
            <a:r>
              <a:rPr sz="1350"/>
              <a:t>语义操作
浏览器 / 桌面</a:t>
            </a:r>
          </a:p>
        </p:txBody>
      </p:sp>
      <p:sp>
        <p:nvSpPr>
          <p:cNvPr id="13" name="">
            <a:extLst xmlns:a="http://schemas.openxmlformats.org/drawingml/2006/main">
              <a:ext uri="{FF2B5EF4-FFF2-40B4-BE49-F238E27FC236}">
                <a16:creationId xmlns:a16="http://schemas.microsoft.com/office/drawing/2014/main" id="{9700918C-A06B-4E1A-8C9D-0648588A8481}"/>
              </a:ext>
            </a:extLst>
          </p:cNvPr>
          <p:cNvSpPr>
            <a:spLocks xmlns:a="http://schemas.openxmlformats.org/drawingml/2006/main" noGrp="1"/>
          </p:cNvSpPr>
          <p:nvPr/>
        </p:nvSpPr>
        <p:spPr>
          <a:xfrm xmlns:a="http://schemas.openxmlformats.org/drawingml/2006/main">
            <a:off x="8515350" y="2533650"/>
            <a:ext cx="685800" cy="685800"/>
          </a:xfrm>
          <a:prstGeom xmlns:a="http://schemas.openxmlformats.org/drawingml/2006/main" prst="ellipse">
            <a:avLst/>
          </a:prstGeom>
          <a:solidFill xmlns:a="http://schemas.openxmlformats.org/drawingml/2006/main">
            <a:srgbClr val="176BFF"/>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6FF1C48E-5BD0-4783-9B5F-9CD7A9A77DD4}"/>
              </a:ext>
            </a:extLst>
          </p:cNvPr>
          <p:cNvSpPr>
            <a:spLocks xmlns:a="http://schemas.openxmlformats.org/drawingml/2006/main" noGrp="1"/>
          </p:cNvSpPr>
          <p:nvPr/>
        </p:nvSpPr>
        <p:spPr>
          <a:xfrm xmlns:a="http://schemas.openxmlformats.org/drawingml/2006/main">
            <a:off x="8515350" y="2695575"/>
            <a:ext cx="685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2100" b="1" i="0">
                <a:solidFill>
                  <a:srgbClr val="FFFFFF"/>
                </a:solidFill>
                <a:latin typeface="Microsoft YaHei"/>
                <a:ea typeface="Microsoft YaHei"/>
                <a:cs typeface="Microsoft YaHei"/>
              </a:defRPr>
            </a:pPr>
            <a:r>
              <a:rPr sz="2100" b="1" i="0">
                <a:solidFill>
                  <a:srgbClr val="FFFFFF"/>
                </a:solidFill>
                <a:latin typeface="Microsoft YaHei"/>
                <a:ea typeface="Microsoft YaHei"/>
                <a:cs typeface="Microsoft YaHei"/>
              </a:rPr>
              <a:t>3</a:t>
            </a:r>
          </a:p>
        </p:txBody>
      </p:sp>
      <p:sp>
        <p:nvSpPr>
          <p:cNvPr id="15" name="">
            <a:extLst xmlns:a="http://schemas.openxmlformats.org/drawingml/2006/main">
              <a:ext uri="{FF2B5EF4-FFF2-40B4-BE49-F238E27FC236}">
                <a16:creationId xmlns:a16="http://schemas.microsoft.com/office/drawing/2014/main" id="{2AE7325C-B220-4DD8-937A-0AFCD38AC2AC}"/>
              </a:ext>
            </a:extLst>
          </p:cNvPr>
          <p:cNvSpPr>
            <a:spLocks xmlns:a="http://schemas.openxmlformats.org/drawingml/2006/main" noGrp="1"/>
          </p:cNvSpPr>
          <p:nvPr/>
        </p:nvSpPr>
        <p:spPr>
          <a:xfrm xmlns:a="http://schemas.openxmlformats.org/drawingml/2006/main">
            <a:off x="8010525" y="3333750"/>
            <a:ext cx="16954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875" b="1" i="0">
                <a:solidFill>
                  <a:srgbClr val="111827"/>
                </a:solidFill>
                <a:latin typeface="Microsoft YaHei"/>
                <a:ea typeface="Microsoft YaHei"/>
                <a:cs typeface="Microsoft YaHei"/>
              </a:defRPr>
            </a:pPr>
            <a:r>
              <a:rPr sz="1650" b="1" i="0">
                <a:solidFill>
                  <a:srgbClr val="111827"/>
                </a:solidFill>
                <a:latin typeface="Microsoft YaHei"/>
                <a:ea typeface="Microsoft YaHei"/>
                <a:cs typeface="Microsoft YaHei"/>
              </a:rPr>
              <a:t>Agent + RPA</a:t>
            </a:r>
          </a:p>
        </p:txBody>
      </p:sp>
      <p:sp>
        <p:nvSpPr>
          <p:cNvPr id="16" name="">
            <a:extLst xmlns:a="http://schemas.openxmlformats.org/drawingml/2006/main">
              <a:ext uri="{FF2B5EF4-FFF2-40B4-BE49-F238E27FC236}">
                <a16:creationId xmlns:a16="http://schemas.microsoft.com/office/drawing/2014/main" id="{E7E1AD58-3805-4CBB-B0C5-AD0CFD42C229}"/>
              </a:ext>
            </a:extLst>
          </p:cNvPr>
          <p:cNvSpPr>
            <a:spLocks xmlns:a="http://schemas.openxmlformats.org/drawingml/2006/main" noGrp="1"/>
          </p:cNvSpPr>
          <p:nvPr/>
        </p:nvSpPr>
        <p:spPr>
          <a:xfrm xmlns:a="http://schemas.openxmlformats.org/drawingml/2006/main">
            <a:off x="8010525" y="3981450"/>
            <a:ext cx="16954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pPr>
            <a:r>
              <a:rPr sz="1350"/>
              <a:t>有人值守
审批 / 检查点</a:t>
            </a:r>
          </a:p>
        </p:txBody>
      </p:sp>
      <p:sp>
        <p:nvSpPr>
          <p:cNvPr id="17" name="">
            <a:extLst xmlns:a="http://schemas.openxmlformats.org/drawingml/2006/main">
              <a:ext uri="{FF2B5EF4-FFF2-40B4-BE49-F238E27FC236}">
                <a16:creationId xmlns:a16="http://schemas.microsoft.com/office/drawing/2014/main" id="{F9DAF4FD-BC3F-4584-9B71-B1636FEDB026}"/>
              </a:ext>
            </a:extLst>
          </p:cNvPr>
          <p:cNvSpPr>
            <a:spLocks xmlns:a="http://schemas.openxmlformats.org/drawingml/2006/main" noGrp="1"/>
          </p:cNvSpPr>
          <p:nvPr/>
        </p:nvSpPr>
        <p:spPr>
          <a:xfrm xmlns:a="http://schemas.openxmlformats.org/drawingml/2006/main">
            <a:off x="10229850" y="2533650"/>
            <a:ext cx="685800" cy="685800"/>
          </a:xfrm>
          <a:prstGeom xmlns:a="http://schemas.openxmlformats.org/drawingml/2006/main" prst="ellipse">
            <a:avLst/>
          </a:prstGeom>
          <a:solidFill xmlns:a="http://schemas.openxmlformats.org/drawingml/2006/main">
            <a:srgbClr val="176BFF"/>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C3EA1FC6-3496-484C-95F5-14F46B1D35DC}"/>
              </a:ext>
            </a:extLst>
          </p:cNvPr>
          <p:cNvSpPr>
            <a:spLocks xmlns:a="http://schemas.openxmlformats.org/drawingml/2006/main" noGrp="1"/>
          </p:cNvSpPr>
          <p:nvPr/>
        </p:nvSpPr>
        <p:spPr>
          <a:xfrm xmlns:a="http://schemas.openxmlformats.org/drawingml/2006/main">
            <a:off x="10229850" y="2695575"/>
            <a:ext cx="685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2100" b="1" i="0">
                <a:solidFill>
                  <a:srgbClr val="FFFFFF"/>
                </a:solidFill>
                <a:latin typeface="Microsoft YaHei"/>
                <a:ea typeface="Microsoft YaHei"/>
                <a:cs typeface="Microsoft YaHei"/>
              </a:defRPr>
            </a:pPr>
            <a:r>
              <a:rPr sz="2100" b="1" i="0">
                <a:solidFill>
                  <a:srgbClr val="FFFFFF"/>
                </a:solidFill>
                <a:latin typeface="Microsoft YaHei"/>
                <a:ea typeface="Microsoft YaHei"/>
                <a:cs typeface="Microsoft YaHei"/>
              </a:rPr>
              <a:t>4</a:t>
            </a:r>
          </a:p>
        </p:txBody>
      </p:sp>
      <p:sp>
        <p:nvSpPr>
          <p:cNvPr id="19" name="">
            <a:extLst xmlns:a="http://schemas.openxmlformats.org/drawingml/2006/main">
              <a:ext uri="{FF2B5EF4-FFF2-40B4-BE49-F238E27FC236}">
                <a16:creationId xmlns:a16="http://schemas.microsoft.com/office/drawing/2014/main" id="{23475CB5-1F52-4474-A185-5DCFD29BB854}"/>
              </a:ext>
            </a:extLst>
          </p:cNvPr>
          <p:cNvSpPr>
            <a:spLocks xmlns:a="http://schemas.openxmlformats.org/drawingml/2006/main" noGrp="1"/>
          </p:cNvSpPr>
          <p:nvPr/>
        </p:nvSpPr>
        <p:spPr>
          <a:xfrm xmlns:a="http://schemas.openxmlformats.org/drawingml/2006/main">
            <a:off x="9725025" y="3333750"/>
            <a:ext cx="16954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875" b="1" i="0">
                <a:solidFill>
                  <a:srgbClr val="111827"/>
                </a:solidFill>
                <a:latin typeface="Microsoft YaHei"/>
                <a:ea typeface="Microsoft YaHei"/>
                <a:cs typeface="Microsoft YaHei"/>
              </a:defRPr>
            </a:pPr>
            <a:r>
              <a:rPr sz="1650" b="1" i="0">
                <a:solidFill>
                  <a:srgbClr val="111827"/>
                </a:solidFill>
                <a:latin typeface="Microsoft YaHei"/>
                <a:ea typeface="Microsoft YaHei"/>
                <a:cs typeface="Microsoft YaHei"/>
              </a:rPr>
              <a:t>人工与恢复</a:t>
            </a:r>
          </a:p>
        </p:txBody>
      </p:sp>
      <p:sp>
        <p:nvSpPr>
          <p:cNvPr id="20" name="">
            <a:extLst xmlns:a="http://schemas.openxmlformats.org/drawingml/2006/main">
              <a:ext uri="{FF2B5EF4-FFF2-40B4-BE49-F238E27FC236}">
                <a16:creationId xmlns:a16="http://schemas.microsoft.com/office/drawing/2014/main" id="{2CF6F002-6517-421A-8333-2339096B420A}"/>
              </a:ext>
            </a:extLst>
          </p:cNvPr>
          <p:cNvSpPr>
            <a:spLocks xmlns:a="http://schemas.openxmlformats.org/drawingml/2006/main" noGrp="1"/>
          </p:cNvSpPr>
          <p:nvPr/>
        </p:nvSpPr>
        <p:spPr>
          <a:xfrm xmlns:a="http://schemas.openxmlformats.org/drawingml/2006/main">
            <a:off x="9725025" y="3981450"/>
            <a:ext cx="16954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pPr>
            <a:r>
              <a:rPr sz="1350"/>
              <a:t>动作确认
暂停 / 恢复</a:t>
            </a:r>
          </a:p>
        </p:txBody>
      </p:sp>
      <p:sp>
        <p:nvSpPr>
          <p:cNvPr id="21" name="">
            <a:extLst xmlns:a="http://schemas.openxmlformats.org/drawingml/2006/main">
              <a:ext uri="{FF2B5EF4-FFF2-40B4-BE49-F238E27FC236}">
                <a16:creationId xmlns:a16="http://schemas.microsoft.com/office/drawing/2014/main" id="{2ED85272-C52C-40FA-B761-776CF436006A}"/>
              </a:ext>
            </a:extLst>
          </p:cNvPr>
          <p:cNvSpPr>
            <a:spLocks xmlns:a="http://schemas.openxmlformats.org/drawingml/2006/main" noGrp="1"/>
          </p:cNvSpPr>
          <p:nvPr/>
        </p:nvSpPr>
        <p:spPr>
          <a:xfrm xmlns:a="http://schemas.openxmlformats.org/drawingml/2006/main">
            <a:off x="685800" y="5181600"/>
            <a:ext cx="10820400" cy="800100"/>
          </a:xfrm>
          <a:prstGeom xmlns:a="http://schemas.openxmlformats.org/drawingml/2006/main" prst="roundRect">
            <a:avLst>
              <a:gd name="adj" fmla="val 23810"/>
            </a:avLst>
          </a:prstGeom>
          <a:solidFill xmlns:a="http://schemas.openxmlformats.org/drawingml/2006/main">
            <a:srgbClr val="0B1220"/>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35759AD1-71DC-48F0-89B6-BD531D8DC641}"/>
              </a:ext>
            </a:extLst>
          </p:cNvPr>
          <p:cNvSpPr>
            <a:spLocks xmlns:a="http://schemas.openxmlformats.org/drawingml/2006/main" noGrp="1"/>
          </p:cNvSpPr>
          <p:nvPr/>
        </p:nvSpPr>
        <p:spPr>
          <a:xfrm xmlns:a="http://schemas.openxmlformats.org/drawingml/2006/main">
            <a:off x="952500" y="5391150"/>
            <a:ext cx="10287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2025" b="1" i="0">
                <a:solidFill>
                  <a:srgbClr val="FFFFFF"/>
                </a:solidFill>
                <a:latin typeface="Microsoft YaHei"/>
                <a:ea typeface="Microsoft YaHei"/>
                <a:cs typeface="Microsoft YaHei"/>
              </a:defRPr>
            </a:pPr>
            <a:r>
              <a:rPr sz="1650" b="1" i="0">
                <a:solidFill>
                  <a:srgbClr val="FFFFFF"/>
                </a:solidFill>
                <a:latin typeface="Microsoft YaHei"/>
                <a:ea typeface="Microsoft YaHei"/>
                <a:cs typeface="Microsoft YaHei"/>
              </a:rPr>
              <a:t>同一项目可容纳 Agent、自动化、规则、数据与应用界面</a:t>
            </a:r>
          </a:p>
        </p:txBody>
      </p:sp>
      <p:sp>
        <p:nvSpPr>
          <p:cNvPr id="23" name="">
            <a:extLst xmlns:a="http://schemas.openxmlformats.org/drawingml/2006/main">
              <a:ext uri="{FF2B5EF4-FFF2-40B4-BE49-F238E27FC236}">
                <a16:creationId xmlns:a16="http://schemas.microsoft.com/office/drawing/2014/main" id="{1340A4D9-AB1E-4082-B642-C0C46F98DF6C}"/>
              </a:ext>
            </a:extLst>
          </p:cNvPr>
          <p:cNvSpPr>
            <a:spLocks xmlns:a="http://schemas.openxmlformats.org/drawingml/2006/main" noGrp="1"/>
          </p:cNvSpPr>
          <p:nvPr/>
        </p:nvSpPr>
        <p:spPr>
          <a:xfrm xmlns:a="http://schemas.openxmlformats.org/drawingml/2006/main">
            <a:off x="685800" y="6496050"/>
            <a:ext cx="10820400" cy="9525"/>
          </a:xfrm>
          <a:prstGeom xmlns:a="http://schemas.openxmlformats.org/drawingml/2006/main" prst="rect">
            <a:avLst/>
          </a:prstGeom>
          <a:solidFill xmlns:a="http://schemas.openxmlformats.org/drawingml/2006/main">
            <a:srgbClr val="DCE3EC"/>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9C5E1450-E4DF-4EFF-A864-D90D800E3F84}"/>
              </a:ext>
            </a:extLst>
          </p:cNvPr>
          <p:cNvSpPr>
            <a:spLocks xmlns:a="http://schemas.openxmlformats.org/drawingml/2006/main" noGrp="1"/>
          </p:cNvSpPr>
          <p:nvPr/>
        </p:nvSpPr>
        <p:spPr>
          <a:xfrm xmlns:a="http://schemas.openxmlformats.org/drawingml/2006/main">
            <a:off x="685800" y="6553200"/>
            <a:ext cx="476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975" b="0" i="0">
                <a:solidFill>
                  <a:srgbClr val="98A2B3"/>
                </a:solidFill>
                <a:latin typeface="Microsoft YaHei"/>
                <a:ea typeface="Microsoft YaHei"/>
                <a:cs typeface="Microsoft YaHei"/>
              </a:defRPr>
            </a:pPr>
            <a:r>
              <a:rPr sz="975" b="0" i="0">
                <a:solidFill>
                  <a:srgbClr val="98A2B3"/>
                </a:solidFill>
                <a:latin typeface="Microsoft YaHei"/>
                <a:ea typeface="Microsoft YaHei"/>
                <a:cs typeface="Microsoft YaHei"/>
              </a:rPr>
              <a:t>Blocky Studio · Agent 搭建教育</a:t>
            </a:r>
          </a:p>
        </p:txBody>
      </p:sp>
      <p:sp>
        <p:nvSpPr>
          <p:cNvPr id="25" name="">
            <a:extLst xmlns:a="http://schemas.openxmlformats.org/drawingml/2006/main">
              <a:ext uri="{FF2B5EF4-FFF2-40B4-BE49-F238E27FC236}">
                <a16:creationId xmlns:a16="http://schemas.microsoft.com/office/drawing/2014/main" id="{708E4714-55B0-428F-BB84-CF5DF9C58744}"/>
              </a:ext>
            </a:extLst>
          </p:cNvPr>
          <p:cNvSpPr>
            <a:spLocks xmlns:a="http://schemas.openxmlformats.org/drawingml/2006/main" noGrp="1"/>
          </p:cNvSpPr>
          <p:nvPr/>
        </p:nvSpPr>
        <p:spPr>
          <a:xfrm xmlns:a="http://schemas.openxmlformats.org/drawingml/2006/main">
            <a:off x="10953750" y="6553200"/>
            <a:ext cx="552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975" b="0" i="0">
                <a:solidFill>
                  <a:srgbClr val="98A2B3"/>
                </a:solidFill>
                <a:latin typeface="Microsoft YaHei"/>
                <a:ea typeface="Microsoft YaHei"/>
                <a:cs typeface="Microsoft YaHei"/>
              </a:defRPr>
            </a:pPr>
            <a:r>
              <a:rPr sz="975" b="0" i="0">
                <a:solidFill>
                  <a:srgbClr val="98A2B3"/>
                </a:solidFill>
                <a:latin typeface="Microsoft YaHei"/>
                <a:ea typeface="Microsoft YaHei"/>
                <a:cs typeface="Microsoft YaHei"/>
              </a:rPr>
              <a:t>11</a:t>
            </a:r>
          </a:p>
        </p:txBody>
      </p:sp>
      <p:pic>
        <p:nvPicPr>
          <p:cNvPr id="53" name=""/>
          <p:cNvPicPr>
            <a:picLocks xmlns:a="http://schemas.openxmlformats.org/drawingml/2006/main" noChangeAspect="1"/>
          </p:cNvPicPr>
          <p:nvPr/>
        </p:nvPicPr>
        <p:blipFill>
          <a:blip xmlns:r="http://schemas.openxmlformats.org/officeDocument/2006/relationships" xmlns:a="http://schemas.openxmlformats.org/drawingml/2006/main" r:embed="R8006d59092e1408d"/>
          <a:stretch xmlns:a="http://schemas.openxmlformats.org/drawingml/2006/main"/>
        </p:blipFill>
        <p:spPr>
          <a:xfrm xmlns:a="http://schemas.openxmlformats.org/drawingml/2006/main" flipH="0" flipV="0">
            <a:off x="685800" y="2145506"/>
            <a:ext cx="3524250" cy="2643188"/>
          </a:xfrm>
          <a:prstGeom xmlns:a="http://schemas.openxmlformats.org/drawingml/2006/main" prst="rect">
            <a:avLst/>
          </a:prstGeom>
        </p:spPr>
      </p:pic>
    </p:spTree>
    <p:extLst>
      <p:ext uri="{BB962C8B-B14F-4D97-AF65-F5344CB8AC3E}">
        <p14:creationId xmlns:p14="http://schemas.microsoft.com/office/powerpoint/2010/main" val="1944089128"/>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A95339E4-F604-4D6A-86EF-DF2CD0929E18}"/>
              </a:ext>
            </a:extLst>
          </p:cNvPr>
          <p:cNvSpPr>
            <a:spLocks xmlns:a="http://schemas.openxmlformats.org/drawingml/2006/main" noGrp="1"/>
          </p:cNvSpPr>
          <p:nvPr/>
        </p:nvSpPr>
        <p:spPr>
          <a:xfrm xmlns:a="http://schemas.openxmlformats.org/drawingml/2006/main">
            <a:off x="685800" y="40005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200" b="1" i="0">
                <a:solidFill>
                  <a:srgbClr val="176BFF"/>
                </a:solidFill>
                <a:latin typeface="Microsoft YaHei"/>
                <a:ea typeface="Microsoft YaHei"/>
                <a:cs typeface="Microsoft YaHei"/>
              </a:defRPr>
            </a:pPr>
            <a:r>
              <a:rPr sz="1200" b="1" i="0">
                <a:solidFill>
                  <a:srgbClr val="176BFF"/>
                </a:solidFill>
                <a:latin typeface="Microsoft YaHei"/>
                <a:ea typeface="Microsoft YaHei"/>
                <a:cs typeface="Microsoft YaHei"/>
              </a:rPr>
              <a:t>OFFICE · 蓝图组合</a:t>
            </a:r>
          </a:p>
        </p:txBody>
      </p:sp>
      <p:sp>
        <p:nvSpPr>
          <p:cNvPr id="2" name="">
            <a:extLst xmlns:a="http://schemas.openxmlformats.org/drawingml/2006/main">
              <a:ext uri="{FF2B5EF4-FFF2-40B4-BE49-F238E27FC236}">
                <a16:creationId xmlns:a16="http://schemas.microsoft.com/office/drawing/2014/main" id="{7370CF98-9ECF-4290-B608-8ACEB1A04835}"/>
              </a:ext>
            </a:extLst>
          </p:cNvPr>
          <p:cNvSpPr>
            <a:spLocks xmlns:a="http://schemas.openxmlformats.org/drawingml/2006/main" noGrp="1"/>
          </p:cNvSpPr>
          <p:nvPr/>
        </p:nvSpPr>
        <p:spPr>
          <a:xfrm xmlns:a="http://schemas.openxmlformats.org/drawingml/2006/main">
            <a:off x="685800" y="742950"/>
            <a:ext cx="108204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3150" b="1" i="0">
                <a:solidFill>
                  <a:srgbClr val="111827"/>
                </a:solidFill>
                <a:latin typeface="Microsoft YaHei"/>
                <a:ea typeface="Microsoft YaHei"/>
                <a:cs typeface="Microsoft YaHei"/>
              </a:defRPr>
            </a:pPr>
            <a:r>
              <a:rPr sz="2925" b="1" i="0">
                <a:solidFill>
                  <a:srgbClr val="111827"/>
                </a:solidFill>
                <a:latin typeface="Microsoft YaHei"/>
                <a:ea typeface="Microsoft YaHei"/>
                <a:cs typeface="Microsoft YaHei"/>
              </a:rPr>
              <a:t>六类办公蓝图覆盖“理解—执行—核验—交付”</a:t>
            </a:r>
          </a:p>
        </p:txBody>
      </p:sp>
      <p:sp>
        <p:nvSpPr>
          <p:cNvPr id="3" name="">
            <a:extLst xmlns:a="http://schemas.openxmlformats.org/drawingml/2006/main">
              <a:ext uri="{FF2B5EF4-FFF2-40B4-BE49-F238E27FC236}">
                <a16:creationId xmlns:a16="http://schemas.microsoft.com/office/drawing/2014/main" id="{B79087C1-24E9-4883-BB39-FFC3752BBE8C}"/>
              </a:ext>
            </a:extLst>
          </p:cNvPr>
          <p:cNvSpPr>
            <a:spLocks xmlns:a="http://schemas.openxmlformats.org/drawingml/2006/main" noGrp="1"/>
          </p:cNvSpPr>
          <p:nvPr/>
        </p:nvSpPr>
        <p:spPr>
          <a:xfrm xmlns:a="http://schemas.openxmlformats.org/drawingml/2006/main">
            <a:off x="1714500" y="2019300"/>
            <a:ext cx="7905750" cy="3429000"/>
          </a:xfrm>
          <a:prstGeom xmlns:a="http://schemas.openxmlformats.org/drawingml/2006/main" prst="roundRect">
            <a:avLst>
              <a:gd name="adj" fmla="val 5556"/>
            </a:avLst>
          </a:prstGeom>
          <a:noFill xmlns:a="http://schemas.openxmlformats.org/drawingml/2006/main"/>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6C15C7A3-B066-45AE-9611-3A53A1582751}"/>
              </a:ext>
            </a:extLst>
          </p:cNvPr>
          <p:cNvSpPr>
            <a:spLocks xmlns:a="http://schemas.openxmlformats.org/drawingml/2006/main" noGrp="1"/>
          </p:cNvSpPr>
          <p:nvPr/>
        </p:nvSpPr>
        <p:spPr>
          <a:xfrm xmlns:a="http://schemas.openxmlformats.org/drawingml/2006/main">
            <a:off x="13335000" y="2438400"/>
            <a:ext cx="28575" cy="2476500"/>
          </a:xfrm>
          <a:prstGeom xmlns:a="http://schemas.openxmlformats.org/drawingml/2006/main" prst="rect">
            <a:avLst/>
          </a:prstGeom>
          <a:solidFill xmlns:a="http://schemas.openxmlformats.org/drawingml/2006/main">
            <a:srgbClr val="111827"/>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F8CF3443-2956-4DCD-9397-CE8B308C9C68}"/>
              </a:ext>
            </a:extLst>
          </p:cNvPr>
          <p:cNvSpPr>
            <a:spLocks xmlns:a="http://schemas.openxmlformats.org/drawingml/2006/main" noGrp="1"/>
          </p:cNvSpPr>
          <p:nvPr/>
        </p:nvSpPr>
        <p:spPr>
          <a:xfrm xmlns:a="http://schemas.openxmlformats.org/drawingml/2006/main">
            <a:off x="13373100" y="4895850"/>
            <a:ext cx="6191250" cy="28575"/>
          </a:xfrm>
          <a:prstGeom xmlns:a="http://schemas.openxmlformats.org/drawingml/2006/main" prst="rect">
            <a:avLst/>
          </a:prstGeom>
          <a:solidFill xmlns:a="http://schemas.openxmlformats.org/drawingml/2006/main">
            <a:srgbClr val="111827"/>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19AB1834-49B3-4F51-9EB9-45529734317A}"/>
              </a:ext>
            </a:extLst>
          </p:cNvPr>
          <p:cNvSpPr>
            <a:spLocks xmlns:a="http://schemas.openxmlformats.org/drawingml/2006/main" noGrp="1"/>
          </p:cNvSpPr>
          <p:nvPr/>
        </p:nvSpPr>
        <p:spPr>
          <a:xfrm xmlns:a="http://schemas.openxmlformats.org/drawingml/2006/main">
            <a:off x="13411200" y="3648075"/>
            <a:ext cx="6191250" cy="9525"/>
          </a:xfrm>
          <a:prstGeom xmlns:a="http://schemas.openxmlformats.org/drawingml/2006/main" prst="rect">
            <a:avLst/>
          </a:prstGeom>
          <a:solidFill xmlns:a="http://schemas.openxmlformats.org/drawingml/2006/main">
            <a:srgbClr val="DCE3EC"/>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2D17254A-D248-480E-A64C-9F3D946563C0}"/>
              </a:ext>
            </a:extLst>
          </p:cNvPr>
          <p:cNvSpPr>
            <a:spLocks xmlns:a="http://schemas.openxmlformats.org/drawingml/2006/main" noGrp="1"/>
          </p:cNvSpPr>
          <p:nvPr/>
        </p:nvSpPr>
        <p:spPr>
          <a:xfrm xmlns:a="http://schemas.openxmlformats.org/drawingml/2006/main">
            <a:off x="13449300" y="2438400"/>
            <a:ext cx="9525" cy="2476500"/>
          </a:xfrm>
          <a:prstGeom xmlns:a="http://schemas.openxmlformats.org/drawingml/2006/main" prst="rect">
            <a:avLst/>
          </a:prstGeom>
          <a:solidFill xmlns:a="http://schemas.openxmlformats.org/drawingml/2006/main">
            <a:srgbClr val="DCE3EC"/>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8AF039EF-8669-48E6-8355-B3E3CDD61D65}"/>
              </a:ext>
            </a:extLst>
          </p:cNvPr>
          <p:cNvSpPr>
            <a:spLocks xmlns:a="http://schemas.openxmlformats.org/drawingml/2006/main" noGrp="1"/>
          </p:cNvSpPr>
          <p:nvPr/>
        </p:nvSpPr>
        <p:spPr>
          <a:xfrm xmlns:a="http://schemas.openxmlformats.org/drawingml/2006/main">
            <a:off x="685800" y="1428750"/>
            <a:ext cx="108204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425" b="1" i="0">
                <a:solidFill>
                  <a:srgbClr val="64748B"/>
                </a:solidFill>
                <a:latin typeface="Microsoft YaHei"/>
                <a:ea typeface="Microsoft YaHei"/>
                <a:cs typeface="Microsoft YaHei"/>
              </a:defRPr>
            </a:pPr>
            <a:r>
              <a:rPr sz="1350" b="0" i="0">
                <a:solidFill>
                  <a:srgbClr val="667085"/>
                </a:solidFill>
                <a:latin typeface="Microsoft YaHei"/>
                <a:ea typeface="Microsoft YaHei"/>
                <a:cs typeface="Microsoft YaHei"/>
              </a:rPr>
              <a:t>先以有人值守流程进入真实办公；团队可按权限、数据与系统逐步扩展。</a:t>
            </a:r>
          </a:p>
        </p:txBody>
      </p:sp>
      <p:sp>
        <p:nvSpPr>
          <p:cNvPr id="9" name="">
            <a:extLst xmlns:a="http://schemas.openxmlformats.org/drawingml/2006/main">
              <a:ext uri="{FF2B5EF4-FFF2-40B4-BE49-F238E27FC236}">
                <a16:creationId xmlns:a16="http://schemas.microsoft.com/office/drawing/2014/main" id="{E8252EBC-6654-4A56-A43D-04234BEB26AE}"/>
              </a:ext>
            </a:extLst>
          </p:cNvPr>
          <p:cNvSpPr>
            <a:spLocks xmlns:a="http://schemas.openxmlformats.org/drawingml/2006/main" noGrp="1"/>
          </p:cNvSpPr>
          <p:nvPr/>
        </p:nvSpPr>
        <p:spPr>
          <a:xfrm xmlns:a="http://schemas.openxmlformats.org/drawingml/2006/main">
            <a:off x="876300" y="5105400"/>
            <a:ext cx="10439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125" b="1" i="0">
                <a:solidFill>
                  <a:srgbClr val="1456C7"/>
                </a:solidFill>
                <a:latin typeface="Microsoft YaHei"/>
                <a:ea typeface="Microsoft YaHei"/>
                <a:cs typeface="Microsoft YaHei"/>
              </a:defRPr>
            </a:pPr>
            <a:r>
              <a:rPr sz="1350" b="1" i="0">
                <a:solidFill>
                  <a:srgbClr val="176BFF"/>
                </a:solidFill>
                <a:latin typeface="Microsoft YaHei"/>
                <a:ea typeface="Microsoft YaHei"/>
                <a:cs typeface="Microsoft YaHei"/>
              </a:rPr>
              <a:t>共同底座：项目模块 + 权限 + 检查点 + RuntimeEvent + Trace</a:t>
            </a:r>
          </a:p>
        </p:txBody>
      </p:sp>
      <p:sp>
        <p:nvSpPr>
          <p:cNvPr id="10" name="">
            <a:extLst xmlns:a="http://schemas.openxmlformats.org/drawingml/2006/main">
              <a:ext uri="{FF2B5EF4-FFF2-40B4-BE49-F238E27FC236}">
                <a16:creationId xmlns:a16="http://schemas.microsoft.com/office/drawing/2014/main" id="{F709C619-2BD1-4EF2-9FB4-E67118A23879}"/>
              </a:ext>
            </a:extLst>
          </p:cNvPr>
          <p:cNvSpPr>
            <a:spLocks xmlns:a="http://schemas.openxmlformats.org/drawingml/2006/main" noGrp="1"/>
          </p:cNvSpPr>
          <p:nvPr/>
        </p:nvSpPr>
        <p:spPr>
          <a:xfrm xmlns:a="http://schemas.openxmlformats.org/drawingml/2006/main">
            <a:off x="13487400" y="4038600"/>
            <a:ext cx="400050" cy="400050"/>
          </a:xfrm>
          <a:prstGeom xmlns:a="http://schemas.openxmlformats.org/drawingml/2006/main" prst="ellipse">
            <a:avLst/>
          </a:prstGeom>
          <a:solidFill xmlns:a="http://schemas.openxmlformats.org/drawingml/2006/main">
            <a:srgbClr val="98A2B3"/>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A5049E2C-638C-4C84-9984-35EE7E45EF3D}"/>
              </a:ext>
            </a:extLst>
          </p:cNvPr>
          <p:cNvSpPr>
            <a:spLocks xmlns:a="http://schemas.openxmlformats.org/drawingml/2006/main" noGrp="1"/>
          </p:cNvSpPr>
          <p:nvPr/>
        </p:nvSpPr>
        <p:spPr>
          <a:xfrm xmlns:a="http://schemas.openxmlformats.org/drawingml/2006/main">
            <a:off x="13525500" y="4514850"/>
            <a:ext cx="1428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i="0">
                <a:solidFill>
                  <a:srgbClr val="667085"/>
                </a:solidFill>
                <a:latin typeface="Microsoft YaHei"/>
                <a:ea typeface="Microsoft YaHei"/>
                <a:cs typeface="Microsoft YaHei"/>
              </a:defRPr>
            </a:pPr>
            <a:r>
              <a:rPr sz="1200" b="0" i="0">
                <a:solidFill>
                  <a:srgbClr val="667085"/>
                </a:solidFill>
                <a:latin typeface="Microsoft YaHei"/>
                <a:ea typeface="Microsoft YaHei"/>
                <a:cs typeface="Microsoft YaHei"/>
              </a:rPr>
              <a:t>办公问答</a:t>
            </a:r>
          </a:p>
        </p:txBody>
      </p:sp>
      <p:sp>
        <p:nvSpPr>
          <p:cNvPr id="12" name="">
            <a:extLst xmlns:a="http://schemas.openxmlformats.org/drawingml/2006/main">
              <a:ext uri="{FF2B5EF4-FFF2-40B4-BE49-F238E27FC236}">
                <a16:creationId xmlns:a16="http://schemas.microsoft.com/office/drawing/2014/main" id="{F4BE703F-ECE8-4177-B632-BC2BAF5358DF}"/>
              </a:ext>
            </a:extLst>
          </p:cNvPr>
          <p:cNvSpPr>
            <a:spLocks xmlns:a="http://schemas.openxmlformats.org/drawingml/2006/main" noGrp="1"/>
          </p:cNvSpPr>
          <p:nvPr/>
        </p:nvSpPr>
        <p:spPr>
          <a:xfrm xmlns:a="http://schemas.openxmlformats.org/drawingml/2006/main">
            <a:off x="13563600" y="3781425"/>
            <a:ext cx="457200" cy="457200"/>
          </a:xfrm>
          <a:prstGeom xmlns:a="http://schemas.openxmlformats.org/drawingml/2006/main" prst="ellipse">
            <a:avLst/>
          </a:prstGeom>
          <a:solidFill xmlns:a="http://schemas.openxmlformats.org/drawingml/2006/main">
            <a:srgbClr val="F79009"/>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1AB245E4-7D7B-4DD8-84A1-4F701573FA23}"/>
              </a:ext>
            </a:extLst>
          </p:cNvPr>
          <p:cNvSpPr>
            <a:spLocks xmlns:a="http://schemas.openxmlformats.org/drawingml/2006/main" noGrp="1"/>
          </p:cNvSpPr>
          <p:nvPr/>
        </p:nvSpPr>
        <p:spPr>
          <a:xfrm xmlns:a="http://schemas.openxmlformats.org/drawingml/2006/main">
            <a:off x="13601700" y="4314825"/>
            <a:ext cx="13716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i="0">
                <a:solidFill>
                  <a:srgbClr val="667085"/>
                </a:solidFill>
                <a:latin typeface="Microsoft YaHei"/>
                <a:ea typeface="Microsoft YaHei"/>
                <a:cs typeface="Microsoft YaHei"/>
              </a:defRPr>
            </a:pPr>
            <a:r>
              <a:rPr sz="1200" b="0" i="0">
                <a:solidFill>
                  <a:srgbClr val="667085"/>
                </a:solidFill>
                <a:latin typeface="Microsoft YaHei"/>
                <a:ea typeface="Microsoft YaHei"/>
                <a:cs typeface="Microsoft YaHei"/>
              </a:rPr>
              <a:t>浏览器任务</a:t>
            </a:r>
          </a:p>
        </p:txBody>
      </p:sp>
      <p:sp>
        <p:nvSpPr>
          <p:cNvPr id="14" name="">
            <a:extLst xmlns:a="http://schemas.openxmlformats.org/drawingml/2006/main">
              <a:ext uri="{FF2B5EF4-FFF2-40B4-BE49-F238E27FC236}">
                <a16:creationId xmlns:a16="http://schemas.microsoft.com/office/drawing/2014/main" id="{F4165A70-FD04-45E9-8824-2BD37261498E}"/>
              </a:ext>
            </a:extLst>
          </p:cNvPr>
          <p:cNvSpPr>
            <a:spLocks xmlns:a="http://schemas.openxmlformats.org/drawingml/2006/main" noGrp="1"/>
          </p:cNvSpPr>
          <p:nvPr/>
        </p:nvSpPr>
        <p:spPr>
          <a:xfrm xmlns:a="http://schemas.openxmlformats.org/drawingml/2006/main">
            <a:off x="13639800" y="2762250"/>
            <a:ext cx="495300" cy="495300"/>
          </a:xfrm>
          <a:prstGeom xmlns:a="http://schemas.openxmlformats.org/drawingml/2006/main" prst="ellipse">
            <a:avLst/>
          </a:prstGeom>
          <a:solidFill xmlns:a="http://schemas.openxmlformats.org/drawingml/2006/main">
            <a:srgbClr val="17A673"/>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C1FEFD31-A748-48DC-9B67-88B96D45E1D7}"/>
              </a:ext>
            </a:extLst>
          </p:cNvPr>
          <p:cNvSpPr>
            <a:spLocks xmlns:a="http://schemas.openxmlformats.org/drawingml/2006/main" noGrp="1"/>
          </p:cNvSpPr>
          <p:nvPr/>
        </p:nvSpPr>
        <p:spPr>
          <a:xfrm xmlns:a="http://schemas.openxmlformats.org/drawingml/2006/main">
            <a:off x="13677900" y="3333750"/>
            <a:ext cx="13716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i="0">
                <a:solidFill>
                  <a:srgbClr val="667085"/>
                </a:solidFill>
                <a:latin typeface="Microsoft YaHei"/>
                <a:ea typeface="Microsoft YaHei"/>
                <a:cs typeface="Microsoft YaHei"/>
              </a:defRPr>
            </a:pPr>
            <a:r>
              <a:rPr sz="1200" b="0" i="0">
                <a:solidFill>
                  <a:srgbClr val="667085"/>
                </a:solidFill>
                <a:latin typeface="Microsoft YaHei"/>
                <a:ea typeface="Microsoft YaHei"/>
                <a:cs typeface="Microsoft YaHei"/>
              </a:rPr>
              <a:t>桌面任务</a:t>
            </a:r>
          </a:p>
        </p:txBody>
      </p:sp>
      <p:sp>
        <p:nvSpPr>
          <p:cNvPr id="16" name="">
            <a:extLst xmlns:a="http://schemas.openxmlformats.org/drawingml/2006/main">
              <a:ext uri="{FF2B5EF4-FFF2-40B4-BE49-F238E27FC236}">
                <a16:creationId xmlns:a16="http://schemas.microsoft.com/office/drawing/2014/main" id="{152ECAB1-E514-4F89-A764-A2DA3B8D70EF}"/>
              </a:ext>
            </a:extLst>
          </p:cNvPr>
          <p:cNvSpPr>
            <a:spLocks xmlns:a="http://schemas.openxmlformats.org/drawingml/2006/main" noGrp="1"/>
          </p:cNvSpPr>
          <p:nvPr/>
        </p:nvSpPr>
        <p:spPr>
          <a:xfrm xmlns:a="http://schemas.openxmlformats.org/drawingml/2006/main">
            <a:off x="13716000" y="2705100"/>
            <a:ext cx="609600" cy="609600"/>
          </a:xfrm>
          <a:prstGeom xmlns:a="http://schemas.openxmlformats.org/drawingml/2006/main" prst="ellipse">
            <a:avLst/>
          </a:prstGeom>
          <a:solidFill xmlns:a="http://schemas.openxmlformats.org/drawingml/2006/main">
            <a:srgbClr val="176BFF"/>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E2A9564E-1B04-4A3B-9C90-58816AC91485}"/>
              </a:ext>
            </a:extLst>
          </p:cNvPr>
          <p:cNvSpPr>
            <a:spLocks xmlns:a="http://schemas.openxmlformats.org/drawingml/2006/main" noGrp="1"/>
          </p:cNvSpPr>
          <p:nvPr/>
        </p:nvSpPr>
        <p:spPr>
          <a:xfrm xmlns:a="http://schemas.openxmlformats.org/drawingml/2006/main">
            <a:off x="13754100" y="3390900"/>
            <a:ext cx="13716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425" b="1" i="0">
                <a:solidFill>
                  <a:srgbClr val="176BFF"/>
                </a:solidFill>
                <a:latin typeface="Microsoft YaHei"/>
                <a:ea typeface="Microsoft YaHei"/>
                <a:cs typeface="Microsoft YaHei"/>
              </a:defRPr>
            </a:pPr>
            <a:r>
              <a:rPr sz="1425" b="1" i="0">
                <a:solidFill>
                  <a:srgbClr val="176BFF"/>
                </a:solidFill>
                <a:latin typeface="Microsoft YaHei"/>
                <a:ea typeface="Microsoft YaHei"/>
                <a:cs typeface="Microsoft YaHei"/>
              </a:rPr>
              <a:t>Blocky</a:t>
            </a:r>
          </a:p>
        </p:txBody>
      </p:sp>
      <p:sp>
        <p:nvSpPr>
          <p:cNvPr id="18" name="">
            <a:extLst xmlns:a="http://schemas.openxmlformats.org/drawingml/2006/main">
              <a:ext uri="{FF2B5EF4-FFF2-40B4-BE49-F238E27FC236}">
                <a16:creationId xmlns:a16="http://schemas.microsoft.com/office/drawing/2014/main" id="{A710F48B-9833-4CEA-96EC-F710C0DB08BB}"/>
              </a:ext>
            </a:extLst>
          </p:cNvPr>
          <p:cNvSpPr>
            <a:spLocks xmlns:a="http://schemas.openxmlformats.org/drawingml/2006/main" noGrp="1"/>
          </p:cNvSpPr>
          <p:nvPr/>
        </p:nvSpPr>
        <p:spPr>
          <a:xfrm xmlns:a="http://schemas.openxmlformats.org/drawingml/2006/main">
            <a:off x="9906000" y="2076450"/>
            <a:ext cx="1600200" cy="3352800"/>
          </a:xfrm>
          <a:prstGeom xmlns:a="http://schemas.openxmlformats.org/drawingml/2006/main" prst="roundRect">
            <a:avLst>
              <a:gd name="adj" fmla="val 11905"/>
            </a:avLst>
          </a:prstGeom>
          <a:noFill xmlns:a="http://schemas.openxmlformats.org/drawingml/2006/main"/>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24B3CED9-2289-46C4-878F-B09658EEEAAB}"/>
              </a:ext>
            </a:extLst>
          </p:cNvPr>
          <p:cNvSpPr>
            <a:spLocks xmlns:a="http://schemas.openxmlformats.org/drawingml/2006/main" noGrp="1"/>
          </p:cNvSpPr>
          <p:nvPr/>
        </p:nvSpPr>
        <p:spPr>
          <a:xfrm xmlns:a="http://schemas.openxmlformats.org/drawingml/2006/main">
            <a:off x="13792200" y="2362200"/>
            <a:ext cx="12192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800" b="1" i="0">
                <a:solidFill>
                  <a:srgbClr val="176BFF"/>
                </a:solidFill>
                <a:latin typeface="Microsoft YaHei"/>
                <a:ea typeface="Microsoft YaHei"/>
                <a:cs typeface="Microsoft YaHei"/>
              </a:defRPr>
            </a:pPr>
            <a:r>
              <a:rPr sz="1800" b="1" i="0">
                <a:solidFill>
                  <a:srgbClr val="176BFF"/>
                </a:solidFill>
                <a:latin typeface="Microsoft YaHei"/>
                <a:ea typeface="Microsoft YaHei"/>
                <a:cs typeface="Microsoft YaHei"/>
              </a:rPr>
              <a:t>Agent + 自动化</a:t>
            </a:r>
          </a:p>
        </p:txBody>
      </p:sp>
      <p:sp>
        <p:nvSpPr>
          <p:cNvPr id="20" name="">
            <a:extLst xmlns:a="http://schemas.openxmlformats.org/drawingml/2006/main">
              <a:ext uri="{FF2B5EF4-FFF2-40B4-BE49-F238E27FC236}">
                <a16:creationId xmlns:a16="http://schemas.microsoft.com/office/drawing/2014/main" id="{E6DE07F1-2CE1-4A8A-BE82-360BF6C6E148}"/>
              </a:ext>
            </a:extLst>
          </p:cNvPr>
          <p:cNvSpPr>
            <a:spLocks xmlns:a="http://schemas.openxmlformats.org/drawingml/2006/main" noGrp="1"/>
          </p:cNvSpPr>
          <p:nvPr/>
        </p:nvSpPr>
        <p:spPr>
          <a:xfrm xmlns:a="http://schemas.openxmlformats.org/drawingml/2006/main">
            <a:off x="13830300" y="3238500"/>
            <a:ext cx="121920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500" b="1" i="0">
                <a:solidFill>
                  <a:srgbClr val="111827"/>
                </a:solidFill>
                <a:latin typeface="Microsoft YaHei"/>
                <a:ea typeface="Microsoft YaHei"/>
                <a:cs typeface="Microsoft YaHei"/>
              </a:defRPr>
            </a:pPr>
            <a:r>
              <a:rPr sz="1500" b="1" i="0">
                <a:solidFill>
                  <a:srgbClr val="111827"/>
                </a:solidFill>
                <a:latin typeface="Microsoft YaHei"/>
                <a:ea typeface="Microsoft YaHei"/>
                <a:cs typeface="Microsoft YaHei"/>
              </a:rPr>
              <a:t>入门 Agent</a:t>
            </a:r>
          </a:p>
          <a:p xmlns:a="http://schemas.openxmlformats.org/drawingml/2006/main">
            <a:pPr algn="ctr">
              <a:buNone/>
              <a:defRPr sz="1500" b="1" i="0">
                <a:solidFill>
                  <a:srgbClr val="111827"/>
                </a:solidFill>
                <a:latin typeface="Microsoft YaHei"/>
                <a:ea typeface="Microsoft YaHei"/>
                <a:cs typeface="Microsoft YaHei"/>
              </a:defRPr>
            </a:pPr>
            <a:r>
              <a:rPr sz="1500" b="1" i="0">
                <a:solidFill>
                  <a:srgbClr val="111827"/>
                </a:solidFill>
                <a:latin typeface="Microsoft YaHei"/>
                <a:ea typeface="Microsoft YaHei"/>
                <a:cs typeface="Microsoft YaHei"/>
              </a:rPr>
              <a:t>↓</a:t>
            </a:r>
          </a:p>
          <a:p xmlns:a="http://schemas.openxmlformats.org/drawingml/2006/main">
            <a:pPr algn="ctr">
              <a:buNone/>
              <a:defRPr sz="1500" b="1" i="0">
                <a:solidFill>
                  <a:srgbClr val="111827"/>
                </a:solidFill>
                <a:latin typeface="Microsoft YaHei"/>
                <a:ea typeface="Microsoft YaHei"/>
                <a:cs typeface="Microsoft YaHei"/>
              </a:defRPr>
            </a:pPr>
            <a:r>
              <a:rPr sz="1500" b="1" i="0">
                <a:solidFill>
                  <a:srgbClr val="111827"/>
                </a:solidFill>
                <a:latin typeface="Microsoft YaHei"/>
                <a:ea typeface="Microsoft YaHei"/>
                <a:cs typeface="Microsoft YaHei"/>
              </a:rPr>
              <a:t>专业 Agent</a:t>
            </a:r>
          </a:p>
          <a:p xmlns:a="http://schemas.openxmlformats.org/drawingml/2006/main">
            <a:pPr algn="ctr">
              <a:buNone/>
              <a:defRPr sz="1500" b="1" i="0">
                <a:solidFill>
                  <a:srgbClr val="111827"/>
                </a:solidFill>
                <a:latin typeface="Microsoft YaHei"/>
                <a:ea typeface="Microsoft YaHei"/>
                <a:cs typeface="Microsoft YaHei"/>
              </a:defRPr>
            </a:pPr>
            <a:r>
              <a:rPr sz="1500" b="1" i="0">
                <a:solidFill>
                  <a:srgbClr val="111827"/>
                </a:solidFill>
                <a:latin typeface="Microsoft YaHei"/>
                <a:ea typeface="Microsoft YaHei"/>
                <a:cs typeface="Microsoft YaHei"/>
              </a:rPr>
              <a:t>↓</a:t>
            </a:r>
          </a:p>
          <a:p xmlns:a="http://schemas.openxmlformats.org/drawingml/2006/main">
            <a:pPr algn="ctr">
              <a:buNone/>
              <a:defRPr sz="1500" b="1" i="0">
                <a:solidFill>
                  <a:srgbClr val="111827"/>
                </a:solidFill>
                <a:latin typeface="Microsoft YaHei"/>
                <a:ea typeface="Microsoft YaHei"/>
                <a:cs typeface="Microsoft YaHei"/>
              </a:defRPr>
            </a:pPr>
            <a:r>
              <a:rPr sz="1500" b="1" i="0">
                <a:solidFill>
                  <a:srgbClr val="111827"/>
                </a:solidFill>
                <a:latin typeface="Microsoft YaHei"/>
                <a:ea typeface="Microsoft YaHei"/>
                <a:cs typeface="Microsoft YaHei"/>
              </a:rPr>
              <a:t>蓝图 / 代码</a:t>
            </a:r>
          </a:p>
          <a:p xmlns:a="http://schemas.openxmlformats.org/drawingml/2006/main">
            <a:pPr algn="ctr">
              <a:buNone/>
              <a:defRPr sz="1500" b="1" i="0">
                <a:solidFill>
                  <a:srgbClr val="111827"/>
                </a:solidFill>
                <a:latin typeface="Microsoft YaHei"/>
                <a:ea typeface="Microsoft YaHei"/>
                <a:cs typeface="Microsoft YaHei"/>
              </a:defRPr>
            </a:pPr>
            <a:r>
              <a:rPr sz="1500" b="1" i="0">
                <a:solidFill>
                  <a:srgbClr val="111827"/>
                </a:solidFill>
                <a:latin typeface="Microsoft YaHei"/>
                <a:ea typeface="Microsoft YaHei"/>
                <a:cs typeface="Microsoft YaHei"/>
              </a:rPr>
              <a:t>↓</a:t>
            </a:r>
          </a:p>
          <a:p xmlns:a="http://schemas.openxmlformats.org/drawingml/2006/main">
            <a:pPr algn="ctr">
              <a:buNone/>
              <a:defRPr sz="1500" b="1" i="0">
                <a:solidFill>
                  <a:srgbClr val="111827"/>
                </a:solidFill>
                <a:latin typeface="Microsoft YaHei"/>
                <a:ea typeface="Microsoft YaHei"/>
                <a:cs typeface="Microsoft YaHei"/>
              </a:defRPr>
            </a:pPr>
            <a:r>
              <a:rPr sz="1500" b="1" i="0">
                <a:solidFill>
                  <a:srgbClr val="111827"/>
                </a:solidFill>
                <a:latin typeface="Microsoft YaHei"/>
                <a:ea typeface="Microsoft YaHei"/>
                <a:cs typeface="Microsoft YaHei"/>
              </a:rPr>
              <a:t>运行轨迹</a:t>
            </a:r>
          </a:p>
        </p:txBody>
      </p:sp>
      <p:sp>
        <p:nvSpPr>
          <p:cNvPr id="21" name="">
            <a:extLst xmlns:a="http://schemas.openxmlformats.org/drawingml/2006/main">
              <a:ext uri="{FF2B5EF4-FFF2-40B4-BE49-F238E27FC236}">
                <a16:creationId xmlns:a16="http://schemas.microsoft.com/office/drawing/2014/main" id="{5ACF8F47-F459-4EE8-AFFB-431D2346A884}"/>
              </a:ext>
            </a:extLst>
          </p:cNvPr>
          <p:cNvSpPr>
            <a:spLocks xmlns:a="http://schemas.openxmlformats.org/drawingml/2006/main" noGrp="1"/>
          </p:cNvSpPr>
          <p:nvPr/>
        </p:nvSpPr>
        <p:spPr>
          <a:xfrm xmlns:a="http://schemas.openxmlformats.org/drawingml/2006/main">
            <a:off x="685800" y="5600700"/>
            <a:ext cx="108204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050" b="0" i="0">
                <a:solidFill>
                  <a:srgbClr val="64748B"/>
                </a:solidFill>
                <a:latin typeface="Microsoft YaHei"/>
                <a:ea typeface="Microsoft YaHei"/>
                <a:cs typeface="Microsoft YaHei"/>
              </a:defRPr>
            </a:pPr>
            <a:r>
              <a:rPr sz="1275" b="0" i="0">
                <a:solidFill>
                  <a:srgbClr val="667085"/>
                </a:solidFill>
                <a:latin typeface="Microsoft YaHei"/>
                <a:ea typeface="Microsoft YaHei"/>
                <a:cs typeface="Microsoft YaHei"/>
              </a:rPr>
              <a:t>办公价值：减少重复搬运，同时保留来源、授权、过程与责任边界</a:t>
            </a:r>
          </a:p>
        </p:txBody>
      </p:sp>
      <p:sp>
        <p:nvSpPr>
          <p:cNvPr id="22" name="">
            <a:extLst xmlns:a="http://schemas.openxmlformats.org/drawingml/2006/main">
              <a:ext uri="{FF2B5EF4-FFF2-40B4-BE49-F238E27FC236}">
                <a16:creationId xmlns:a16="http://schemas.microsoft.com/office/drawing/2014/main" id="{7CA2238B-6981-4EEF-9644-CAB79A1ED2D3}"/>
              </a:ext>
            </a:extLst>
          </p:cNvPr>
          <p:cNvSpPr>
            <a:spLocks xmlns:a="http://schemas.openxmlformats.org/drawingml/2006/main" noGrp="1"/>
          </p:cNvSpPr>
          <p:nvPr/>
        </p:nvSpPr>
        <p:spPr>
          <a:xfrm xmlns:a="http://schemas.openxmlformats.org/drawingml/2006/main">
            <a:off x="685800" y="6496050"/>
            <a:ext cx="10820400" cy="9525"/>
          </a:xfrm>
          <a:prstGeom xmlns:a="http://schemas.openxmlformats.org/drawingml/2006/main" prst="rect">
            <a:avLst/>
          </a:prstGeom>
          <a:solidFill xmlns:a="http://schemas.openxmlformats.org/drawingml/2006/main">
            <a:srgbClr val="DCE3EC"/>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4EEEB512-B61D-4234-BF5B-E7FCE68FD363}"/>
              </a:ext>
            </a:extLst>
          </p:cNvPr>
          <p:cNvSpPr>
            <a:spLocks xmlns:a="http://schemas.openxmlformats.org/drawingml/2006/main" noGrp="1"/>
          </p:cNvSpPr>
          <p:nvPr/>
        </p:nvSpPr>
        <p:spPr>
          <a:xfrm xmlns:a="http://schemas.openxmlformats.org/drawingml/2006/main">
            <a:off x="685800" y="6553200"/>
            <a:ext cx="476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975" b="0" i="0">
                <a:solidFill>
                  <a:srgbClr val="98A2B3"/>
                </a:solidFill>
                <a:latin typeface="Microsoft YaHei"/>
                <a:ea typeface="Microsoft YaHei"/>
                <a:cs typeface="Microsoft YaHei"/>
              </a:defRPr>
            </a:pPr>
            <a:r>
              <a:rPr sz="975" b="0" i="0">
                <a:solidFill>
                  <a:srgbClr val="98A2B3"/>
                </a:solidFill>
                <a:latin typeface="Microsoft YaHei"/>
                <a:ea typeface="Microsoft YaHei"/>
                <a:cs typeface="Microsoft YaHei"/>
              </a:rPr>
              <a:t>Blocky Studio · Agent 搭建教育</a:t>
            </a:r>
          </a:p>
        </p:txBody>
      </p:sp>
      <p:sp>
        <p:nvSpPr>
          <p:cNvPr id="24" name="">
            <a:extLst xmlns:a="http://schemas.openxmlformats.org/drawingml/2006/main">
              <a:ext uri="{FF2B5EF4-FFF2-40B4-BE49-F238E27FC236}">
                <a16:creationId xmlns:a16="http://schemas.microsoft.com/office/drawing/2014/main" id="{F36BBFE9-8C7C-4891-A36F-ED778245CE43}"/>
              </a:ext>
            </a:extLst>
          </p:cNvPr>
          <p:cNvSpPr>
            <a:spLocks xmlns:a="http://schemas.openxmlformats.org/drawingml/2006/main" noGrp="1"/>
          </p:cNvSpPr>
          <p:nvPr/>
        </p:nvSpPr>
        <p:spPr>
          <a:xfrm xmlns:a="http://schemas.openxmlformats.org/drawingml/2006/main">
            <a:off x="10953750" y="6553200"/>
            <a:ext cx="552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975" b="0" i="0">
                <a:solidFill>
                  <a:srgbClr val="98A2B3"/>
                </a:solidFill>
                <a:latin typeface="Microsoft YaHei"/>
                <a:ea typeface="Microsoft YaHei"/>
                <a:cs typeface="Microsoft YaHei"/>
              </a:defRPr>
            </a:pPr>
            <a:r>
              <a:rPr sz="975" b="0" i="0">
                <a:solidFill>
                  <a:srgbClr val="98A2B3"/>
                </a:solidFill>
                <a:latin typeface="Microsoft YaHei"/>
                <a:ea typeface="Microsoft YaHei"/>
                <a:cs typeface="Microsoft YaHei"/>
              </a:rPr>
              <a:t>12</a:t>
            </a:r>
          </a:p>
        </p:txBody>
      </p:sp>
      <p:sp>
        <p:nvSpPr>
          <p:cNvPr id="26" name="compat-card-fill-1-1">
            <a:extLst xmlns:a="http://schemas.openxmlformats.org/drawingml/2006/main">
              <a:ext uri="{FF2B5EF4-FFF2-40B4-BE49-F238E27FC236}">
                <a16:creationId xmlns:a16="http://schemas.microsoft.com/office/drawing/2014/main" id="{F69DB481-5385-40C6-8BEA-8619F0A3E72B}"/>
              </a:ext>
            </a:extLst>
          </p:cNvPr>
          <p:cNvSpPr>
            <a:spLocks xmlns:a="http://schemas.openxmlformats.org/drawingml/2006/main" noGrp="1"/>
          </p:cNvSpPr>
          <p:nvPr/>
        </p:nvSpPr>
        <p:spPr>
          <a:xfrm xmlns:a="http://schemas.openxmlformats.org/drawingml/2006/main">
            <a:off x="895350" y="2133600"/>
            <a:ext cx="3162300" cy="381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7" name="compat-card-fill-1-2">
            <a:extLst xmlns:a="http://schemas.openxmlformats.org/drawingml/2006/main">
              <a:ext uri="{FF2B5EF4-FFF2-40B4-BE49-F238E27FC236}">
                <a16:creationId xmlns:a16="http://schemas.microsoft.com/office/drawing/2014/main" id="{E4EF5A44-61F6-43D8-A716-C98483ED0778}"/>
              </a:ext>
            </a:extLst>
          </p:cNvPr>
          <p:cNvSpPr>
            <a:spLocks xmlns:a="http://schemas.openxmlformats.org/drawingml/2006/main" noGrp="1"/>
          </p:cNvSpPr>
          <p:nvPr/>
        </p:nvSpPr>
        <p:spPr>
          <a:xfrm xmlns:a="http://schemas.openxmlformats.org/drawingml/2006/main">
            <a:off x="895350" y="2514600"/>
            <a:ext cx="3162300" cy="381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8" name="compat-card-fill-1-3">
            <a:extLst xmlns:a="http://schemas.openxmlformats.org/drawingml/2006/main">
              <a:ext uri="{FF2B5EF4-FFF2-40B4-BE49-F238E27FC236}">
                <a16:creationId xmlns:a16="http://schemas.microsoft.com/office/drawing/2014/main" id="{2D5C7F0A-2376-4FCC-B006-D475EB4611E7}"/>
              </a:ext>
            </a:extLst>
          </p:cNvPr>
          <p:cNvSpPr>
            <a:spLocks xmlns:a="http://schemas.openxmlformats.org/drawingml/2006/main" noGrp="1"/>
          </p:cNvSpPr>
          <p:nvPr/>
        </p:nvSpPr>
        <p:spPr>
          <a:xfrm xmlns:a="http://schemas.openxmlformats.org/drawingml/2006/main">
            <a:off x="895350" y="2895600"/>
            <a:ext cx="3162300" cy="4762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9" name="compat-card-1">
            <a:extLst xmlns:a="http://schemas.openxmlformats.org/drawingml/2006/main">
              <a:ext uri="{FF2B5EF4-FFF2-40B4-BE49-F238E27FC236}">
                <a16:creationId xmlns:a16="http://schemas.microsoft.com/office/drawing/2014/main" id="{6C151DE4-71A9-4FA2-9A44-BC594719616F}"/>
              </a:ext>
            </a:extLst>
          </p:cNvPr>
          <p:cNvSpPr>
            <a:spLocks xmlns:a="http://schemas.openxmlformats.org/drawingml/2006/main" noGrp="1"/>
          </p:cNvSpPr>
          <p:nvPr/>
        </p:nvSpPr>
        <p:spPr>
          <a:xfrm xmlns:a="http://schemas.openxmlformats.org/drawingml/2006/main">
            <a:off x="838200" y="2076450"/>
            <a:ext cx="3276600" cy="1352550"/>
          </a:xfrm>
          <a:prstGeom xmlns:a="http://schemas.openxmlformats.org/drawingml/2006/main" prst="roundRect">
            <a:avLst>
              <a:gd name="adj" fmla="val 5634"/>
            </a:avLst>
          </a:prstGeom>
          <a:noFill xmlns:a="http://schemas.openxmlformats.org/drawingml/2006/main"/>
          <a:ln xmlns:a="http://schemas.openxmlformats.org/drawingml/2006/main" w="9525">
            <a:solidFill>
              <a:srgbClr val="DDE7F5"/>
            </a:solidFill>
            <a:prstDash val="solid"/>
          </a:ln>
        </p:spPr>
      </p:sp>
      <p:sp>
        <p:nvSpPr>
          <p:cNvPr id="30" name="compat-accent-1">
            <a:extLst xmlns:a="http://schemas.openxmlformats.org/drawingml/2006/main">
              <a:ext uri="{FF2B5EF4-FFF2-40B4-BE49-F238E27FC236}">
                <a16:creationId xmlns:a16="http://schemas.microsoft.com/office/drawing/2014/main" id="{4A5AF1A7-B885-4B88-B017-97B67775F82B}"/>
              </a:ext>
            </a:extLst>
          </p:cNvPr>
          <p:cNvSpPr>
            <a:spLocks xmlns:a="http://schemas.openxmlformats.org/drawingml/2006/main" noGrp="1"/>
          </p:cNvSpPr>
          <p:nvPr/>
        </p:nvSpPr>
        <p:spPr>
          <a:xfrm xmlns:a="http://schemas.openxmlformats.org/drawingml/2006/main">
            <a:off x="838200" y="2228850"/>
            <a:ext cx="47625" cy="1047750"/>
          </a:xfrm>
          <a:prstGeom xmlns:a="http://schemas.openxmlformats.org/drawingml/2006/main" prst="rect">
            <a:avLst/>
          </a:prstGeom>
          <a:solidFill xmlns:a="http://schemas.openxmlformats.org/drawingml/2006/main">
            <a:srgbClr val="176BFF"/>
          </a:solidFill>
          <a:ln xmlns:a="http://schemas.openxmlformats.org/drawingml/2006/main" w="0">
            <a:noFill/>
            <a:prstDash val="solid"/>
          </a:ln>
        </p:spPr>
      </p:sp>
      <p:sp>
        <p:nvSpPr>
          <p:cNvPr id="31" name="compat-title-1">
            <a:extLst xmlns:a="http://schemas.openxmlformats.org/drawingml/2006/main">
              <a:ext uri="{FF2B5EF4-FFF2-40B4-BE49-F238E27FC236}">
                <a16:creationId xmlns:a16="http://schemas.microsoft.com/office/drawing/2014/main" id="{34755EBE-93F0-4137-A1C0-A92B874AF4D1}"/>
              </a:ext>
            </a:extLst>
          </p:cNvPr>
          <p:cNvSpPr>
            <a:spLocks xmlns:a="http://schemas.openxmlformats.org/drawingml/2006/main" noGrp="1"/>
          </p:cNvSpPr>
          <p:nvPr/>
        </p:nvSpPr>
        <p:spPr>
          <a:xfrm xmlns:a="http://schemas.openxmlformats.org/drawingml/2006/main">
            <a:off x="1066800" y="2247900"/>
            <a:ext cx="27813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200" b="1">
                <a:solidFill>
                  <a:srgbClr val="176BFF"/>
                </a:solidFill>
                <a:latin typeface="Microsoft YaHei"/>
                <a:ea typeface="Microsoft YaHei"/>
                <a:cs typeface="Microsoft YaHei"/>
              </a:defRPr>
            </a:pPr>
            <a:r>
              <a:rPr sz="1200" b="1">
                <a:solidFill>
                  <a:srgbClr val="176BFF"/>
                </a:solidFill>
                <a:latin typeface="Microsoft YaHei"/>
                <a:ea typeface="Microsoft YaHei"/>
                <a:cs typeface="Microsoft YaHei"/>
              </a:rPr>
              <a:t>资料问答与报告</a:t>
            </a:r>
          </a:p>
        </p:txBody>
      </p:sp>
      <p:sp>
        <p:nvSpPr>
          <p:cNvPr id="32" name="compat-name-1">
            <a:extLst xmlns:a="http://schemas.openxmlformats.org/drawingml/2006/main">
              <a:ext uri="{FF2B5EF4-FFF2-40B4-BE49-F238E27FC236}">
                <a16:creationId xmlns:a16="http://schemas.microsoft.com/office/drawing/2014/main" id="{7B4D9A5C-E768-4DC4-A8BF-A0C0D3177F91}"/>
              </a:ext>
            </a:extLst>
          </p:cNvPr>
          <p:cNvSpPr>
            <a:spLocks xmlns:a="http://schemas.openxmlformats.org/drawingml/2006/main" noGrp="1"/>
          </p:cNvSpPr>
          <p:nvPr/>
        </p:nvSpPr>
        <p:spPr>
          <a:xfrm xmlns:a="http://schemas.openxmlformats.org/drawingml/2006/main">
            <a:off x="1066800" y="2533650"/>
            <a:ext cx="27813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950" b="1">
                <a:solidFill>
                  <a:srgbClr val="111827"/>
                </a:solidFill>
                <a:latin typeface="Microsoft YaHei"/>
                <a:ea typeface="Microsoft YaHei"/>
                <a:cs typeface="Microsoft YaHei"/>
              </a:defRPr>
            </a:pPr>
            <a:r>
              <a:rPr sz="1950" b="1">
                <a:solidFill>
                  <a:srgbClr val="111827"/>
                </a:solidFill>
                <a:latin typeface="Microsoft YaHei"/>
                <a:ea typeface="Microsoft YaHei"/>
                <a:cs typeface="Microsoft YaHei"/>
              </a:rPr>
              <a:t>带引用回答</a:t>
            </a:r>
          </a:p>
        </p:txBody>
      </p:sp>
      <p:sp>
        <p:nvSpPr>
          <p:cNvPr id="33" name="compat-desc-1">
            <a:extLst xmlns:a="http://schemas.openxmlformats.org/drawingml/2006/main">
              <a:ext uri="{FF2B5EF4-FFF2-40B4-BE49-F238E27FC236}">
                <a16:creationId xmlns:a16="http://schemas.microsoft.com/office/drawing/2014/main" id="{6EEF4EE7-6902-4F7D-979E-88501EA44802}"/>
              </a:ext>
            </a:extLst>
          </p:cNvPr>
          <p:cNvSpPr>
            <a:spLocks xmlns:a="http://schemas.openxmlformats.org/drawingml/2006/main" noGrp="1"/>
          </p:cNvSpPr>
          <p:nvPr/>
        </p:nvSpPr>
        <p:spPr>
          <a:xfrm xmlns:a="http://schemas.openxmlformats.org/drawingml/2006/main">
            <a:off x="1066800" y="2952750"/>
            <a:ext cx="28194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050">
                <a:solidFill>
                  <a:srgbClr val="64748B"/>
                </a:solidFill>
                <a:latin typeface="Microsoft YaHei"/>
                <a:ea typeface="Microsoft YaHei"/>
                <a:cs typeface="Microsoft YaHei"/>
              </a:defRPr>
            </a:pPr>
            <a:r>
              <a:rPr sz="1125" b="0">
                <a:solidFill>
                  <a:srgbClr val="667085"/>
                </a:solidFill>
                <a:latin typeface="Microsoft YaHei"/>
                <a:ea typeface="Microsoft YaHei"/>
                <a:cs typeface="Microsoft YaHei"/>
              </a:rPr>
              <a:t>摘要 / 周报 / 研究整理</a:t>
            </a:r>
          </a:p>
        </p:txBody>
      </p:sp>
      <p:sp>
        <p:nvSpPr>
          <p:cNvPr id="34" name="compat-card-fill-2-1">
            <a:extLst xmlns:a="http://schemas.openxmlformats.org/drawingml/2006/main">
              <a:ext uri="{FF2B5EF4-FFF2-40B4-BE49-F238E27FC236}">
                <a16:creationId xmlns:a16="http://schemas.microsoft.com/office/drawing/2014/main" id="{6678D41D-B7A4-47ED-A705-BC8B0F76C6AB}"/>
              </a:ext>
            </a:extLst>
          </p:cNvPr>
          <p:cNvSpPr>
            <a:spLocks xmlns:a="http://schemas.openxmlformats.org/drawingml/2006/main" noGrp="1"/>
          </p:cNvSpPr>
          <p:nvPr/>
        </p:nvSpPr>
        <p:spPr>
          <a:xfrm xmlns:a="http://schemas.openxmlformats.org/drawingml/2006/main">
            <a:off x="4438650" y="2133600"/>
            <a:ext cx="3162300" cy="381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5" name="compat-card-fill-2-2">
            <a:extLst xmlns:a="http://schemas.openxmlformats.org/drawingml/2006/main">
              <a:ext uri="{FF2B5EF4-FFF2-40B4-BE49-F238E27FC236}">
                <a16:creationId xmlns:a16="http://schemas.microsoft.com/office/drawing/2014/main" id="{AF7B2C68-02AD-4AB9-9093-19F05DEF1A4B}"/>
              </a:ext>
            </a:extLst>
          </p:cNvPr>
          <p:cNvSpPr>
            <a:spLocks xmlns:a="http://schemas.openxmlformats.org/drawingml/2006/main" noGrp="1"/>
          </p:cNvSpPr>
          <p:nvPr/>
        </p:nvSpPr>
        <p:spPr>
          <a:xfrm xmlns:a="http://schemas.openxmlformats.org/drawingml/2006/main">
            <a:off x="4438650" y="2514600"/>
            <a:ext cx="3162300" cy="381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6" name="compat-card-fill-2-3">
            <a:extLst xmlns:a="http://schemas.openxmlformats.org/drawingml/2006/main">
              <a:ext uri="{FF2B5EF4-FFF2-40B4-BE49-F238E27FC236}">
                <a16:creationId xmlns:a16="http://schemas.microsoft.com/office/drawing/2014/main" id="{E3636D79-096C-47D6-B78F-E30DAF504A34}"/>
              </a:ext>
            </a:extLst>
          </p:cNvPr>
          <p:cNvSpPr>
            <a:spLocks xmlns:a="http://schemas.openxmlformats.org/drawingml/2006/main" noGrp="1"/>
          </p:cNvSpPr>
          <p:nvPr/>
        </p:nvSpPr>
        <p:spPr>
          <a:xfrm xmlns:a="http://schemas.openxmlformats.org/drawingml/2006/main">
            <a:off x="4438650" y="2895600"/>
            <a:ext cx="3162300" cy="4762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7" name="compat-card-2">
            <a:extLst xmlns:a="http://schemas.openxmlformats.org/drawingml/2006/main">
              <a:ext uri="{FF2B5EF4-FFF2-40B4-BE49-F238E27FC236}">
                <a16:creationId xmlns:a16="http://schemas.microsoft.com/office/drawing/2014/main" id="{59DCAF35-0EEB-4DA4-B734-CCF9E9C4CFF7}"/>
              </a:ext>
            </a:extLst>
          </p:cNvPr>
          <p:cNvSpPr>
            <a:spLocks xmlns:a="http://schemas.openxmlformats.org/drawingml/2006/main" noGrp="1"/>
          </p:cNvSpPr>
          <p:nvPr/>
        </p:nvSpPr>
        <p:spPr>
          <a:xfrm xmlns:a="http://schemas.openxmlformats.org/drawingml/2006/main">
            <a:off x="4381500" y="2076450"/>
            <a:ext cx="3276600" cy="1352550"/>
          </a:xfrm>
          <a:prstGeom xmlns:a="http://schemas.openxmlformats.org/drawingml/2006/main" prst="roundRect">
            <a:avLst>
              <a:gd name="adj" fmla="val 5634"/>
            </a:avLst>
          </a:prstGeom>
          <a:noFill xmlns:a="http://schemas.openxmlformats.org/drawingml/2006/main"/>
          <a:ln xmlns:a="http://schemas.openxmlformats.org/drawingml/2006/main" w="9525">
            <a:solidFill>
              <a:srgbClr val="DDE7F5"/>
            </a:solidFill>
            <a:prstDash val="solid"/>
          </a:ln>
        </p:spPr>
      </p:sp>
      <p:sp>
        <p:nvSpPr>
          <p:cNvPr id="38" name="compat-accent-2">
            <a:extLst xmlns:a="http://schemas.openxmlformats.org/drawingml/2006/main">
              <a:ext uri="{FF2B5EF4-FFF2-40B4-BE49-F238E27FC236}">
                <a16:creationId xmlns:a16="http://schemas.microsoft.com/office/drawing/2014/main" id="{6D379EDB-817E-4F0B-91DB-DF83E8488E25}"/>
              </a:ext>
            </a:extLst>
          </p:cNvPr>
          <p:cNvSpPr>
            <a:spLocks xmlns:a="http://schemas.openxmlformats.org/drawingml/2006/main" noGrp="1"/>
          </p:cNvSpPr>
          <p:nvPr/>
        </p:nvSpPr>
        <p:spPr>
          <a:xfrm xmlns:a="http://schemas.openxmlformats.org/drawingml/2006/main">
            <a:off x="4381500" y="2228850"/>
            <a:ext cx="47625" cy="1047750"/>
          </a:xfrm>
          <a:prstGeom xmlns:a="http://schemas.openxmlformats.org/drawingml/2006/main" prst="rect">
            <a:avLst/>
          </a:prstGeom>
          <a:solidFill xmlns:a="http://schemas.openxmlformats.org/drawingml/2006/main">
            <a:srgbClr val="176BFF"/>
          </a:solidFill>
          <a:ln xmlns:a="http://schemas.openxmlformats.org/drawingml/2006/main" w="0">
            <a:noFill/>
            <a:prstDash val="solid"/>
          </a:ln>
        </p:spPr>
      </p:sp>
      <p:sp>
        <p:nvSpPr>
          <p:cNvPr id="39" name="compat-title-2">
            <a:extLst xmlns:a="http://schemas.openxmlformats.org/drawingml/2006/main">
              <a:ext uri="{FF2B5EF4-FFF2-40B4-BE49-F238E27FC236}">
                <a16:creationId xmlns:a16="http://schemas.microsoft.com/office/drawing/2014/main" id="{E6BC2108-034B-409A-ABE7-485519372F2C}"/>
              </a:ext>
            </a:extLst>
          </p:cNvPr>
          <p:cNvSpPr>
            <a:spLocks xmlns:a="http://schemas.openxmlformats.org/drawingml/2006/main" noGrp="1"/>
          </p:cNvSpPr>
          <p:nvPr/>
        </p:nvSpPr>
        <p:spPr>
          <a:xfrm xmlns:a="http://schemas.openxmlformats.org/drawingml/2006/main">
            <a:off x="4610100" y="2247900"/>
            <a:ext cx="27813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200" b="1">
                <a:solidFill>
                  <a:srgbClr val="176BFF"/>
                </a:solidFill>
                <a:latin typeface="Microsoft YaHei"/>
                <a:ea typeface="Microsoft YaHei"/>
                <a:cs typeface="Microsoft YaHei"/>
              </a:defRPr>
            </a:pPr>
            <a:r>
              <a:rPr sz="1200" b="1">
                <a:solidFill>
                  <a:srgbClr val="176BFF"/>
                </a:solidFill>
                <a:latin typeface="Microsoft YaHei"/>
                <a:ea typeface="Microsoft YaHei"/>
                <a:cs typeface="Microsoft YaHei"/>
              </a:rPr>
              <a:t>表格清洗与汇总</a:t>
            </a:r>
          </a:p>
        </p:txBody>
      </p:sp>
      <p:sp>
        <p:nvSpPr>
          <p:cNvPr id="40" name="compat-name-2">
            <a:extLst xmlns:a="http://schemas.openxmlformats.org/drawingml/2006/main">
              <a:ext uri="{FF2B5EF4-FFF2-40B4-BE49-F238E27FC236}">
                <a16:creationId xmlns:a16="http://schemas.microsoft.com/office/drawing/2014/main" id="{53F45C2E-A901-407B-AAAB-6E9BA20F451C}"/>
              </a:ext>
            </a:extLst>
          </p:cNvPr>
          <p:cNvSpPr>
            <a:spLocks xmlns:a="http://schemas.openxmlformats.org/drawingml/2006/main" noGrp="1"/>
          </p:cNvSpPr>
          <p:nvPr/>
        </p:nvSpPr>
        <p:spPr>
          <a:xfrm xmlns:a="http://schemas.openxmlformats.org/drawingml/2006/main">
            <a:off x="4610100" y="2533650"/>
            <a:ext cx="27813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950" b="1">
                <a:solidFill>
                  <a:srgbClr val="111827"/>
                </a:solidFill>
                <a:latin typeface="Microsoft YaHei"/>
                <a:ea typeface="Microsoft YaHei"/>
                <a:cs typeface="Microsoft YaHei"/>
              </a:defRPr>
            </a:pPr>
            <a:r>
              <a:rPr sz="1950" b="1">
                <a:solidFill>
                  <a:srgbClr val="111827"/>
                </a:solidFill>
                <a:latin typeface="Microsoft YaHei"/>
                <a:ea typeface="Microsoft YaHei"/>
                <a:cs typeface="Microsoft YaHei"/>
              </a:rPr>
              <a:t>Excel / CSV</a:t>
            </a:r>
          </a:p>
        </p:txBody>
      </p:sp>
      <p:sp>
        <p:nvSpPr>
          <p:cNvPr id="41" name="compat-desc-2">
            <a:extLst xmlns:a="http://schemas.openxmlformats.org/drawingml/2006/main">
              <a:ext uri="{FF2B5EF4-FFF2-40B4-BE49-F238E27FC236}">
                <a16:creationId xmlns:a16="http://schemas.microsoft.com/office/drawing/2014/main" id="{7857053F-D439-4C53-B6DB-03E22CF16485}"/>
              </a:ext>
            </a:extLst>
          </p:cNvPr>
          <p:cNvSpPr>
            <a:spLocks xmlns:a="http://schemas.openxmlformats.org/drawingml/2006/main" noGrp="1"/>
          </p:cNvSpPr>
          <p:nvPr/>
        </p:nvSpPr>
        <p:spPr>
          <a:xfrm xmlns:a="http://schemas.openxmlformats.org/drawingml/2006/main">
            <a:off x="4610100" y="2952750"/>
            <a:ext cx="28194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050">
                <a:solidFill>
                  <a:srgbClr val="64748B"/>
                </a:solidFill>
                <a:latin typeface="Microsoft YaHei"/>
                <a:ea typeface="Microsoft YaHei"/>
                <a:cs typeface="Microsoft YaHei"/>
              </a:defRPr>
            </a:pPr>
            <a:r>
              <a:rPr sz="1125" b="0">
                <a:solidFill>
                  <a:srgbClr val="667085"/>
                </a:solidFill>
                <a:latin typeface="Microsoft YaHei"/>
                <a:ea typeface="Microsoft YaHei"/>
                <a:cs typeface="Microsoft YaHei"/>
              </a:rPr>
              <a:t>去重 / 对账 / 指标回填</a:t>
            </a:r>
          </a:p>
        </p:txBody>
      </p:sp>
      <p:sp>
        <p:nvSpPr>
          <p:cNvPr id="42" name="compat-card-fill-3-1">
            <a:extLst xmlns:a="http://schemas.openxmlformats.org/drawingml/2006/main">
              <a:ext uri="{FF2B5EF4-FFF2-40B4-BE49-F238E27FC236}">
                <a16:creationId xmlns:a16="http://schemas.microsoft.com/office/drawing/2014/main" id="{D02C6BBE-B855-49E3-9FFF-F9AAB4710C1E}"/>
              </a:ext>
            </a:extLst>
          </p:cNvPr>
          <p:cNvSpPr>
            <a:spLocks xmlns:a="http://schemas.openxmlformats.org/drawingml/2006/main" noGrp="1"/>
          </p:cNvSpPr>
          <p:nvPr/>
        </p:nvSpPr>
        <p:spPr>
          <a:xfrm xmlns:a="http://schemas.openxmlformats.org/drawingml/2006/main">
            <a:off x="7981950" y="2133600"/>
            <a:ext cx="3162300" cy="381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3" name="compat-card-fill-3-2">
            <a:extLst xmlns:a="http://schemas.openxmlformats.org/drawingml/2006/main">
              <a:ext uri="{FF2B5EF4-FFF2-40B4-BE49-F238E27FC236}">
                <a16:creationId xmlns:a16="http://schemas.microsoft.com/office/drawing/2014/main" id="{777F7FB1-AD1C-4E78-AC1C-0C013DEA09DB}"/>
              </a:ext>
            </a:extLst>
          </p:cNvPr>
          <p:cNvSpPr>
            <a:spLocks xmlns:a="http://schemas.openxmlformats.org/drawingml/2006/main" noGrp="1"/>
          </p:cNvSpPr>
          <p:nvPr/>
        </p:nvSpPr>
        <p:spPr>
          <a:xfrm xmlns:a="http://schemas.openxmlformats.org/drawingml/2006/main">
            <a:off x="7981950" y="2514600"/>
            <a:ext cx="3162300" cy="381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4" name="compat-card-fill-3-3">
            <a:extLst xmlns:a="http://schemas.openxmlformats.org/drawingml/2006/main">
              <a:ext uri="{FF2B5EF4-FFF2-40B4-BE49-F238E27FC236}">
                <a16:creationId xmlns:a16="http://schemas.microsoft.com/office/drawing/2014/main" id="{45AFEE63-5A0B-450B-8AC2-1BF30F6BF4B6}"/>
              </a:ext>
            </a:extLst>
          </p:cNvPr>
          <p:cNvSpPr>
            <a:spLocks xmlns:a="http://schemas.openxmlformats.org/drawingml/2006/main" noGrp="1"/>
          </p:cNvSpPr>
          <p:nvPr/>
        </p:nvSpPr>
        <p:spPr>
          <a:xfrm xmlns:a="http://schemas.openxmlformats.org/drawingml/2006/main">
            <a:off x="7981950" y="2895600"/>
            <a:ext cx="3162300" cy="4762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5" name="compat-card-3">
            <a:extLst xmlns:a="http://schemas.openxmlformats.org/drawingml/2006/main">
              <a:ext uri="{FF2B5EF4-FFF2-40B4-BE49-F238E27FC236}">
                <a16:creationId xmlns:a16="http://schemas.microsoft.com/office/drawing/2014/main" id="{EFD30262-A6C0-4D53-A7BF-1B52ACFE3797}"/>
              </a:ext>
            </a:extLst>
          </p:cNvPr>
          <p:cNvSpPr>
            <a:spLocks xmlns:a="http://schemas.openxmlformats.org/drawingml/2006/main" noGrp="1"/>
          </p:cNvSpPr>
          <p:nvPr/>
        </p:nvSpPr>
        <p:spPr>
          <a:xfrm xmlns:a="http://schemas.openxmlformats.org/drawingml/2006/main">
            <a:off x="7924800" y="2076450"/>
            <a:ext cx="3276600" cy="1352550"/>
          </a:xfrm>
          <a:prstGeom xmlns:a="http://schemas.openxmlformats.org/drawingml/2006/main" prst="roundRect">
            <a:avLst>
              <a:gd name="adj" fmla="val 5634"/>
            </a:avLst>
          </a:prstGeom>
          <a:noFill xmlns:a="http://schemas.openxmlformats.org/drawingml/2006/main"/>
          <a:ln xmlns:a="http://schemas.openxmlformats.org/drawingml/2006/main" w="9525">
            <a:solidFill>
              <a:srgbClr val="DDE7F5"/>
            </a:solidFill>
            <a:prstDash val="solid"/>
          </a:ln>
        </p:spPr>
      </p:sp>
      <p:sp>
        <p:nvSpPr>
          <p:cNvPr id="46" name="compat-accent-3">
            <a:extLst xmlns:a="http://schemas.openxmlformats.org/drawingml/2006/main">
              <a:ext uri="{FF2B5EF4-FFF2-40B4-BE49-F238E27FC236}">
                <a16:creationId xmlns:a16="http://schemas.microsoft.com/office/drawing/2014/main" id="{B425A560-FF61-42E2-8088-6874D276AB15}"/>
              </a:ext>
            </a:extLst>
          </p:cNvPr>
          <p:cNvSpPr>
            <a:spLocks xmlns:a="http://schemas.openxmlformats.org/drawingml/2006/main" noGrp="1"/>
          </p:cNvSpPr>
          <p:nvPr/>
        </p:nvSpPr>
        <p:spPr>
          <a:xfrm xmlns:a="http://schemas.openxmlformats.org/drawingml/2006/main">
            <a:off x="7924800" y="2228850"/>
            <a:ext cx="47625" cy="1047750"/>
          </a:xfrm>
          <a:prstGeom xmlns:a="http://schemas.openxmlformats.org/drawingml/2006/main" prst="rect">
            <a:avLst/>
          </a:prstGeom>
          <a:solidFill xmlns:a="http://schemas.openxmlformats.org/drawingml/2006/main">
            <a:srgbClr val="176BFF"/>
          </a:solidFill>
          <a:ln xmlns:a="http://schemas.openxmlformats.org/drawingml/2006/main" w="0">
            <a:noFill/>
            <a:prstDash val="solid"/>
          </a:ln>
        </p:spPr>
      </p:sp>
      <p:sp>
        <p:nvSpPr>
          <p:cNvPr id="47" name="compat-title-3">
            <a:extLst xmlns:a="http://schemas.openxmlformats.org/drawingml/2006/main">
              <a:ext uri="{FF2B5EF4-FFF2-40B4-BE49-F238E27FC236}">
                <a16:creationId xmlns:a16="http://schemas.microsoft.com/office/drawing/2014/main" id="{DE4D6871-BF98-4AEC-B845-AFDCEC1FCA89}"/>
              </a:ext>
            </a:extLst>
          </p:cNvPr>
          <p:cNvSpPr>
            <a:spLocks xmlns:a="http://schemas.openxmlformats.org/drawingml/2006/main" noGrp="1"/>
          </p:cNvSpPr>
          <p:nvPr/>
        </p:nvSpPr>
        <p:spPr>
          <a:xfrm xmlns:a="http://schemas.openxmlformats.org/drawingml/2006/main">
            <a:off x="8153400" y="2247900"/>
            <a:ext cx="27813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200" b="1">
                <a:solidFill>
                  <a:srgbClr val="176BFF"/>
                </a:solidFill>
                <a:latin typeface="Microsoft YaHei"/>
                <a:ea typeface="Microsoft YaHei"/>
                <a:cs typeface="Microsoft YaHei"/>
              </a:defRPr>
            </a:pPr>
            <a:r>
              <a:rPr sz="1200" b="1">
                <a:solidFill>
                  <a:srgbClr val="176BFF"/>
                </a:solidFill>
                <a:latin typeface="Microsoft YaHei"/>
                <a:ea typeface="Microsoft YaHei"/>
                <a:cs typeface="Microsoft YaHei"/>
              </a:rPr>
              <a:t>ERP / CRM 录入</a:t>
            </a:r>
          </a:p>
        </p:txBody>
      </p:sp>
      <p:sp>
        <p:nvSpPr>
          <p:cNvPr id="48" name="compat-name-3">
            <a:extLst xmlns:a="http://schemas.openxmlformats.org/drawingml/2006/main">
              <a:ext uri="{FF2B5EF4-FFF2-40B4-BE49-F238E27FC236}">
                <a16:creationId xmlns:a16="http://schemas.microsoft.com/office/drawing/2014/main" id="{DED0F3A4-98EC-4B28-99FD-5C1D27931BB8}"/>
              </a:ext>
            </a:extLst>
          </p:cNvPr>
          <p:cNvSpPr>
            <a:spLocks xmlns:a="http://schemas.openxmlformats.org/drawingml/2006/main" noGrp="1"/>
          </p:cNvSpPr>
          <p:nvPr/>
        </p:nvSpPr>
        <p:spPr>
          <a:xfrm xmlns:a="http://schemas.openxmlformats.org/drawingml/2006/main">
            <a:off x="8153400" y="2533650"/>
            <a:ext cx="27813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950" b="1">
                <a:solidFill>
                  <a:srgbClr val="111827"/>
                </a:solidFill>
                <a:latin typeface="Microsoft YaHei"/>
                <a:ea typeface="Microsoft YaHei"/>
                <a:cs typeface="Microsoft YaHei"/>
              </a:defRPr>
            </a:pPr>
            <a:r>
              <a:rPr sz="1950" b="1">
                <a:solidFill>
                  <a:srgbClr val="111827"/>
                </a:solidFill>
                <a:latin typeface="Microsoft YaHei"/>
                <a:ea typeface="Microsoft YaHei"/>
                <a:cs typeface="Microsoft YaHei"/>
              </a:rPr>
              <a:t>旧系统表单</a:t>
            </a:r>
          </a:p>
        </p:txBody>
      </p:sp>
      <p:sp>
        <p:nvSpPr>
          <p:cNvPr id="49" name="compat-desc-3">
            <a:extLst xmlns:a="http://schemas.openxmlformats.org/drawingml/2006/main">
              <a:ext uri="{FF2B5EF4-FFF2-40B4-BE49-F238E27FC236}">
                <a16:creationId xmlns:a16="http://schemas.microsoft.com/office/drawing/2014/main" id="{18FAF0F3-633A-440E-8341-7797379702B4}"/>
              </a:ext>
            </a:extLst>
          </p:cNvPr>
          <p:cNvSpPr>
            <a:spLocks xmlns:a="http://schemas.openxmlformats.org/drawingml/2006/main" noGrp="1"/>
          </p:cNvSpPr>
          <p:nvPr/>
        </p:nvSpPr>
        <p:spPr>
          <a:xfrm xmlns:a="http://schemas.openxmlformats.org/drawingml/2006/main">
            <a:off x="8153400" y="2952750"/>
            <a:ext cx="28194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050">
                <a:solidFill>
                  <a:srgbClr val="64748B"/>
                </a:solidFill>
                <a:latin typeface="Microsoft YaHei"/>
                <a:ea typeface="Microsoft YaHei"/>
                <a:cs typeface="Microsoft YaHei"/>
              </a:defRPr>
            </a:pPr>
            <a:r>
              <a:rPr sz="1125" b="0">
                <a:solidFill>
                  <a:srgbClr val="667085"/>
                </a:solidFill>
                <a:latin typeface="Microsoft YaHei"/>
                <a:ea typeface="Microsoft YaHei"/>
                <a:cs typeface="Microsoft YaHei"/>
              </a:rPr>
              <a:t>字段映射 / 校验 / 失败定位</a:t>
            </a:r>
          </a:p>
        </p:txBody>
      </p:sp>
      <p:sp>
        <p:nvSpPr>
          <p:cNvPr id="50" name="compat-card-fill-4-1">
            <a:extLst xmlns:a="http://schemas.openxmlformats.org/drawingml/2006/main">
              <a:ext uri="{FF2B5EF4-FFF2-40B4-BE49-F238E27FC236}">
                <a16:creationId xmlns:a16="http://schemas.microsoft.com/office/drawing/2014/main" id="{E0562B3F-3B89-4B8F-A3C5-10385080D496}"/>
              </a:ext>
            </a:extLst>
          </p:cNvPr>
          <p:cNvSpPr>
            <a:spLocks xmlns:a="http://schemas.openxmlformats.org/drawingml/2006/main" noGrp="1"/>
          </p:cNvSpPr>
          <p:nvPr/>
        </p:nvSpPr>
        <p:spPr>
          <a:xfrm xmlns:a="http://schemas.openxmlformats.org/drawingml/2006/main">
            <a:off x="895350" y="3695700"/>
            <a:ext cx="3162300" cy="381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51" name="compat-card-fill-4-2">
            <a:extLst xmlns:a="http://schemas.openxmlformats.org/drawingml/2006/main">
              <a:ext uri="{FF2B5EF4-FFF2-40B4-BE49-F238E27FC236}">
                <a16:creationId xmlns:a16="http://schemas.microsoft.com/office/drawing/2014/main" id="{48C12C69-CFB1-4C46-BBD9-D4625CCBA581}"/>
              </a:ext>
            </a:extLst>
          </p:cNvPr>
          <p:cNvSpPr>
            <a:spLocks xmlns:a="http://schemas.openxmlformats.org/drawingml/2006/main" noGrp="1"/>
          </p:cNvSpPr>
          <p:nvPr/>
        </p:nvSpPr>
        <p:spPr>
          <a:xfrm xmlns:a="http://schemas.openxmlformats.org/drawingml/2006/main">
            <a:off x="895350" y="4076700"/>
            <a:ext cx="3162300" cy="381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52" name="compat-card-fill-4-3">
            <a:extLst xmlns:a="http://schemas.openxmlformats.org/drawingml/2006/main">
              <a:ext uri="{FF2B5EF4-FFF2-40B4-BE49-F238E27FC236}">
                <a16:creationId xmlns:a16="http://schemas.microsoft.com/office/drawing/2014/main" id="{B526D05E-C47D-49D2-A72B-7996334C26A3}"/>
              </a:ext>
            </a:extLst>
          </p:cNvPr>
          <p:cNvSpPr>
            <a:spLocks xmlns:a="http://schemas.openxmlformats.org/drawingml/2006/main" noGrp="1"/>
          </p:cNvSpPr>
          <p:nvPr/>
        </p:nvSpPr>
        <p:spPr>
          <a:xfrm xmlns:a="http://schemas.openxmlformats.org/drawingml/2006/main">
            <a:off x="895350" y="4457700"/>
            <a:ext cx="3162300" cy="4762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53" name="compat-card-4">
            <a:extLst xmlns:a="http://schemas.openxmlformats.org/drawingml/2006/main">
              <a:ext uri="{FF2B5EF4-FFF2-40B4-BE49-F238E27FC236}">
                <a16:creationId xmlns:a16="http://schemas.microsoft.com/office/drawing/2014/main" id="{78665501-39CF-43AB-A709-09CE61C4A59E}"/>
              </a:ext>
            </a:extLst>
          </p:cNvPr>
          <p:cNvSpPr>
            <a:spLocks xmlns:a="http://schemas.openxmlformats.org/drawingml/2006/main" noGrp="1"/>
          </p:cNvSpPr>
          <p:nvPr/>
        </p:nvSpPr>
        <p:spPr>
          <a:xfrm xmlns:a="http://schemas.openxmlformats.org/drawingml/2006/main">
            <a:off x="838200" y="3638550"/>
            <a:ext cx="3276600" cy="1352550"/>
          </a:xfrm>
          <a:prstGeom xmlns:a="http://schemas.openxmlformats.org/drawingml/2006/main" prst="roundRect">
            <a:avLst>
              <a:gd name="adj" fmla="val 5634"/>
            </a:avLst>
          </a:prstGeom>
          <a:noFill xmlns:a="http://schemas.openxmlformats.org/drawingml/2006/main"/>
          <a:ln xmlns:a="http://schemas.openxmlformats.org/drawingml/2006/main" w="9525">
            <a:solidFill>
              <a:srgbClr val="DDE7F5"/>
            </a:solidFill>
            <a:prstDash val="solid"/>
          </a:ln>
        </p:spPr>
      </p:sp>
      <p:sp>
        <p:nvSpPr>
          <p:cNvPr id="54" name="compat-accent-4">
            <a:extLst xmlns:a="http://schemas.openxmlformats.org/drawingml/2006/main">
              <a:ext uri="{FF2B5EF4-FFF2-40B4-BE49-F238E27FC236}">
                <a16:creationId xmlns:a16="http://schemas.microsoft.com/office/drawing/2014/main" id="{49B9AA27-CD03-495D-9699-BB6DE584A024}"/>
              </a:ext>
            </a:extLst>
          </p:cNvPr>
          <p:cNvSpPr>
            <a:spLocks xmlns:a="http://schemas.openxmlformats.org/drawingml/2006/main" noGrp="1"/>
          </p:cNvSpPr>
          <p:nvPr/>
        </p:nvSpPr>
        <p:spPr>
          <a:xfrm xmlns:a="http://schemas.openxmlformats.org/drawingml/2006/main">
            <a:off x="838200" y="3790950"/>
            <a:ext cx="47625" cy="1047750"/>
          </a:xfrm>
          <a:prstGeom xmlns:a="http://schemas.openxmlformats.org/drawingml/2006/main" prst="rect">
            <a:avLst/>
          </a:prstGeom>
          <a:solidFill xmlns:a="http://schemas.openxmlformats.org/drawingml/2006/main">
            <a:srgbClr val="176BFF"/>
          </a:solidFill>
          <a:ln xmlns:a="http://schemas.openxmlformats.org/drawingml/2006/main" w="0">
            <a:noFill/>
            <a:prstDash val="solid"/>
          </a:ln>
        </p:spPr>
      </p:sp>
      <p:sp>
        <p:nvSpPr>
          <p:cNvPr id="55" name="compat-title-4">
            <a:extLst xmlns:a="http://schemas.openxmlformats.org/drawingml/2006/main">
              <a:ext uri="{FF2B5EF4-FFF2-40B4-BE49-F238E27FC236}">
                <a16:creationId xmlns:a16="http://schemas.microsoft.com/office/drawing/2014/main" id="{D90E428E-D28E-44FA-B3D2-A6261DEF9547}"/>
              </a:ext>
            </a:extLst>
          </p:cNvPr>
          <p:cNvSpPr>
            <a:spLocks xmlns:a="http://schemas.openxmlformats.org/drawingml/2006/main" noGrp="1"/>
          </p:cNvSpPr>
          <p:nvPr/>
        </p:nvSpPr>
        <p:spPr>
          <a:xfrm xmlns:a="http://schemas.openxmlformats.org/drawingml/2006/main">
            <a:off x="1066800" y="3810000"/>
            <a:ext cx="27813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200" b="1">
                <a:solidFill>
                  <a:srgbClr val="176BFF"/>
                </a:solidFill>
                <a:latin typeface="Microsoft YaHei"/>
                <a:ea typeface="Microsoft YaHei"/>
                <a:cs typeface="Microsoft YaHei"/>
              </a:defRPr>
            </a:pPr>
            <a:r>
              <a:rPr sz="1200" b="1">
                <a:solidFill>
                  <a:srgbClr val="176BFF"/>
                </a:solidFill>
                <a:latin typeface="Microsoft YaHei"/>
                <a:ea typeface="Microsoft YaHei"/>
                <a:cs typeface="Microsoft YaHei"/>
              </a:rPr>
              <a:t>工单与客服协作</a:t>
            </a:r>
          </a:p>
        </p:txBody>
      </p:sp>
      <p:sp>
        <p:nvSpPr>
          <p:cNvPr id="56" name="compat-name-4">
            <a:extLst xmlns:a="http://schemas.openxmlformats.org/drawingml/2006/main">
              <a:ext uri="{FF2B5EF4-FFF2-40B4-BE49-F238E27FC236}">
                <a16:creationId xmlns:a16="http://schemas.microsoft.com/office/drawing/2014/main" id="{D67341F5-F649-4091-824C-34F94796A6D1}"/>
              </a:ext>
            </a:extLst>
          </p:cNvPr>
          <p:cNvSpPr>
            <a:spLocks xmlns:a="http://schemas.openxmlformats.org/drawingml/2006/main" noGrp="1"/>
          </p:cNvSpPr>
          <p:nvPr/>
        </p:nvSpPr>
        <p:spPr>
          <a:xfrm xmlns:a="http://schemas.openxmlformats.org/drawingml/2006/main">
            <a:off x="1066800" y="4095750"/>
            <a:ext cx="27813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950" b="1">
                <a:solidFill>
                  <a:srgbClr val="111827"/>
                </a:solidFill>
                <a:latin typeface="Microsoft YaHei"/>
                <a:ea typeface="Microsoft YaHei"/>
                <a:cs typeface="Microsoft YaHei"/>
              </a:defRPr>
            </a:pPr>
            <a:r>
              <a:rPr sz="1950" b="1">
                <a:solidFill>
                  <a:srgbClr val="111827"/>
                </a:solidFill>
                <a:latin typeface="Microsoft YaHei"/>
                <a:ea typeface="Microsoft YaHei"/>
                <a:cs typeface="Microsoft YaHei"/>
              </a:rPr>
              <a:t>知识 + 人工</a:t>
            </a:r>
          </a:p>
        </p:txBody>
      </p:sp>
      <p:sp>
        <p:nvSpPr>
          <p:cNvPr id="57" name="compat-desc-4">
            <a:extLst xmlns:a="http://schemas.openxmlformats.org/drawingml/2006/main">
              <a:ext uri="{FF2B5EF4-FFF2-40B4-BE49-F238E27FC236}">
                <a16:creationId xmlns:a16="http://schemas.microsoft.com/office/drawing/2014/main" id="{47CDDB18-5D86-4CBA-8410-B9E666436D93}"/>
              </a:ext>
            </a:extLst>
          </p:cNvPr>
          <p:cNvSpPr>
            <a:spLocks xmlns:a="http://schemas.openxmlformats.org/drawingml/2006/main" noGrp="1"/>
          </p:cNvSpPr>
          <p:nvPr/>
        </p:nvSpPr>
        <p:spPr>
          <a:xfrm xmlns:a="http://schemas.openxmlformats.org/drawingml/2006/main">
            <a:off x="1066800" y="4514850"/>
            <a:ext cx="28194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050">
                <a:solidFill>
                  <a:srgbClr val="64748B"/>
                </a:solidFill>
                <a:latin typeface="Microsoft YaHei"/>
                <a:ea typeface="Microsoft YaHei"/>
                <a:cs typeface="Microsoft YaHei"/>
              </a:defRPr>
            </a:pPr>
            <a:r>
              <a:rPr sz="1125" b="0">
                <a:solidFill>
                  <a:srgbClr val="667085"/>
                </a:solidFill>
                <a:latin typeface="Microsoft YaHei"/>
                <a:ea typeface="Microsoft YaHei"/>
                <a:cs typeface="Microsoft YaHei"/>
              </a:rPr>
              <a:t>归类 / 回复草稿 / 升级处理</a:t>
            </a:r>
          </a:p>
        </p:txBody>
      </p:sp>
      <p:sp>
        <p:nvSpPr>
          <p:cNvPr id="58" name="compat-card-fill-5-1">
            <a:extLst xmlns:a="http://schemas.openxmlformats.org/drawingml/2006/main">
              <a:ext uri="{FF2B5EF4-FFF2-40B4-BE49-F238E27FC236}">
                <a16:creationId xmlns:a16="http://schemas.microsoft.com/office/drawing/2014/main" id="{396A1AB6-3033-43F3-ACA5-9A38A7DB0437}"/>
              </a:ext>
            </a:extLst>
          </p:cNvPr>
          <p:cNvSpPr>
            <a:spLocks xmlns:a="http://schemas.openxmlformats.org/drawingml/2006/main" noGrp="1"/>
          </p:cNvSpPr>
          <p:nvPr/>
        </p:nvSpPr>
        <p:spPr>
          <a:xfrm xmlns:a="http://schemas.openxmlformats.org/drawingml/2006/main">
            <a:off x="4438650" y="3695700"/>
            <a:ext cx="3162300" cy="381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59" name="compat-card-fill-5-2">
            <a:extLst xmlns:a="http://schemas.openxmlformats.org/drawingml/2006/main">
              <a:ext uri="{FF2B5EF4-FFF2-40B4-BE49-F238E27FC236}">
                <a16:creationId xmlns:a16="http://schemas.microsoft.com/office/drawing/2014/main" id="{341658E3-D68B-4E28-80D8-EE43D6BFCBA3}"/>
              </a:ext>
            </a:extLst>
          </p:cNvPr>
          <p:cNvSpPr>
            <a:spLocks xmlns:a="http://schemas.openxmlformats.org/drawingml/2006/main" noGrp="1"/>
          </p:cNvSpPr>
          <p:nvPr/>
        </p:nvSpPr>
        <p:spPr>
          <a:xfrm xmlns:a="http://schemas.openxmlformats.org/drawingml/2006/main">
            <a:off x="4438650" y="4076700"/>
            <a:ext cx="3162300" cy="381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60" name="compat-card-fill-5-3">
            <a:extLst xmlns:a="http://schemas.openxmlformats.org/drawingml/2006/main">
              <a:ext uri="{FF2B5EF4-FFF2-40B4-BE49-F238E27FC236}">
                <a16:creationId xmlns:a16="http://schemas.microsoft.com/office/drawing/2014/main" id="{F78F7300-8212-4596-BBCE-56316A9D76A8}"/>
              </a:ext>
            </a:extLst>
          </p:cNvPr>
          <p:cNvSpPr>
            <a:spLocks xmlns:a="http://schemas.openxmlformats.org/drawingml/2006/main" noGrp="1"/>
          </p:cNvSpPr>
          <p:nvPr/>
        </p:nvSpPr>
        <p:spPr>
          <a:xfrm xmlns:a="http://schemas.openxmlformats.org/drawingml/2006/main">
            <a:off x="4438650" y="4457700"/>
            <a:ext cx="3162300" cy="4762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61" name="compat-card-5">
            <a:extLst xmlns:a="http://schemas.openxmlformats.org/drawingml/2006/main">
              <a:ext uri="{FF2B5EF4-FFF2-40B4-BE49-F238E27FC236}">
                <a16:creationId xmlns:a16="http://schemas.microsoft.com/office/drawing/2014/main" id="{9ADA23D9-4B4A-410F-95B5-E660DEDA7FBD}"/>
              </a:ext>
            </a:extLst>
          </p:cNvPr>
          <p:cNvSpPr>
            <a:spLocks xmlns:a="http://schemas.openxmlformats.org/drawingml/2006/main" noGrp="1"/>
          </p:cNvSpPr>
          <p:nvPr/>
        </p:nvSpPr>
        <p:spPr>
          <a:xfrm xmlns:a="http://schemas.openxmlformats.org/drawingml/2006/main">
            <a:off x="4381500" y="3638550"/>
            <a:ext cx="3276600" cy="1352550"/>
          </a:xfrm>
          <a:prstGeom xmlns:a="http://schemas.openxmlformats.org/drawingml/2006/main" prst="roundRect">
            <a:avLst>
              <a:gd name="adj" fmla="val 5634"/>
            </a:avLst>
          </a:prstGeom>
          <a:noFill xmlns:a="http://schemas.openxmlformats.org/drawingml/2006/main"/>
          <a:ln xmlns:a="http://schemas.openxmlformats.org/drawingml/2006/main" w="9525">
            <a:solidFill>
              <a:srgbClr val="DDE7F5"/>
            </a:solidFill>
            <a:prstDash val="solid"/>
          </a:ln>
        </p:spPr>
      </p:sp>
      <p:sp>
        <p:nvSpPr>
          <p:cNvPr id="62" name="compat-accent-5">
            <a:extLst xmlns:a="http://schemas.openxmlformats.org/drawingml/2006/main">
              <a:ext uri="{FF2B5EF4-FFF2-40B4-BE49-F238E27FC236}">
                <a16:creationId xmlns:a16="http://schemas.microsoft.com/office/drawing/2014/main" id="{211650E4-8E44-4E1D-B760-CDAD74E7CEF5}"/>
              </a:ext>
            </a:extLst>
          </p:cNvPr>
          <p:cNvSpPr>
            <a:spLocks xmlns:a="http://schemas.openxmlformats.org/drawingml/2006/main" noGrp="1"/>
          </p:cNvSpPr>
          <p:nvPr/>
        </p:nvSpPr>
        <p:spPr>
          <a:xfrm xmlns:a="http://schemas.openxmlformats.org/drawingml/2006/main">
            <a:off x="4381500" y="3790950"/>
            <a:ext cx="47625" cy="1047750"/>
          </a:xfrm>
          <a:prstGeom xmlns:a="http://schemas.openxmlformats.org/drawingml/2006/main" prst="rect">
            <a:avLst/>
          </a:prstGeom>
          <a:solidFill xmlns:a="http://schemas.openxmlformats.org/drawingml/2006/main">
            <a:srgbClr val="176BFF"/>
          </a:solidFill>
          <a:ln xmlns:a="http://schemas.openxmlformats.org/drawingml/2006/main" w="0">
            <a:noFill/>
            <a:prstDash val="solid"/>
          </a:ln>
        </p:spPr>
      </p:sp>
      <p:sp>
        <p:nvSpPr>
          <p:cNvPr id="63" name="compat-title-5">
            <a:extLst xmlns:a="http://schemas.openxmlformats.org/drawingml/2006/main">
              <a:ext uri="{FF2B5EF4-FFF2-40B4-BE49-F238E27FC236}">
                <a16:creationId xmlns:a16="http://schemas.microsoft.com/office/drawing/2014/main" id="{8E1DBBC4-BF46-47E4-A7DB-7D88F6BF0B25}"/>
              </a:ext>
            </a:extLst>
          </p:cNvPr>
          <p:cNvSpPr>
            <a:spLocks xmlns:a="http://schemas.openxmlformats.org/drawingml/2006/main" noGrp="1"/>
          </p:cNvSpPr>
          <p:nvPr/>
        </p:nvSpPr>
        <p:spPr>
          <a:xfrm xmlns:a="http://schemas.openxmlformats.org/drawingml/2006/main">
            <a:off x="4610100" y="3810000"/>
            <a:ext cx="27813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200" b="1">
                <a:solidFill>
                  <a:srgbClr val="176BFF"/>
                </a:solidFill>
                <a:latin typeface="Microsoft YaHei"/>
                <a:ea typeface="Microsoft YaHei"/>
                <a:cs typeface="Microsoft YaHei"/>
              </a:defRPr>
            </a:pPr>
            <a:r>
              <a:rPr sz="1200" b="1">
                <a:solidFill>
                  <a:srgbClr val="176BFF"/>
                </a:solidFill>
                <a:latin typeface="Microsoft YaHei"/>
                <a:ea typeface="Microsoft YaHei"/>
                <a:cs typeface="Microsoft YaHei"/>
              </a:rPr>
              <a:t>跨系统数据搬运</a:t>
            </a:r>
          </a:p>
        </p:txBody>
      </p:sp>
      <p:sp>
        <p:nvSpPr>
          <p:cNvPr id="64" name="compat-name-5">
            <a:extLst xmlns:a="http://schemas.openxmlformats.org/drawingml/2006/main">
              <a:ext uri="{FF2B5EF4-FFF2-40B4-BE49-F238E27FC236}">
                <a16:creationId xmlns:a16="http://schemas.microsoft.com/office/drawing/2014/main" id="{B47D0A35-7660-433A-889E-BA518CAD734D}"/>
              </a:ext>
            </a:extLst>
          </p:cNvPr>
          <p:cNvSpPr>
            <a:spLocks xmlns:a="http://schemas.openxmlformats.org/drawingml/2006/main" noGrp="1"/>
          </p:cNvSpPr>
          <p:nvPr/>
        </p:nvSpPr>
        <p:spPr>
          <a:xfrm xmlns:a="http://schemas.openxmlformats.org/drawingml/2006/main">
            <a:off x="4610100" y="4095750"/>
            <a:ext cx="27813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950" b="1">
                <a:solidFill>
                  <a:srgbClr val="111827"/>
                </a:solidFill>
                <a:latin typeface="Microsoft YaHei"/>
                <a:ea typeface="Microsoft YaHei"/>
                <a:cs typeface="Microsoft YaHei"/>
              </a:defRPr>
            </a:pPr>
            <a:r>
              <a:rPr sz="1950" b="1">
                <a:solidFill>
                  <a:srgbClr val="111827"/>
                </a:solidFill>
                <a:latin typeface="Microsoft YaHei"/>
                <a:ea typeface="Microsoft YaHei"/>
                <a:cs typeface="Microsoft YaHei"/>
              </a:rPr>
              <a:t>浏览器 ↔ 桌面</a:t>
            </a:r>
          </a:p>
        </p:txBody>
      </p:sp>
      <p:sp>
        <p:nvSpPr>
          <p:cNvPr id="65" name="compat-desc-5">
            <a:extLst xmlns:a="http://schemas.openxmlformats.org/drawingml/2006/main">
              <a:ext uri="{FF2B5EF4-FFF2-40B4-BE49-F238E27FC236}">
                <a16:creationId xmlns:a16="http://schemas.microsoft.com/office/drawing/2014/main" id="{31B375FF-D546-47FA-A589-63E7B6D57B05}"/>
              </a:ext>
            </a:extLst>
          </p:cNvPr>
          <p:cNvSpPr>
            <a:spLocks xmlns:a="http://schemas.openxmlformats.org/drawingml/2006/main" noGrp="1"/>
          </p:cNvSpPr>
          <p:nvPr/>
        </p:nvSpPr>
        <p:spPr>
          <a:xfrm xmlns:a="http://schemas.openxmlformats.org/drawingml/2006/main">
            <a:off x="4610100" y="4514850"/>
            <a:ext cx="28194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050">
                <a:solidFill>
                  <a:srgbClr val="64748B"/>
                </a:solidFill>
                <a:latin typeface="Microsoft YaHei"/>
                <a:ea typeface="Microsoft YaHei"/>
                <a:cs typeface="Microsoft YaHei"/>
              </a:defRPr>
            </a:pPr>
            <a:r>
              <a:rPr sz="1125" b="0">
                <a:solidFill>
                  <a:srgbClr val="667085"/>
                </a:solidFill>
                <a:latin typeface="Microsoft YaHei"/>
                <a:ea typeface="Microsoft YaHei"/>
                <a:cs typeface="Microsoft YaHei"/>
              </a:rPr>
              <a:t>附件 / 表单 / 数据库</a:t>
            </a:r>
          </a:p>
        </p:txBody>
      </p:sp>
      <p:sp>
        <p:nvSpPr>
          <p:cNvPr id="66" name="compat-card-fill-6-1">
            <a:extLst xmlns:a="http://schemas.openxmlformats.org/drawingml/2006/main">
              <a:ext uri="{FF2B5EF4-FFF2-40B4-BE49-F238E27FC236}">
                <a16:creationId xmlns:a16="http://schemas.microsoft.com/office/drawing/2014/main" id="{ECA9979D-C56C-4AA7-AA58-5B1AEACB7C9B}"/>
              </a:ext>
            </a:extLst>
          </p:cNvPr>
          <p:cNvSpPr>
            <a:spLocks xmlns:a="http://schemas.openxmlformats.org/drawingml/2006/main" noGrp="1"/>
          </p:cNvSpPr>
          <p:nvPr/>
        </p:nvSpPr>
        <p:spPr>
          <a:xfrm xmlns:a="http://schemas.openxmlformats.org/drawingml/2006/main">
            <a:off x="7981950" y="3695700"/>
            <a:ext cx="3162300" cy="381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67" name="compat-card-fill-6-2">
            <a:extLst xmlns:a="http://schemas.openxmlformats.org/drawingml/2006/main">
              <a:ext uri="{FF2B5EF4-FFF2-40B4-BE49-F238E27FC236}">
                <a16:creationId xmlns:a16="http://schemas.microsoft.com/office/drawing/2014/main" id="{64024621-3F06-4AC9-9FF2-CF3E3393C103}"/>
              </a:ext>
            </a:extLst>
          </p:cNvPr>
          <p:cNvSpPr>
            <a:spLocks xmlns:a="http://schemas.openxmlformats.org/drawingml/2006/main" noGrp="1"/>
          </p:cNvSpPr>
          <p:nvPr/>
        </p:nvSpPr>
        <p:spPr>
          <a:xfrm xmlns:a="http://schemas.openxmlformats.org/drawingml/2006/main">
            <a:off x="7981950" y="4076700"/>
            <a:ext cx="3162300" cy="381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68" name="compat-card-fill-6-3">
            <a:extLst xmlns:a="http://schemas.openxmlformats.org/drawingml/2006/main">
              <a:ext uri="{FF2B5EF4-FFF2-40B4-BE49-F238E27FC236}">
                <a16:creationId xmlns:a16="http://schemas.microsoft.com/office/drawing/2014/main" id="{DC1041DE-C570-4450-8E05-373C0B3D6B9A}"/>
              </a:ext>
            </a:extLst>
          </p:cNvPr>
          <p:cNvSpPr>
            <a:spLocks xmlns:a="http://schemas.openxmlformats.org/drawingml/2006/main" noGrp="1"/>
          </p:cNvSpPr>
          <p:nvPr/>
        </p:nvSpPr>
        <p:spPr>
          <a:xfrm xmlns:a="http://schemas.openxmlformats.org/drawingml/2006/main">
            <a:off x="7981950" y="4457700"/>
            <a:ext cx="3162300" cy="4762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69" name="compat-card-6">
            <a:extLst xmlns:a="http://schemas.openxmlformats.org/drawingml/2006/main">
              <a:ext uri="{FF2B5EF4-FFF2-40B4-BE49-F238E27FC236}">
                <a16:creationId xmlns:a16="http://schemas.microsoft.com/office/drawing/2014/main" id="{A0845199-7DAE-4F90-B433-E53849F2B76F}"/>
              </a:ext>
            </a:extLst>
          </p:cNvPr>
          <p:cNvSpPr>
            <a:spLocks xmlns:a="http://schemas.openxmlformats.org/drawingml/2006/main" noGrp="1"/>
          </p:cNvSpPr>
          <p:nvPr/>
        </p:nvSpPr>
        <p:spPr>
          <a:xfrm xmlns:a="http://schemas.openxmlformats.org/drawingml/2006/main">
            <a:off x="7924800" y="3638550"/>
            <a:ext cx="3276600" cy="1352550"/>
          </a:xfrm>
          <a:prstGeom xmlns:a="http://schemas.openxmlformats.org/drawingml/2006/main" prst="roundRect">
            <a:avLst>
              <a:gd name="adj" fmla="val 5634"/>
            </a:avLst>
          </a:prstGeom>
          <a:noFill xmlns:a="http://schemas.openxmlformats.org/drawingml/2006/main"/>
          <a:ln xmlns:a="http://schemas.openxmlformats.org/drawingml/2006/main" w="9525">
            <a:solidFill>
              <a:srgbClr val="DDE7F5"/>
            </a:solidFill>
            <a:prstDash val="solid"/>
          </a:ln>
        </p:spPr>
      </p:sp>
      <p:sp>
        <p:nvSpPr>
          <p:cNvPr id="70" name="compat-accent-6">
            <a:extLst xmlns:a="http://schemas.openxmlformats.org/drawingml/2006/main">
              <a:ext uri="{FF2B5EF4-FFF2-40B4-BE49-F238E27FC236}">
                <a16:creationId xmlns:a16="http://schemas.microsoft.com/office/drawing/2014/main" id="{1EAA9EC5-B647-4985-93CD-2920FC7D0E2E}"/>
              </a:ext>
            </a:extLst>
          </p:cNvPr>
          <p:cNvSpPr>
            <a:spLocks xmlns:a="http://schemas.openxmlformats.org/drawingml/2006/main" noGrp="1"/>
          </p:cNvSpPr>
          <p:nvPr/>
        </p:nvSpPr>
        <p:spPr>
          <a:xfrm xmlns:a="http://schemas.openxmlformats.org/drawingml/2006/main">
            <a:off x="7924800" y="3790950"/>
            <a:ext cx="47625" cy="1047750"/>
          </a:xfrm>
          <a:prstGeom xmlns:a="http://schemas.openxmlformats.org/drawingml/2006/main" prst="rect">
            <a:avLst/>
          </a:prstGeom>
          <a:solidFill xmlns:a="http://schemas.openxmlformats.org/drawingml/2006/main">
            <a:srgbClr val="176BFF"/>
          </a:solidFill>
          <a:ln xmlns:a="http://schemas.openxmlformats.org/drawingml/2006/main" w="0">
            <a:noFill/>
            <a:prstDash val="solid"/>
          </a:ln>
        </p:spPr>
      </p:sp>
      <p:sp>
        <p:nvSpPr>
          <p:cNvPr id="71" name="compat-title-6">
            <a:extLst xmlns:a="http://schemas.openxmlformats.org/drawingml/2006/main">
              <a:ext uri="{FF2B5EF4-FFF2-40B4-BE49-F238E27FC236}">
                <a16:creationId xmlns:a16="http://schemas.microsoft.com/office/drawing/2014/main" id="{80C194AA-D60E-4C5B-BEA3-071A33ECE20D}"/>
              </a:ext>
            </a:extLst>
          </p:cNvPr>
          <p:cNvSpPr>
            <a:spLocks xmlns:a="http://schemas.openxmlformats.org/drawingml/2006/main" noGrp="1"/>
          </p:cNvSpPr>
          <p:nvPr/>
        </p:nvSpPr>
        <p:spPr>
          <a:xfrm xmlns:a="http://schemas.openxmlformats.org/drawingml/2006/main">
            <a:off x="8153400" y="3810000"/>
            <a:ext cx="27813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200" b="1">
                <a:solidFill>
                  <a:srgbClr val="176BFF"/>
                </a:solidFill>
                <a:latin typeface="Microsoft YaHei"/>
                <a:ea typeface="Microsoft YaHei"/>
                <a:cs typeface="Microsoft YaHei"/>
              </a:defRPr>
            </a:pPr>
            <a:r>
              <a:rPr sz="1200" b="1">
                <a:solidFill>
                  <a:srgbClr val="176BFF"/>
                </a:solidFill>
                <a:latin typeface="Microsoft YaHei"/>
                <a:ea typeface="Microsoft YaHei"/>
                <a:cs typeface="Microsoft YaHei"/>
              </a:rPr>
              <a:t>财务对账与回填</a:t>
            </a:r>
          </a:p>
        </p:txBody>
      </p:sp>
      <p:sp>
        <p:nvSpPr>
          <p:cNvPr id="72" name="compat-name-6">
            <a:extLst xmlns:a="http://schemas.openxmlformats.org/drawingml/2006/main">
              <a:ext uri="{FF2B5EF4-FFF2-40B4-BE49-F238E27FC236}">
                <a16:creationId xmlns:a16="http://schemas.microsoft.com/office/drawing/2014/main" id="{3405F951-01AF-4756-B8E9-74CA6384748F}"/>
              </a:ext>
            </a:extLst>
          </p:cNvPr>
          <p:cNvSpPr>
            <a:spLocks xmlns:a="http://schemas.openxmlformats.org/drawingml/2006/main" noGrp="1"/>
          </p:cNvSpPr>
          <p:nvPr/>
        </p:nvSpPr>
        <p:spPr>
          <a:xfrm xmlns:a="http://schemas.openxmlformats.org/drawingml/2006/main">
            <a:off x="8153400" y="4095750"/>
            <a:ext cx="27813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725" b="1">
                <a:solidFill>
                  <a:srgbClr val="111827"/>
                </a:solidFill>
                <a:latin typeface="Microsoft YaHei"/>
                <a:ea typeface="Microsoft YaHei"/>
                <a:cs typeface="Microsoft YaHei"/>
              </a:defRPr>
            </a:pPr>
            <a:r>
              <a:rPr sz="1725" b="1">
                <a:solidFill>
                  <a:srgbClr val="111827"/>
                </a:solidFill>
                <a:latin typeface="Microsoft YaHei"/>
                <a:ea typeface="Microsoft YaHei"/>
                <a:cs typeface="Microsoft YaHei"/>
              </a:rPr>
              <a:t>规则 + Agent</a:t>
            </a:r>
          </a:p>
        </p:txBody>
      </p:sp>
      <p:sp>
        <p:nvSpPr>
          <p:cNvPr id="73" name="compat-desc-6">
            <a:extLst xmlns:a="http://schemas.openxmlformats.org/drawingml/2006/main">
              <a:ext uri="{FF2B5EF4-FFF2-40B4-BE49-F238E27FC236}">
                <a16:creationId xmlns:a16="http://schemas.microsoft.com/office/drawing/2014/main" id="{2ECFBFFD-E59A-4A3A-8724-DE3549232001}"/>
              </a:ext>
            </a:extLst>
          </p:cNvPr>
          <p:cNvSpPr>
            <a:spLocks xmlns:a="http://schemas.openxmlformats.org/drawingml/2006/main" noGrp="1"/>
          </p:cNvSpPr>
          <p:nvPr/>
        </p:nvSpPr>
        <p:spPr>
          <a:xfrm xmlns:a="http://schemas.openxmlformats.org/drawingml/2006/main">
            <a:off x="8153400" y="4514850"/>
            <a:ext cx="28194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050">
                <a:solidFill>
                  <a:srgbClr val="64748B"/>
                </a:solidFill>
                <a:latin typeface="Microsoft YaHei"/>
                <a:ea typeface="Microsoft YaHei"/>
                <a:cs typeface="Microsoft YaHei"/>
              </a:defRPr>
            </a:pPr>
            <a:r>
              <a:rPr sz="1125" b="0">
                <a:solidFill>
                  <a:srgbClr val="667085"/>
                </a:solidFill>
                <a:latin typeface="Microsoft YaHei"/>
                <a:ea typeface="Microsoft YaHei"/>
                <a:cs typeface="Microsoft YaHei"/>
              </a:rPr>
              <a:t>差异解释 / 审批 / 复现</a:t>
            </a:r>
          </a:p>
        </p:txBody>
      </p:sp>
    </p:spTree>
    <p:extLst>
      <p:ext uri="{BB962C8B-B14F-4D97-AF65-F5344CB8AC3E}">
        <p14:creationId xmlns:p14="http://schemas.microsoft.com/office/powerpoint/2010/main" val="1152093156"/>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22387266-2A32-4DAA-B660-5E5EABCE394B}"/>
              </a:ext>
            </a:extLst>
          </p:cNvPr>
          <p:cNvSpPr>
            <a:spLocks xmlns:a="http://schemas.openxmlformats.org/drawingml/2006/main" noGrp="1"/>
          </p:cNvSpPr>
          <p:nvPr/>
        </p:nvSpPr>
        <p:spPr>
          <a:xfrm xmlns:a="http://schemas.openxmlformats.org/drawingml/2006/main">
            <a:off x="685800" y="40005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200" b="1" i="0">
                <a:solidFill>
                  <a:srgbClr val="176BFF"/>
                </a:solidFill>
                <a:latin typeface="Microsoft YaHei"/>
                <a:ea typeface="Microsoft YaHei"/>
                <a:cs typeface="Microsoft YaHei"/>
              </a:defRPr>
            </a:pPr>
            <a:r>
              <a:rPr sz="1200" b="1" i="0">
                <a:solidFill>
                  <a:srgbClr val="176BFF"/>
                </a:solidFill>
                <a:latin typeface="Microsoft YaHei"/>
                <a:ea typeface="Microsoft YaHei"/>
                <a:cs typeface="Microsoft YaHei"/>
              </a:rPr>
              <a:t>WORKBENCH · 创作与运行</a:t>
            </a:r>
          </a:p>
        </p:txBody>
      </p:sp>
      <p:sp>
        <p:nvSpPr>
          <p:cNvPr id="2" name="">
            <a:extLst xmlns:a="http://schemas.openxmlformats.org/drawingml/2006/main">
              <a:ext uri="{FF2B5EF4-FFF2-40B4-BE49-F238E27FC236}">
                <a16:creationId xmlns:a16="http://schemas.microsoft.com/office/drawing/2014/main" id="{648F1EAF-E370-4FDB-93A0-A8A1C5371AAC}"/>
              </a:ext>
            </a:extLst>
          </p:cNvPr>
          <p:cNvSpPr>
            <a:spLocks xmlns:a="http://schemas.openxmlformats.org/drawingml/2006/main" noGrp="1"/>
          </p:cNvSpPr>
          <p:nvPr/>
        </p:nvSpPr>
        <p:spPr>
          <a:xfrm xmlns:a="http://schemas.openxmlformats.org/drawingml/2006/main">
            <a:off x="685800" y="742950"/>
            <a:ext cx="108204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3150" b="1" i="0">
                <a:solidFill>
                  <a:srgbClr val="111827"/>
                </a:solidFill>
                <a:latin typeface="Microsoft YaHei"/>
                <a:ea typeface="Microsoft YaHei"/>
                <a:cs typeface="Microsoft YaHei"/>
              </a:defRPr>
            </a:pPr>
            <a:r>
              <a:rPr sz="2850" b="1" i="0">
                <a:solidFill>
                  <a:srgbClr val="111827"/>
                </a:solidFill>
                <a:latin typeface="Microsoft YaHei"/>
                <a:ea typeface="Microsoft YaHei"/>
                <a:cs typeface="Microsoft YaHei"/>
              </a:rPr>
              <a:t>前端、积木、终端与运行轨迹，都回到一个可控工作台</a:t>
            </a:r>
          </a:p>
        </p:txBody>
      </p:sp>
      <p:sp>
        <p:nvSpPr>
          <p:cNvPr id="3" name="">
            <a:extLst xmlns:a="http://schemas.openxmlformats.org/drawingml/2006/main">
              <a:ext uri="{FF2B5EF4-FFF2-40B4-BE49-F238E27FC236}">
                <a16:creationId xmlns:a16="http://schemas.microsoft.com/office/drawing/2014/main" id="{C308558F-8F1D-45F1-B8C2-D2DFAE8A730F}"/>
              </a:ext>
            </a:extLst>
          </p:cNvPr>
          <p:cNvSpPr>
            <a:spLocks xmlns:a="http://schemas.openxmlformats.org/drawingml/2006/main" noGrp="1"/>
          </p:cNvSpPr>
          <p:nvPr/>
        </p:nvSpPr>
        <p:spPr>
          <a:xfrm xmlns:a="http://schemas.openxmlformats.org/drawingml/2006/main">
            <a:off x="685800" y="1381125"/>
            <a:ext cx="10820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500" b="0" i="0">
                <a:solidFill>
                  <a:srgbClr val="667085"/>
                </a:solidFill>
                <a:latin typeface="Microsoft YaHei"/>
                <a:ea typeface="Microsoft YaHei"/>
                <a:cs typeface="Microsoft YaHei"/>
              </a:defRPr>
            </a:pPr>
            <a:r>
              <a:rPr sz="1500" b="0" i="0">
                <a:solidFill>
                  <a:srgbClr val="667085"/>
                </a:solidFill>
                <a:latin typeface="Microsoft YaHei"/>
                <a:ea typeface="Microsoft YaHei"/>
                <a:cs typeface="Microsoft YaHei"/>
              </a:rPr>
              <a:t>编辑事实、运行事实、用户终端和 Agent 进程各有边界，却共享稳定来源与关联标识。</a:t>
            </a:r>
          </a:p>
        </p:txBody>
      </p:sp>
      <p:sp>
        <p:nvSpPr>
          <p:cNvPr id="4" name="">
            <a:extLst xmlns:a="http://schemas.openxmlformats.org/drawingml/2006/main">
              <a:ext uri="{FF2B5EF4-FFF2-40B4-BE49-F238E27FC236}">
                <a16:creationId xmlns:a16="http://schemas.microsoft.com/office/drawing/2014/main" id="{341ACDB7-70DB-42B5-9BF7-1EC316D90871}"/>
              </a:ext>
            </a:extLst>
          </p:cNvPr>
          <p:cNvSpPr>
            <a:spLocks xmlns:a="http://schemas.openxmlformats.org/drawingml/2006/main" noGrp="1"/>
          </p:cNvSpPr>
          <p:nvPr/>
        </p:nvSpPr>
        <p:spPr>
          <a:xfrm xmlns:a="http://schemas.openxmlformats.org/drawingml/2006/main">
            <a:off x="685800" y="1924050"/>
            <a:ext cx="5257800" cy="3886200"/>
          </a:xfrm>
          <a:prstGeom xmlns:a="http://schemas.openxmlformats.org/drawingml/2006/main" prst="roundRect">
            <a:avLst>
              <a:gd name="adj" fmla="val 5392"/>
            </a:avLst>
          </a:prstGeom>
          <a:solidFill xmlns:a="http://schemas.openxmlformats.org/drawingml/2006/main">
            <a:srgbClr val="F4F7FB"/>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D910B61B-741F-4A50-9E91-8504EE4D57AF}"/>
              </a:ext>
            </a:extLst>
          </p:cNvPr>
          <p:cNvSpPr>
            <a:spLocks xmlns:a="http://schemas.openxmlformats.org/drawingml/2006/main" noGrp="1"/>
          </p:cNvSpPr>
          <p:nvPr/>
        </p:nvSpPr>
        <p:spPr>
          <a:xfrm xmlns:a="http://schemas.openxmlformats.org/drawingml/2006/main">
            <a:off x="933450" y="2152650"/>
            <a:ext cx="2857500" cy="323850"/>
          </a:xfrm>
          <a:prstGeom xmlns:a="http://schemas.openxmlformats.org/drawingml/2006/main" prst="roundRect">
            <a:avLst>
              <a:gd name="adj" fmla="val 50000"/>
            </a:avLst>
          </a:prstGeom>
          <a:solidFill xmlns:a="http://schemas.openxmlformats.org/drawingml/2006/main">
            <a:srgbClr val="FFFFFF"/>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B61B3B13-0F03-4E53-89EB-30E7EAD81129}"/>
              </a:ext>
            </a:extLst>
          </p:cNvPr>
          <p:cNvSpPr>
            <a:spLocks xmlns:a="http://schemas.openxmlformats.org/drawingml/2006/main" noGrp="1"/>
          </p:cNvSpPr>
          <p:nvPr/>
        </p:nvSpPr>
        <p:spPr>
          <a:xfrm xmlns:a="http://schemas.openxmlformats.org/drawingml/2006/main">
            <a:off x="1028700" y="2219325"/>
            <a:ext cx="2667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050" b="1" i="0">
                <a:solidFill>
                  <a:srgbClr val="17A673"/>
                </a:solidFill>
                <a:latin typeface="Microsoft YaHei"/>
                <a:ea typeface="Microsoft YaHei"/>
                <a:cs typeface="Microsoft YaHei"/>
              </a:defRPr>
            </a:pPr>
            <a:r>
              <a:rPr sz="1050" b="1" i="0">
                <a:solidFill>
                  <a:srgbClr val="17A673"/>
                </a:solidFill>
                <a:latin typeface="Microsoft YaHei"/>
                <a:ea typeface="Microsoft YaHei"/>
                <a:cs typeface="Microsoft YaHei"/>
              </a:rPr>
              <a:t>创作工作台 · 桌面端</a:t>
            </a:r>
          </a:p>
        </p:txBody>
      </p:sp>
      <p:sp>
        <p:nvSpPr>
          <p:cNvPr id="7" name="">
            <a:extLst xmlns:a="http://schemas.openxmlformats.org/drawingml/2006/main">
              <a:ext uri="{FF2B5EF4-FFF2-40B4-BE49-F238E27FC236}">
                <a16:creationId xmlns:a16="http://schemas.microsoft.com/office/drawing/2014/main" id="{ECC8F19B-7745-4186-8A85-EDA802BFDFAF}"/>
              </a:ext>
            </a:extLst>
          </p:cNvPr>
          <p:cNvSpPr>
            <a:spLocks xmlns:a="http://schemas.openxmlformats.org/drawingml/2006/main" noGrp="1"/>
          </p:cNvSpPr>
          <p:nvPr/>
        </p:nvSpPr>
        <p:spPr>
          <a:xfrm xmlns:a="http://schemas.openxmlformats.org/drawingml/2006/main">
            <a:off x="990600" y="2724150"/>
            <a:ext cx="4648200" cy="2076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4618"/>
          </a:bodyPr>
          <a:lstStyle xmlns:a="http://schemas.openxmlformats.org/drawingml/2006/main"/>
          <a:p xmlns:a="http://schemas.openxmlformats.org/drawingml/2006/main">
            <a:r>
              <a:t>✓ 顶部：项目标签 / 命令中心 / 运行
✓ 左侧：7→12 类积木 / 搜索 / 蓝图
✓ 中间：多模块画布 / 浏览器预览
✓ 右侧：构建助手 / 检查器 / 资源
✓ 底部：问题 / 运行日志 / 终端 / 输出
✓ 设置：应用 / 项目 / 资源 / 积木
✓ 保存：Manifest + Workspace + AppSurface
✓ 补丁：幽灵积木 / 接受 / 拒绝 / 撤销</a:t>
            </a:r>
          </a:p>
        </p:txBody>
      </p:sp>
      <p:sp>
        <p:nvSpPr>
          <p:cNvPr id="9" name="">
            <a:extLst xmlns:a="http://schemas.openxmlformats.org/drawingml/2006/main">
              <a:ext uri="{FF2B5EF4-FFF2-40B4-BE49-F238E27FC236}">
                <a16:creationId xmlns:a16="http://schemas.microsoft.com/office/drawing/2014/main" id="{4B65E33F-B2AF-4819-8F01-A9FD68E3AE32}"/>
              </a:ext>
            </a:extLst>
          </p:cNvPr>
          <p:cNvSpPr>
            <a:spLocks xmlns:a="http://schemas.openxmlformats.org/drawingml/2006/main" noGrp="1"/>
          </p:cNvSpPr>
          <p:nvPr/>
        </p:nvSpPr>
        <p:spPr>
          <a:xfrm xmlns:a="http://schemas.openxmlformats.org/drawingml/2006/main">
            <a:off x="6248400" y="1924050"/>
            <a:ext cx="5257800" cy="3886200"/>
          </a:xfrm>
          <a:prstGeom xmlns:a="http://schemas.openxmlformats.org/drawingml/2006/main" prst="roundRect">
            <a:avLst>
              <a:gd name="adj" fmla="val 5392"/>
            </a:avLst>
          </a:prstGeom>
          <a:solidFill xmlns:a="http://schemas.openxmlformats.org/drawingml/2006/main">
            <a:srgbClr val="F4F7FB"/>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4E365F07-950A-4D07-A025-90EE487382F4}"/>
              </a:ext>
            </a:extLst>
          </p:cNvPr>
          <p:cNvSpPr>
            <a:spLocks xmlns:a="http://schemas.openxmlformats.org/drawingml/2006/main" noGrp="1"/>
          </p:cNvSpPr>
          <p:nvPr/>
        </p:nvSpPr>
        <p:spPr>
          <a:xfrm xmlns:a="http://schemas.openxmlformats.org/drawingml/2006/main">
            <a:off x="6496050" y="2152650"/>
            <a:ext cx="2857500" cy="323850"/>
          </a:xfrm>
          <a:prstGeom xmlns:a="http://schemas.openxmlformats.org/drawingml/2006/main" prst="roundRect">
            <a:avLst>
              <a:gd name="adj" fmla="val 50000"/>
            </a:avLst>
          </a:prstGeom>
          <a:solidFill xmlns:a="http://schemas.openxmlformats.org/drawingml/2006/main">
            <a:srgbClr val="FFFFFF"/>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B6222E42-B3B5-4113-8A95-7228B5B7F097}"/>
              </a:ext>
            </a:extLst>
          </p:cNvPr>
          <p:cNvSpPr>
            <a:spLocks xmlns:a="http://schemas.openxmlformats.org/drawingml/2006/main" noGrp="1"/>
          </p:cNvSpPr>
          <p:nvPr/>
        </p:nvSpPr>
        <p:spPr>
          <a:xfrm xmlns:a="http://schemas.openxmlformats.org/drawingml/2006/main">
            <a:off x="6591300" y="2219325"/>
            <a:ext cx="2667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050" b="1" i="0">
                <a:solidFill>
                  <a:srgbClr val="EF4444"/>
                </a:solidFill>
                <a:latin typeface="Microsoft YaHei"/>
                <a:ea typeface="Microsoft YaHei"/>
                <a:cs typeface="Microsoft YaHei"/>
              </a:defRPr>
            </a:pPr>
            <a:r>
              <a:rPr sz="1050" b="1" i="0">
                <a:solidFill>
                  <a:srgbClr val="176BFF"/>
                </a:solidFill>
                <a:latin typeface="Microsoft YaHei"/>
                <a:ea typeface="Microsoft YaHei"/>
                <a:cs typeface="Microsoft YaHei"/>
              </a:rPr>
              <a:t>运行治理 · 同源可追踪</a:t>
            </a:r>
          </a:p>
        </p:txBody>
      </p:sp>
      <p:sp>
        <p:nvSpPr>
          <p:cNvPr id="12" name="">
            <a:extLst xmlns:a="http://schemas.openxmlformats.org/drawingml/2006/main">
              <a:ext uri="{FF2B5EF4-FFF2-40B4-BE49-F238E27FC236}">
                <a16:creationId xmlns:a16="http://schemas.microsoft.com/office/drawing/2014/main" id="{9F7811E7-D896-4913-B268-3DD1943B29F5}"/>
              </a:ext>
            </a:extLst>
          </p:cNvPr>
          <p:cNvSpPr>
            <a:spLocks xmlns:a="http://schemas.openxmlformats.org/drawingml/2006/main" noGrp="1"/>
          </p:cNvSpPr>
          <p:nvPr/>
        </p:nvSpPr>
        <p:spPr>
          <a:xfrm xmlns:a="http://schemas.openxmlformats.org/drawingml/2006/main">
            <a:off x="6553200" y="2724150"/>
            <a:ext cx="4648200" cy="2076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4618"/>
          </a:bodyPr>
          <a:lstStyle xmlns:a="http://schemas.openxmlformats.org/drawingml/2006/main"/>
          <a:p xmlns:a="http://schemas.openxmlformats.org/drawingml/2006/main">
            <a:r>
              <a:t>✓ 编译：Module IR / Project IR / SourceMap
✓ 入口：InteractionManifest / ToolContract
✓ 事件：RuntimeEvent / Diagnostic / LogEnvelope
✓ 轨迹：步骤 / 状态 / 引用 / 权限 / 高亮
✓ 隔离：用户终端 ≠ Agent 进程工具
✓ 脱敏：Normalizer → Redactor → Log Bus
✓ 回收：Host / PTY / Sidecar / 预览服务
✓ 审计：授权 / 拒绝 / 截断 / 恢复</a:t>
            </a:r>
          </a:p>
        </p:txBody>
      </p:sp>
      <p:pic>
        <p:nvPicPr>
          <p:cNvPr id="34" name=""/>
          <p:cNvPicPr>
            <a:picLocks xmlns:a="http://schemas.openxmlformats.org/drawingml/2006/main" noChangeAspect="1"/>
          </p:cNvPicPr>
          <p:nvPr/>
        </p:nvPicPr>
        <p:blipFill>
          <a:blip xmlns:r="http://schemas.openxmlformats.org/officeDocument/2006/relationships" xmlns:a="http://schemas.openxmlformats.org/drawingml/2006/main" r:embed="R7f50e800462e4164"/>
          <a:srcRect xmlns:a="http://schemas.openxmlformats.org/drawingml/2006/main" l="0" t="11290" r="0" b="11290"/>
          <a:stretch xmlns:a="http://schemas.openxmlformats.org/drawingml/2006/main">
            <a:fillRect l="0" t="0" r="0" b="0"/>
          </a:stretch>
        </p:blipFill>
        <p:spPr>
          <a:xfrm xmlns:a="http://schemas.openxmlformats.org/drawingml/2006/main">
            <a:off x="13335000" y="4095750"/>
            <a:ext cx="2952750" cy="1428750"/>
          </a:xfrm>
          <a:prstGeom xmlns:a="http://schemas.openxmlformats.org/drawingml/2006/main" prst="roundRect">
            <a:avLst>
              <a:gd name="adj" fmla="val 13333"/>
            </a:avLst>
          </a:prstGeom>
        </p:spPr>
      </p:pic>
      <p:sp>
        <p:nvSpPr>
          <p:cNvPr id="14" name="">
            <a:extLst xmlns:a="http://schemas.openxmlformats.org/drawingml/2006/main">
              <a:ext uri="{FF2B5EF4-FFF2-40B4-BE49-F238E27FC236}">
                <a16:creationId xmlns:a16="http://schemas.microsoft.com/office/drawing/2014/main" id="{C236E84C-0488-46CA-AE0D-E70BA935F96B}"/>
              </a:ext>
            </a:extLst>
          </p:cNvPr>
          <p:cNvSpPr>
            <a:spLocks xmlns:a="http://schemas.openxmlformats.org/drawingml/2006/main" noGrp="1"/>
          </p:cNvSpPr>
          <p:nvPr/>
        </p:nvSpPr>
        <p:spPr>
          <a:xfrm xmlns:a="http://schemas.openxmlformats.org/drawingml/2006/main">
            <a:off x="6553200" y="5219700"/>
            <a:ext cx="4648200" cy="323850"/>
          </a:xfrm>
          <a:prstGeom xmlns:a="http://schemas.openxmlformats.org/drawingml/2006/main" prst="roundRect">
            <a:avLst>
              <a:gd name="adj" fmla="val 50000"/>
            </a:avLst>
          </a:prstGeom>
          <a:solidFill xmlns:a="http://schemas.openxmlformats.org/drawingml/2006/main">
            <a:srgbClr val="0B1220"/>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0351F7CB-5C7D-4222-A237-0CBB7F6ED549}"/>
              </a:ext>
            </a:extLst>
          </p:cNvPr>
          <p:cNvSpPr>
            <a:spLocks xmlns:a="http://schemas.openxmlformats.org/drawingml/2006/main" noGrp="1"/>
          </p:cNvSpPr>
          <p:nvPr/>
        </p:nvSpPr>
        <p:spPr>
          <a:xfrm xmlns:a="http://schemas.openxmlformats.org/drawingml/2006/main">
            <a:off x="6648450" y="5286375"/>
            <a:ext cx="44577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050" b="1" i="0">
                <a:solidFill>
                  <a:srgbClr val="FFFFFF"/>
                </a:solidFill>
                <a:latin typeface="Microsoft YaHei"/>
                <a:ea typeface="Microsoft YaHei"/>
                <a:cs typeface="Microsoft YaHei"/>
              </a:defRPr>
            </a:pPr>
            <a:r>
              <a:rPr sz="1050" b="1" i="0">
                <a:solidFill>
                  <a:srgbClr val="FFFFFF"/>
                </a:solidFill>
                <a:latin typeface="Microsoft YaHei"/>
                <a:ea typeface="Microsoft YaHei"/>
                <a:cs typeface="Microsoft YaHei"/>
              </a:rPr>
              <a:t>运行：状态同源、日志脱敏、终端不越权</a:t>
            </a:r>
          </a:p>
        </p:txBody>
      </p:sp>
      <p:sp>
        <p:nvSpPr>
          <p:cNvPr id="16" name="">
            <a:extLst xmlns:a="http://schemas.openxmlformats.org/drawingml/2006/main">
              <a:ext uri="{FF2B5EF4-FFF2-40B4-BE49-F238E27FC236}">
                <a16:creationId xmlns:a16="http://schemas.microsoft.com/office/drawing/2014/main" id="{C128B773-2B04-44AF-B2B3-BA8929F4D095}"/>
              </a:ext>
            </a:extLst>
          </p:cNvPr>
          <p:cNvSpPr>
            <a:spLocks xmlns:a="http://schemas.openxmlformats.org/drawingml/2006/main" noGrp="1"/>
          </p:cNvSpPr>
          <p:nvPr/>
        </p:nvSpPr>
        <p:spPr>
          <a:xfrm xmlns:a="http://schemas.openxmlformats.org/drawingml/2006/main">
            <a:off x="685800" y="6496050"/>
            <a:ext cx="10820400" cy="9525"/>
          </a:xfrm>
          <a:prstGeom xmlns:a="http://schemas.openxmlformats.org/drawingml/2006/main" prst="rect">
            <a:avLst/>
          </a:prstGeom>
          <a:solidFill xmlns:a="http://schemas.openxmlformats.org/drawingml/2006/main">
            <a:srgbClr val="DCE3EC"/>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9CB40E5D-88E5-46E2-AEF4-2A8359C6C003}"/>
              </a:ext>
            </a:extLst>
          </p:cNvPr>
          <p:cNvSpPr>
            <a:spLocks xmlns:a="http://schemas.openxmlformats.org/drawingml/2006/main" noGrp="1"/>
          </p:cNvSpPr>
          <p:nvPr/>
        </p:nvSpPr>
        <p:spPr>
          <a:xfrm xmlns:a="http://schemas.openxmlformats.org/drawingml/2006/main">
            <a:off x="685800" y="6553200"/>
            <a:ext cx="476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975" b="0" i="0">
                <a:solidFill>
                  <a:srgbClr val="98A2B3"/>
                </a:solidFill>
                <a:latin typeface="Microsoft YaHei"/>
                <a:ea typeface="Microsoft YaHei"/>
                <a:cs typeface="Microsoft YaHei"/>
              </a:defRPr>
            </a:pPr>
            <a:r>
              <a:rPr sz="975" b="0" i="0">
                <a:solidFill>
                  <a:srgbClr val="98A2B3"/>
                </a:solidFill>
                <a:latin typeface="Microsoft YaHei"/>
                <a:ea typeface="Microsoft YaHei"/>
                <a:cs typeface="Microsoft YaHei"/>
              </a:rPr>
              <a:t>Blocky Studio · Agent 搭建教育</a:t>
            </a:r>
          </a:p>
        </p:txBody>
      </p:sp>
      <p:sp>
        <p:nvSpPr>
          <p:cNvPr id="18" name="">
            <a:extLst xmlns:a="http://schemas.openxmlformats.org/drawingml/2006/main">
              <a:ext uri="{FF2B5EF4-FFF2-40B4-BE49-F238E27FC236}">
                <a16:creationId xmlns:a16="http://schemas.microsoft.com/office/drawing/2014/main" id="{FB7AF61F-E60E-4BA3-B5A8-4BF88AFAFDC8}"/>
              </a:ext>
            </a:extLst>
          </p:cNvPr>
          <p:cNvSpPr>
            <a:spLocks xmlns:a="http://schemas.openxmlformats.org/drawingml/2006/main" noGrp="1"/>
          </p:cNvSpPr>
          <p:nvPr/>
        </p:nvSpPr>
        <p:spPr>
          <a:xfrm xmlns:a="http://schemas.openxmlformats.org/drawingml/2006/main">
            <a:off x="10953750" y="6553200"/>
            <a:ext cx="552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975" b="0" i="0">
                <a:solidFill>
                  <a:srgbClr val="98A2B3"/>
                </a:solidFill>
                <a:latin typeface="Microsoft YaHei"/>
                <a:ea typeface="Microsoft YaHei"/>
                <a:cs typeface="Microsoft YaHei"/>
              </a:defRPr>
            </a:pPr>
            <a:r>
              <a:rPr sz="975" b="0" i="0">
                <a:solidFill>
                  <a:srgbClr val="98A2B3"/>
                </a:solidFill>
                <a:latin typeface="Microsoft YaHei"/>
                <a:ea typeface="Microsoft YaHei"/>
                <a:cs typeface="Microsoft YaHei"/>
              </a:rPr>
              <a:t>13</a:t>
            </a:r>
          </a:p>
        </p:txBody>
      </p:sp>
      <p:sp>
        <p:nvSpPr>
          <p:cNvPr id="21" name="Unified left evidence conclusion">
            <a:extLst xmlns:a="http://schemas.openxmlformats.org/drawingml/2006/main">
              <a:ext uri="{FF2B5EF4-FFF2-40B4-BE49-F238E27FC236}">
                <a16:creationId xmlns:a16="http://schemas.microsoft.com/office/drawing/2014/main" id="{EFACA68A-A9A1-4F5A-99A6-DD4693702EF1}"/>
              </a:ext>
            </a:extLst>
          </p:cNvPr>
          <p:cNvSpPr>
            <a:spLocks xmlns:a="http://schemas.openxmlformats.org/drawingml/2006/main" noGrp="1"/>
          </p:cNvSpPr>
          <p:nvPr/>
        </p:nvSpPr>
        <p:spPr>
          <a:xfrm xmlns:a="http://schemas.openxmlformats.org/drawingml/2006/main">
            <a:off x="990600" y="5219700"/>
            <a:ext cx="4648200" cy="323850"/>
          </a:xfrm>
          <a:prstGeom xmlns:a="http://schemas.openxmlformats.org/drawingml/2006/main" prst="roundRect">
            <a:avLst>
              <a:gd name="adj" fmla="val 35294"/>
            </a:avLst>
          </a:prstGeom>
          <a:solidFill xmlns:a="http://schemas.openxmlformats.org/drawingml/2006/main">
            <a:srgbClr val="0B1220"/>
          </a:solidFill>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050" b="1">
                <a:solidFill>
                  <a:srgbClr val="FFFFFF"/>
                </a:solidFill>
                <a:latin typeface="Microsoft YaHei"/>
                <a:ea typeface="Microsoft YaHei"/>
                <a:cs typeface="Microsoft YaHei"/>
              </a:defRPr>
            </a:pPr>
            <a:r>
              <a:rPr sz="1050" b="1">
                <a:solidFill>
                  <a:srgbClr val="FFFFFF"/>
                </a:solidFill>
                <a:latin typeface="Microsoft YaHei"/>
                <a:ea typeface="Microsoft YaHei"/>
                <a:cs typeface="Microsoft YaHei"/>
              </a:rPr>
              <a:t>创作：修改可见、权限可读、差异可撤销</a:t>
            </a:r>
          </a:p>
        </p:txBody>
      </p:sp>
    </p:spTree>
    <p:extLst>
      <p:ext uri="{BB962C8B-B14F-4D97-AF65-F5344CB8AC3E}">
        <p14:creationId xmlns:p14="http://schemas.microsoft.com/office/powerpoint/2010/main" val="831750542"/>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A95339E4-F604-4D6A-86EF-DF2CD0929E18}"/>
              </a:ext>
            </a:extLst>
          </p:cNvPr>
          <p:cNvSpPr>
            <a:spLocks xmlns:a="http://schemas.openxmlformats.org/drawingml/2006/main" noGrp="1"/>
          </p:cNvSpPr>
          <p:nvPr/>
        </p:nvSpPr>
        <p:spPr>
          <a:xfrm xmlns:a="http://schemas.openxmlformats.org/drawingml/2006/main">
            <a:off x="685800" y="40005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200" b="1" i="0">
                <a:solidFill>
                  <a:srgbClr val="176BFF"/>
                </a:solidFill>
                <a:latin typeface="Microsoft YaHei"/>
                <a:ea typeface="Microsoft YaHei"/>
                <a:cs typeface="Microsoft YaHei"/>
              </a:defRPr>
            </a:pPr>
            <a:r>
              <a:rPr sz="1200" b="1" i="0">
                <a:solidFill>
                  <a:srgbClr val="176BFF"/>
                </a:solidFill>
                <a:latin typeface="Microsoft YaHei"/>
                <a:ea typeface="Microsoft YaHei"/>
                <a:cs typeface="Microsoft YaHei"/>
              </a:rPr>
              <a:t>ECOSYSTEM · 兼容版图</a:t>
            </a:r>
          </a:p>
        </p:txBody>
      </p:sp>
      <p:sp>
        <p:nvSpPr>
          <p:cNvPr id="2" name="">
            <a:extLst xmlns:a="http://schemas.openxmlformats.org/drawingml/2006/main">
              <a:ext uri="{FF2B5EF4-FFF2-40B4-BE49-F238E27FC236}">
                <a16:creationId xmlns:a16="http://schemas.microsoft.com/office/drawing/2014/main" id="{7370CF98-9ECF-4290-B608-8ACEB1A04835}"/>
              </a:ext>
            </a:extLst>
          </p:cNvPr>
          <p:cNvSpPr>
            <a:spLocks xmlns:a="http://schemas.openxmlformats.org/drawingml/2006/main" noGrp="1"/>
          </p:cNvSpPr>
          <p:nvPr/>
        </p:nvSpPr>
        <p:spPr>
          <a:xfrm xmlns:a="http://schemas.openxmlformats.org/drawingml/2006/main">
            <a:off x="685800" y="742950"/>
            <a:ext cx="108204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3150" b="1" i="0">
                <a:solidFill>
                  <a:srgbClr val="111827"/>
                </a:solidFill>
                <a:latin typeface="Microsoft YaHei"/>
                <a:ea typeface="Microsoft YaHei"/>
                <a:cs typeface="Microsoft YaHei"/>
              </a:defRPr>
            </a:pPr>
            <a:r>
              <a:rPr sz="2925" b="1" i="0">
                <a:solidFill>
                  <a:srgbClr val="111827"/>
                </a:solidFill>
                <a:latin typeface="Microsoft YaHei"/>
                <a:ea typeface="Microsoft YaHei"/>
                <a:cs typeface="Microsoft YaHei"/>
              </a:rPr>
              <a:t>六类 Agent 生态，沉淀为可教学、可改造的积木结构</a:t>
            </a:r>
          </a:p>
        </p:txBody>
      </p:sp>
      <p:sp>
        <p:nvSpPr>
          <p:cNvPr id="3" name="">
            <a:extLst xmlns:a="http://schemas.openxmlformats.org/drawingml/2006/main">
              <a:ext uri="{FF2B5EF4-FFF2-40B4-BE49-F238E27FC236}">
                <a16:creationId xmlns:a16="http://schemas.microsoft.com/office/drawing/2014/main" id="{B79087C1-24E9-4883-BB39-FFC3752BBE8C}"/>
              </a:ext>
            </a:extLst>
          </p:cNvPr>
          <p:cNvSpPr>
            <a:spLocks xmlns:a="http://schemas.openxmlformats.org/drawingml/2006/main" noGrp="1"/>
          </p:cNvSpPr>
          <p:nvPr/>
        </p:nvSpPr>
        <p:spPr>
          <a:xfrm xmlns:a="http://schemas.openxmlformats.org/drawingml/2006/main">
            <a:off x="1714500" y="2019300"/>
            <a:ext cx="7905750" cy="3429000"/>
          </a:xfrm>
          <a:prstGeom xmlns:a="http://schemas.openxmlformats.org/drawingml/2006/main" prst="roundRect">
            <a:avLst>
              <a:gd name="adj" fmla="val 5556"/>
            </a:avLst>
          </a:prstGeom>
          <a:noFill xmlns:a="http://schemas.openxmlformats.org/drawingml/2006/main"/>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6C15C7A3-B066-45AE-9611-3A53A1582751}"/>
              </a:ext>
            </a:extLst>
          </p:cNvPr>
          <p:cNvSpPr>
            <a:spLocks xmlns:a="http://schemas.openxmlformats.org/drawingml/2006/main" noGrp="1"/>
          </p:cNvSpPr>
          <p:nvPr/>
        </p:nvSpPr>
        <p:spPr>
          <a:xfrm xmlns:a="http://schemas.openxmlformats.org/drawingml/2006/main">
            <a:off x="13335000" y="2438400"/>
            <a:ext cx="28575" cy="2476500"/>
          </a:xfrm>
          <a:prstGeom xmlns:a="http://schemas.openxmlformats.org/drawingml/2006/main" prst="rect">
            <a:avLst/>
          </a:prstGeom>
          <a:solidFill xmlns:a="http://schemas.openxmlformats.org/drawingml/2006/main">
            <a:srgbClr val="111827"/>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F8CF3443-2956-4DCD-9397-CE8B308C9C68}"/>
              </a:ext>
            </a:extLst>
          </p:cNvPr>
          <p:cNvSpPr>
            <a:spLocks xmlns:a="http://schemas.openxmlformats.org/drawingml/2006/main" noGrp="1"/>
          </p:cNvSpPr>
          <p:nvPr/>
        </p:nvSpPr>
        <p:spPr>
          <a:xfrm xmlns:a="http://schemas.openxmlformats.org/drawingml/2006/main">
            <a:off x="13373100" y="4895850"/>
            <a:ext cx="6191250" cy="28575"/>
          </a:xfrm>
          <a:prstGeom xmlns:a="http://schemas.openxmlformats.org/drawingml/2006/main" prst="rect">
            <a:avLst/>
          </a:prstGeom>
          <a:solidFill xmlns:a="http://schemas.openxmlformats.org/drawingml/2006/main">
            <a:srgbClr val="111827"/>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19AB1834-49B3-4F51-9EB9-45529734317A}"/>
              </a:ext>
            </a:extLst>
          </p:cNvPr>
          <p:cNvSpPr>
            <a:spLocks xmlns:a="http://schemas.openxmlformats.org/drawingml/2006/main" noGrp="1"/>
          </p:cNvSpPr>
          <p:nvPr/>
        </p:nvSpPr>
        <p:spPr>
          <a:xfrm xmlns:a="http://schemas.openxmlformats.org/drawingml/2006/main">
            <a:off x="13411200" y="3648075"/>
            <a:ext cx="6191250" cy="9525"/>
          </a:xfrm>
          <a:prstGeom xmlns:a="http://schemas.openxmlformats.org/drawingml/2006/main" prst="rect">
            <a:avLst/>
          </a:prstGeom>
          <a:solidFill xmlns:a="http://schemas.openxmlformats.org/drawingml/2006/main">
            <a:srgbClr val="DCE3EC"/>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2D17254A-D248-480E-A64C-9F3D946563C0}"/>
              </a:ext>
            </a:extLst>
          </p:cNvPr>
          <p:cNvSpPr>
            <a:spLocks xmlns:a="http://schemas.openxmlformats.org/drawingml/2006/main" noGrp="1"/>
          </p:cNvSpPr>
          <p:nvPr/>
        </p:nvSpPr>
        <p:spPr>
          <a:xfrm xmlns:a="http://schemas.openxmlformats.org/drawingml/2006/main">
            <a:off x="13449300" y="2438400"/>
            <a:ext cx="9525" cy="2476500"/>
          </a:xfrm>
          <a:prstGeom xmlns:a="http://schemas.openxmlformats.org/drawingml/2006/main" prst="rect">
            <a:avLst/>
          </a:prstGeom>
          <a:solidFill xmlns:a="http://schemas.openxmlformats.org/drawingml/2006/main">
            <a:srgbClr val="DCE3EC"/>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8AF039EF-8669-48E6-8355-B3E3CDD61D65}"/>
              </a:ext>
            </a:extLst>
          </p:cNvPr>
          <p:cNvSpPr>
            <a:spLocks xmlns:a="http://schemas.openxmlformats.org/drawingml/2006/main" noGrp="1"/>
          </p:cNvSpPr>
          <p:nvPr/>
        </p:nvSpPr>
        <p:spPr>
          <a:xfrm xmlns:a="http://schemas.openxmlformats.org/drawingml/2006/main">
            <a:off x="685800" y="1428750"/>
            <a:ext cx="108204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425" b="1" i="0">
                <a:solidFill>
                  <a:srgbClr val="64748B"/>
                </a:solidFill>
                <a:latin typeface="Microsoft YaHei"/>
                <a:ea typeface="Microsoft YaHei"/>
                <a:cs typeface="Microsoft YaHei"/>
              </a:defRPr>
            </a:pPr>
            <a:r>
              <a:rPr sz="1350" b="0" i="0">
                <a:solidFill>
                  <a:srgbClr val="667085"/>
                </a:solidFill>
                <a:latin typeface="Microsoft YaHei"/>
                <a:ea typeface="Microsoft YaHei"/>
                <a:cs typeface="Microsoft YaHei"/>
              </a:rPr>
              <a:t>Pi、Codex、OpenClaw、Hermes、OpenCode、DeepSeek Harness 对应六类真实 Agent 架构。</a:t>
            </a:r>
          </a:p>
        </p:txBody>
      </p:sp>
      <p:sp>
        <p:nvSpPr>
          <p:cNvPr id="9" name="">
            <a:extLst xmlns:a="http://schemas.openxmlformats.org/drawingml/2006/main">
              <a:ext uri="{FF2B5EF4-FFF2-40B4-BE49-F238E27FC236}">
                <a16:creationId xmlns:a16="http://schemas.microsoft.com/office/drawing/2014/main" id="{E8252EBC-6654-4A56-A43D-04234BEB26AE}"/>
              </a:ext>
            </a:extLst>
          </p:cNvPr>
          <p:cNvSpPr>
            <a:spLocks xmlns:a="http://schemas.openxmlformats.org/drawingml/2006/main" noGrp="1"/>
          </p:cNvSpPr>
          <p:nvPr/>
        </p:nvSpPr>
        <p:spPr>
          <a:xfrm xmlns:a="http://schemas.openxmlformats.org/drawingml/2006/main">
            <a:off x="876300" y="5105400"/>
            <a:ext cx="10439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125" b="1" i="0">
                <a:solidFill>
                  <a:srgbClr val="1456C7"/>
                </a:solidFill>
                <a:latin typeface="Microsoft YaHei"/>
                <a:ea typeface="Microsoft YaHei"/>
                <a:cs typeface="Microsoft YaHei"/>
              </a:defRPr>
            </a:pPr>
            <a:r>
              <a:rPr sz="1350" b="1" i="0">
                <a:solidFill>
                  <a:srgbClr val="176BFF"/>
                </a:solidFill>
                <a:latin typeface="Microsoft YaHei"/>
                <a:ea typeface="Microsoft YaHei"/>
                <a:cs typeface="Microsoft YaHei"/>
              </a:rPr>
              <a:t>统一 Agent 语义 + 进程外原生运行时 + 版本化适配器 + 可逆积木投影</a:t>
            </a:r>
          </a:p>
        </p:txBody>
      </p:sp>
      <p:sp>
        <p:nvSpPr>
          <p:cNvPr id="10" name="">
            <a:extLst xmlns:a="http://schemas.openxmlformats.org/drawingml/2006/main">
              <a:ext uri="{FF2B5EF4-FFF2-40B4-BE49-F238E27FC236}">
                <a16:creationId xmlns:a16="http://schemas.microsoft.com/office/drawing/2014/main" id="{F709C619-2BD1-4EF2-9FB4-E67118A23879}"/>
              </a:ext>
            </a:extLst>
          </p:cNvPr>
          <p:cNvSpPr>
            <a:spLocks xmlns:a="http://schemas.openxmlformats.org/drawingml/2006/main" noGrp="1"/>
          </p:cNvSpPr>
          <p:nvPr/>
        </p:nvSpPr>
        <p:spPr>
          <a:xfrm xmlns:a="http://schemas.openxmlformats.org/drawingml/2006/main">
            <a:off x="13487400" y="4038600"/>
            <a:ext cx="400050" cy="400050"/>
          </a:xfrm>
          <a:prstGeom xmlns:a="http://schemas.openxmlformats.org/drawingml/2006/main" prst="ellipse">
            <a:avLst/>
          </a:prstGeom>
          <a:solidFill xmlns:a="http://schemas.openxmlformats.org/drawingml/2006/main">
            <a:srgbClr val="98A2B3"/>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A5049E2C-638C-4C84-9984-35EE7E45EF3D}"/>
              </a:ext>
            </a:extLst>
          </p:cNvPr>
          <p:cNvSpPr>
            <a:spLocks xmlns:a="http://schemas.openxmlformats.org/drawingml/2006/main" noGrp="1"/>
          </p:cNvSpPr>
          <p:nvPr/>
        </p:nvSpPr>
        <p:spPr>
          <a:xfrm xmlns:a="http://schemas.openxmlformats.org/drawingml/2006/main">
            <a:off x="13525500" y="4514850"/>
            <a:ext cx="1428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i="0">
                <a:solidFill>
                  <a:srgbClr val="667085"/>
                </a:solidFill>
                <a:latin typeface="Microsoft YaHei"/>
                <a:ea typeface="Microsoft YaHei"/>
                <a:cs typeface="Microsoft YaHei"/>
              </a:defRPr>
            </a:pPr>
            <a:r>
              <a:rPr sz="1200" b="0" i="0">
                <a:solidFill>
                  <a:srgbClr val="667085"/>
                </a:solidFill>
                <a:latin typeface="Microsoft YaHei"/>
                <a:ea typeface="Microsoft YaHei"/>
                <a:cs typeface="Microsoft YaHei"/>
              </a:rPr>
              <a:t>问答型 Agent</a:t>
            </a:r>
          </a:p>
        </p:txBody>
      </p:sp>
      <p:sp>
        <p:nvSpPr>
          <p:cNvPr id="12" name="">
            <a:extLst xmlns:a="http://schemas.openxmlformats.org/drawingml/2006/main">
              <a:ext uri="{FF2B5EF4-FFF2-40B4-BE49-F238E27FC236}">
                <a16:creationId xmlns:a16="http://schemas.microsoft.com/office/drawing/2014/main" id="{F4BE703F-ECE8-4177-B632-BC2BAF5358DF}"/>
              </a:ext>
            </a:extLst>
          </p:cNvPr>
          <p:cNvSpPr>
            <a:spLocks xmlns:a="http://schemas.openxmlformats.org/drawingml/2006/main" noGrp="1"/>
          </p:cNvSpPr>
          <p:nvPr/>
        </p:nvSpPr>
        <p:spPr>
          <a:xfrm xmlns:a="http://schemas.openxmlformats.org/drawingml/2006/main">
            <a:off x="13563600" y="3781425"/>
            <a:ext cx="457200" cy="457200"/>
          </a:xfrm>
          <a:prstGeom xmlns:a="http://schemas.openxmlformats.org/drawingml/2006/main" prst="ellipse">
            <a:avLst/>
          </a:prstGeom>
          <a:solidFill xmlns:a="http://schemas.openxmlformats.org/drawingml/2006/main">
            <a:srgbClr val="F79009"/>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1AB245E4-7D7B-4DD8-84A1-4F701573FA23}"/>
              </a:ext>
            </a:extLst>
          </p:cNvPr>
          <p:cNvSpPr>
            <a:spLocks xmlns:a="http://schemas.openxmlformats.org/drawingml/2006/main" noGrp="1"/>
          </p:cNvSpPr>
          <p:nvPr/>
        </p:nvSpPr>
        <p:spPr>
          <a:xfrm xmlns:a="http://schemas.openxmlformats.org/drawingml/2006/main">
            <a:off x="13601700" y="4314825"/>
            <a:ext cx="13716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i="0">
                <a:solidFill>
                  <a:srgbClr val="667085"/>
                </a:solidFill>
                <a:latin typeface="Microsoft YaHei"/>
                <a:ea typeface="Microsoft YaHei"/>
                <a:cs typeface="Microsoft YaHei"/>
              </a:defRPr>
            </a:pPr>
            <a:r>
              <a:rPr sz="1200" b="0" i="0">
                <a:solidFill>
                  <a:srgbClr val="667085"/>
                </a:solidFill>
                <a:latin typeface="Microsoft YaHei"/>
                <a:ea typeface="Microsoft YaHei"/>
                <a:cs typeface="Microsoft YaHei"/>
              </a:rPr>
              <a:t>流程编排工具</a:t>
            </a:r>
          </a:p>
        </p:txBody>
      </p:sp>
      <p:sp>
        <p:nvSpPr>
          <p:cNvPr id="14" name="">
            <a:extLst xmlns:a="http://schemas.openxmlformats.org/drawingml/2006/main">
              <a:ext uri="{FF2B5EF4-FFF2-40B4-BE49-F238E27FC236}">
                <a16:creationId xmlns:a16="http://schemas.microsoft.com/office/drawing/2014/main" id="{F4165A70-FD04-45E9-8824-2BD37261498E}"/>
              </a:ext>
            </a:extLst>
          </p:cNvPr>
          <p:cNvSpPr>
            <a:spLocks xmlns:a="http://schemas.openxmlformats.org/drawingml/2006/main" noGrp="1"/>
          </p:cNvSpPr>
          <p:nvPr/>
        </p:nvSpPr>
        <p:spPr>
          <a:xfrm xmlns:a="http://schemas.openxmlformats.org/drawingml/2006/main">
            <a:off x="13639800" y="2762250"/>
            <a:ext cx="495300" cy="495300"/>
          </a:xfrm>
          <a:prstGeom xmlns:a="http://schemas.openxmlformats.org/drawingml/2006/main" prst="ellipse">
            <a:avLst/>
          </a:prstGeom>
          <a:solidFill xmlns:a="http://schemas.openxmlformats.org/drawingml/2006/main">
            <a:srgbClr val="17A673"/>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C1FEFD31-A748-48DC-9B67-88B96D45E1D7}"/>
              </a:ext>
            </a:extLst>
          </p:cNvPr>
          <p:cNvSpPr>
            <a:spLocks xmlns:a="http://schemas.openxmlformats.org/drawingml/2006/main" noGrp="1"/>
          </p:cNvSpPr>
          <p:nvPr/>
        </p:nvSpPr>
        <p:spPr>
          <a:xfrm xmlns:a="http://schemas.openxmlformats.org/drawingml/2006/main">
            <a:off x="13677900" y="3333750"/>
            <a:ext cx="13716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i="0">
                <a:solidFill>
                  <a:srgbClr val="667085"/>
                </a:solidFill>
                <a:latin typeface="Microsoft YaHei"/>
                <a:ea typeface="Microsoft YaHei"/>
                <a:cs typeface="Microsoft YaHei"/>
              </a:defRPr>
            </a:pPr>
            <a:r>
              <a:rPr sz="1200" b="0" i="0">
                <a:solidFill>
                  <a:srgbClr val="667085"/>
                </a:solidFill>
                <a:latin typeface="Microsoft YaHei"/>
                <a:ea typeface="Microsoft YaHei"/>
                <a:cs typeface="Microsoft YaHei"/>
              </a:rPr>
              <a:t>代码型 Agent</a:t>
            </a:r>
          </a:p>
        </p:txBody>
      </p:sp>
      <p:sp>
        <p:nvSpPr>
          <p:cNvPr id="16" name="">
            <a:extLst xmlns:a="http://schemas.openxmlformats.org/drawingml/2006/main">
              <a:ext uri="{FF2B5EF4-FFF2-40B4-BE49-F238E27FC236}">
                <a16:creationId xmlns:a16="http://schemas.microsoft.com/office/drawing/2014/main" id="{152ECAB1-E514-4F89-A764-A2DA3B8D70EF}"/>
              </a:ext>
            </a:extLst>
          </p:cNvPr>
          <p:cNvSpPr>
            <a:spLocks xmlns:a="http://schemas.openxmlformats.org/drawingml/2006/main" noGrp="1"/>
          </p:cNvSpPr>
          <p:nvPr/>
        </p:nvSpPr>
        <p:spPr>
          <a:xfrm xmlns:a="http://schemas.openxmlformats.org/drawingml/2006/main">
            <a:off x="13716000" y="2705100"/>
            <a:ext cx="609600" cy="609600"/>
          </a:xfrm>
          <a:prstGeom xmlns:a="http://schemas.openxmlformats.org/drawingml/2006/main" prst="ellipse">
            <a:avLst/>
          </a:prstGeom>
          <a:solidFill xmlns:a="http://schemas.openxmlformats.org/drawingml/2006/main">
            <a:srgbClr val="176BFF"/>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E2A9564E-1B04-4A3B-9C90-58816AC91485}"/>
              </a:ext>
            </a:extLst>
          </p:cNvPr>
          <p:cNvSpPr>
            <a:spLocks xmlns:a="http://schemas.openxmlformats.org/drawingml/2006/main" noGrp="1"/>
          </p:cNvSpPr>
          <p:nvPr/>
        </p:nvSpPr>
        <p:spPr>
          <a:xfrm xmlns:a="http://schemas.openxmlformats.org/drawingml/2006/main">
            <a:off x="13754100" y="3390900"/>
            <a:ext cx="13716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425" b="1" i="0">
                <a:solidFill>
                  <a:srgbClr val="176BFF"/>
                </a:solidFill>
                <a:latin typeface="Microsoft YaHei"/>
                <a:ea typeface="Microsoft YaHei"/>
                <a:cs typeface="Microsoft YaHei"/>
              </a:defRPr>
            </a:pPr>
            <a:r>
              <a:rPr sz="1425" b="1" i="0">
                <a:solidFill>
                  <a:srgbClr val="176BFF"/>
                </a:solidFill>
                <a:latin typeface="Microsoft YaHei"/>
                <a:ea typeface="Microsoft YaHei"/>
                <a:cs typeface="Microsoft YaHei"/>
              </a:rPr>
              <a:t>Blocky</a:t>
            </a:r>
          </a:p>
        </p:txBody>
      </p:sp>
      <p:sp>
        <p:nvSpPr>
          <p:cNvPr id="18" name="">
            <a:extLst xmlns:a="http://schemas.openxmlformats.org/drawingml/2006/main">
              <a:ext uri="{FF2B5EF4-FFF2-40B4-BE49-F238E27FC236}">
                <a16:creationId xmlns:a16="http://schemas.microsoft.com/office/drawing/2014/main" id="{A710F48B-9833-4CEA-96EC-F710C0DB08BB}"/>
              </a:ext>
            </a:extLst>
          </p:cNvPr>
          <p:cNvSpPr>
            <a:spLocks xmlns:a="http://schemas.openxmlformats.org/drawingml/2006/main" noGrp="1"/>
          </p:cNvSpPr>
          <p:nvPr/>
        </p:nvSpPr>
        <p:spPr>
          <a:xfrm xmlns:a="http://schemas.openxmlformats.org/drawingml/2006/main">
            <a:off x="9906000" y="2076450"/>
            <a:ext cx="1600200" cy="3352800"/>
          </a:xfrm>
          <a:prstGeom xmlns:a="http://schemas.openxmlformats.org/drawingml/2006/main" prst="roundRect">
            <a:avLst>
              <a:gd name="adj" fmla="val 11905"/>
            </a:avLst>
          </a:prstGeom>
          <a:noFill xmlns:a="http://schemas.openxmlformats.org/drawingml/2006/main"/>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24B3CED9-2289-46C4-878F-B09658EEEAAB}"/>
              </a:ext>
            </a:extLst>
          </p:cNvPr>
          <p:cNvSpPr>
            <a:spLocks xmlns:a="http://schemas.openxmlformats.org/drawingml/2006/main" noGrp="1"/>
          </p:cNvSpPr>
          <p:nvPr/>
        </p:nvSpPr>
        <p:spPr>
          <a:xfrm xmlns:a="http://schemas.openxmlformats.org/drawingml/2006/main">
            <a:off x="13792200" y="2362200"/>
            <a:ext cx="12192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800" b="1" i="0">
                <a:solidFill>
                  <a:srgbClr val="176BFF"/>
                </a:solidFill>
                <a:latin typeface="Microsoft YaHei"/>
                <a:ea typeface="Microsoft YaHei"/>
                <a:cs typeface="Microsoft YaHei"/>
              </a:defRPr>
            </a:pPr>
            <a:r>
              <a:rPr sz="1800" b="1" i="0">
                <a:solidFill>
                  <a:srgbClr val="176BFF"/>
                </a:solidFill>
                <a:latin typeface="Microsoft YaHei"/>
                <a:ea typeface="Microsoft YaHei"/>
                <a:cs typeface="Microsoft YaHei"/>
              </a:rPr>
              <a:t>积木搭建 / 深度扩展</a:t>
            </a:r>
          </a:p>
        </p:txBody>
      </p:sp>
      <p:sp>
        <p:nvSpPr>
          <p:cNvPr id="20" name="">
            <a:extLst xmlns:a="http://schemas.openxmlformats.org/drawingml/2006/main">
              <a:ext uri="{FF2B5EF4-FFF2-40B4-BE49-F238E27FC236}">
                <a16:creationId xmlns:a16="http://schemas.microsoft.com/office/drawing/2014/main" id="{E6DE07F1-2CE1-4A8A-BE82-360BF6C6E148}"/>
              </a:ext>
            </a:extLst>
          </p:cNvPr>
          <p:cNvSpPr>
            <a:spLocks xmlns:a="http://schemas.openxmlformats.org/drawingml/2006/main" noGrp="1"/>
          </p:cNvSpPr>
          <p:nvPr/>
        </p:nvSpPr>
        <p:spPr>
          <a:xfrm xmlns:a="http://schemas.openxmlformats.org/drawingml/2006/main">
            <a:off x="13830300" y="3238500"/>
            <a:ext cx="121920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500" b="1" i="0">
                <a:solidFill>
                  <a:srgbClr val="111827"/>
                </a:solidFill>
                <a:latin typeface="Microsoft YaHei"/>
                <a:ea typeface="Microsoft YaHei"/>
                <a:cs typeface="Microsoft YaHei"/>
              </a:defRPr>
            </a:pPr>
            <a:r>
              <a:rPr sz="1500" b="1" i="0">
                <a:solidFill>
                  <a:srgbClr val="111827"/>
                </a:solidFill>
                <a:latin typeface="Microsoft YaHei"/>
                <a:ea typeface="Microsoft YaHei"/>
                <a:cs typeface="Microsoft YaHei"/>
              </a:rPr>
              <a:t>入门 Agent</a:t>
            </a:r>
          </a:p>
          <a:p xmlns:a="http://schemas.openxmlformats.org/drawingml/2006/main">
            <a:pPr algn="ctr">
              <a:buNone/>
              <a:defRPr sz="1500" b="1" i="0">
                <a:solidFill>
                  <a:srgbClr val="111827"/>
                </a:solidFill>
                <a:latin typeface="Microsoft YaHei"/>
                <a:ea typeface="Microsoft YaHei"/>
                <a:cs typeface="Microsoft YaHei"/>
              </a:defRPr>
            </a:pPr>
            <a:r>
              <a:rPr sz="1500" b="1" i="0">
                <a:solidFill>
                  <a:srgbClr val="111827"/>
                </a:solidFill>
                <a:latin typeface="Microsoft YaHei"/>
                <a:ea typeface="Microsoft YaHei"/>
                <a:cs typeface="Microsoft YaHei"/>
              </a:rPr>
              <a:t>↓</a:t>
            </a:r>
          </a:p>
          <a:p xmlns:a="http://schemas.openxmlformats.org/drawingml/2006/main">
            <a:pPr algn="ctr">
              <a:buNone/>
              <a:defRPr sz="1500" b="1" i="0">
                <a:solidFill>
                  <a:srgbClr val="111827"/>
                </a:solidFill>
                <a:latin typeface="Microsoft YaHei"/>
                <a:ea typeface="Microsoft YaHei"/>
                <a:cs typeface="Microsoft YaHei"/>
              </a:defRPr>
            </a:pPr>
            <a:r>
              <a:rPr sz="1500" b="1" i="0">
                <a:solidFill>
                  <a:srgbClr val="111827"/>
                </a:solidFill>
                <a:latin typeface="Microsoft YaHei"/>
                <a:ea typeface="Microsoft YaHei"/>
                <a:cs typeface="Microsoft YaHei"/>
              </a:rPr>
              <a:t>专业 Agent</a:t>
            </a:r>
          </a:p>
          <a:p xmlns:a="http://schemas.openxmlformats.org/drawingml/2006/main">
            <a:pPr algn="ctr">
              <a:buNone/>
              <a:defRPr sz="1500" b="1" i="0">
                <a:solidFill>
                  <a:srgbClr val="111827"/>
                </a:solidFill>
                <a:latin typeface="Microsoft YaHei"/>
                <a:ea typeface="Microsoft YaHei"/>
                <a:cs typeface="Microsoft YaHei"/>
              </a:defRPr>
            </a:pPr>
            <a:r>
              <a:rPr sz="1500" b="1" i="0">
                <a:solidFill>
                  <a:srgbClr val="111827"/>
                </a:solidFill>
                <a:latin typeface="Microsoft YaHei"/>
                <a:ea typeface="Microsoft YaHei"/>
                <a:cs typeface="Microsoft YaHei"/>
              </a:rPr>
              <a:t>↓</a:t>
            </a:r>
          </a:p>
          <a:p xmlns:a="http://schemas.openxmlformats.org/drawingml/2006/main">
            <a:pPr algn="ctr">
              <a:buNone/>
              <a:defRPr sz="1500" b="1" i="0">
                <a:solidFill>
                  <a:srgbClr val="111827"/>
                </a:solidFill>
                <a:latin typeface="Microsoft YaHei"/>
                <a:ea typeface="Microsoft YaHei"/>
                <a:cs typeface="Microsoft YaHei"/>
              </a:defRPr>
            </a:pPr>
            <a:r>
              <a:rPr sz="1500" b="1" i="0">
                <a:solidFill>
                  <a:srgbClr val="111827"/>
                </a:solidFill>
                <a:latin typeface="Microsoft YaHei"/>
                <a:ea typeface="Microsoft YaHei"/>
                <a:cs typeface="Microsoft YaHei"/>
              </a:rPr>
              <a:t>蓝图 / 代码</a:t>
            </a:r>
          </a:p>
          <a:p xmlns:a="http://schemas.openxmlformats.org/drawingml/2006/main">
            <a:pPr algn="ctr">
              <a:buNone/>
              <a:defRPr sz="1500" b="1" i="0">
                <a:solidFill>
                  <a:srgbClr val="111827"/>
                </a:solidFill>
                <a:latin typeface="Microsoft YaHei"/>
                <a:ea typeface="Microsoft YaHei"/>
                <a:cs typeface="Microsoft YaHei"/>
              </a:defRPr>
            </a:pPr>
            <a:r>
              <a:rPr sz="1500" b="1" i="0">
                <a:solidFill>
                  <a:srgbClr val="111827"/>
                </a:solidFill>
                <a:latin typeface="Microsoft YaHei"/>
                <a:ea typeface="Microsoft YaHei"/>
                <a:cs typeface="Microsoft YaHei"/>
              </a:rPr>
              <a:t>↓</a:t>
            </a:r>
          </a:p>
          <a:p xmlns:a="http://schemas.openxmlformats.org/drawingml/2006/main">
            <a:pPr algn="ctr">
              <a:buNone/>
              <a:defRPr sz="1500" b="1" i="0">
                <a:solidFill>
                  <a:srgbClr val="111827"/>
                </a:solidFill>
                <a:latin typeface="Microsoft YaHei"/>
                <a:ea typeface="Microsoft YaHei"/>
                <a:cs typeface="Microsoft YaHei"/>
              </a:defRPr>
            </a:pPr>
            <a:r>
              <a:rPr sz="1500" b="1" i="0">
                <a:solidFill>
                  <a:srgbClr val="111827"/>
                </a:solidFill>
                <a:latin typeface="Microsoft YaHei"/>
                <a:ea typeface="Microsoft YaHei"/>
                <a:cs typeface="Microsoft YaHei"/>
              </a:rPr>
              <a:t>运行轨迹</a:t>
            </a:r>
          </a:p>
        </p:txBody>
      </p:sp>
      <p:sp>
        <p:nvSpPr>
          <p:cNvPr id="21" name="">
            <a:extLst xmlns:a="http://schemas.openxmlformats.org/drawingml/2006/main">
              <a:ext uri="{FF2B5EF4-FFF2-40B4-BE49-F238E27FC236}">
                <a16:creationId xmlns:a16="http://schemas.microsoft.com/office/drawing/2014/main" id="{5ACF8F47-F459-4EE8-AFFB-431D2346A884}"/>
              </a:ext>
            </a:extLst>
          </p:cNvPr>
          <p:cNvSpPr>
            <a:spLocks xmlns:a="http://schemas.openxmlformats.org/drawingml/2006/main" noGrp="1"/>
          </p:cNvSpPr>
          <p:nvPr/>
        </p:nvSpPr>
        <p:spPr>
          <a:xfrm xmlns:a="http://schemas.openxmlformats.org/drawingml/2006/main">
            <a:off x="685800" y="5600700"/>
            <a:ext cx="108204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050" b="0" i="0">
                <a:solidFill>
                  <a:srgbClr val="64748B"/>
                </a:solidFill>
                <a:latin typeface="Microsoft YaHei"/>
                <a:ea typeface="Microsoft YaHei"/>
                <a:cs typeface="Microsoft YaHei"/>
              </a:defRPr>
            </a:pPr>
            <a:r>
              <a:rPr sz="1275" b="0" i="0">
                <a:solidFill>
                  <a:srgbClr val="667085"/>
                </a:solidFill>
                <a:latin typeface="Microsoft YaHei"/>
                <a:ea typeface="Microsoft YaHei"/>
                <a:cs typeface="Microsoft YaHei"/>
              </a:rPr>
              <a:t>教学价值：从六类真实架构学习角色、工具、权限、协作、会话与扩展</a:t>
            </a:r>
          </a:p>
        </p:txBody>
      </p:sp>
      <p:sp>
        <p:nvSpPr>
          <p:cNvPr id="22" name="">
            <a:extLst xmlns:a="http://schemas.openxmlformats.org/drawingml/2006/main">
              <a:ext uri="{FF2B5EF4-FFF2-40B4-BE49-F238E27FC236}">
                <a16:creationId xmlns:a16="http://schemas.microsoft.com/office/drawing/2014/main" id="{7CA2238B-6981-4EEF-9644-CAB79A1ED2D3}"/>
              </a:ext>
            </a:extLst>
          </p:cNvPr>
          <p:cNvSpPr>
            <a:spLocks xmlns:a="http://schemas.openxmlformats.org/drawingml/2006/main" noGrp="1"/>
          </p:cNvSpPr>
          <p:nvPr/>
        </p:nvSpPr>
        <p:spPr>
          <a:xfrm xmlns:a="http://schemas.openxmlformats.org/drawingml/2006/main">
            <a:off x="685800" y="6496050"/>
            <a:ext cx="10820400" cy="9525"/>
          </a:xfrm>
          <a:prstGeom xmlns:a="http://schemas.openxmlformats.org/drawingml/2006/main" prst="rect">
            <a:avLst/>
          </a:prstGeom>
          <a:solidFill xmlns:a="http://schemas.openxmlformats.org/drawingml/2006/main">
            <a:srgbClr val="DCE3EC"/>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4EEEB512-B61D-4234-BF5B-E7FCE68FD363}"/>
              </a:ext>
            </a:extLst>
          </p:cNvPr>
          <p:cNvSpPr>
            <a:spLocks xmlns:a="http://schemas.openxmlformats.org/drawingml/2006/main" noGrp="1"/>
          </p:cNvSpPr>
          <p:nvPr/>
        </p:nvSpPr>
        <p:spPr>
          <a:xfrm xmlns:a="http://schemas.openxmlformats.org/drawingml/2006/main">
            <a:off x="685800" y="6553200"/>
            <a:ext cx="476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975" b="0" i="0">
                <a:solidFill>
                  <a:srgbClr val="98A2B3"/>
                </a:solidFill>
                <a:latin typeface="Microsoft YaHei"/>
                <a:ea typeface="Microsoft YaHei"/>
                <a:cs typeface="Microsoft YaHei"/>
              </a:defRPr>
            </a:pPr>
            <a:r>
              <a:rPr sz="975" b="0" i="0">
                <a:solidFill>
                  <a:srgbClr val="98A2B3"/>
                </a:solidFill>
                <a:latin typeface="Microsoft YaHei"/>
                <a:ea typeface="Microsoft YaHei"/>
                <a:cs typeface="Microsoft YaHei"/>
              </a:rPr>
              <a:t>Blocky Studio · Agent 搭建教育</a:t>
            </a:r>
          </a:p>
        </p:txBody>
      </p:sp>
      <p:sp>
        <p:nvSpPr>
          <p:cNvPr id="24" name="">
            <a:extLst xmlns:a="http://schemas.openxmlformats.org/drawingml/2006/main">
              <a:ext uri="{FF2B5EF4-FFF2-40B4-BE49-F238E27FC236}">
                <a16:creationId xmlns:a16="http://schemas.microsoft.com/office/drawing/2014/main" id="{F36BBFE9-8C7C-4891-A36F-ED778245CE43}"/>
              </a:ext>
            </a:extLst>
          </p:cNvPr>
          <p:cNvSpPr>
            <a:spLocks xmlns:a="http://schemas.openxmlformats.org/drawingml/2006/main" noGrp="1"/>
          </p:cNvSpPr>
          <p:nvPr/>
        </p:nvSpPr>
        <p:spPr>
          <a:xfrm xmlns:a="http://schemas.openxmlformats.org/drawingml/2006/main">
            <a:off x="10953750" y="6553200"/>
            <a:ext cx="552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975" b="0" i="0">
                <a:solidFill>
                  <a:srgbClr val="98A2B3"/>
                </a:solidFill>
                <a:latin typeface="Microsoft YaHei"/>
                <a:ea typeface="Microsoft YaHei"/>
                <a:cs typeface="Microsoft YaHei"/>
              </a:defRPr>
            </a:pPr>
            <a:r>
              <a:rPr sz="975" b="0" i="0">
                <a:solidFill>
                  <a:srgbClr val="98A2B3"/>
                </a:solidFill>
                <a:latin typeface="Microsoft YaHei"/>
                <a:ea typeface="Microsoft YaHei"/>
                <a:cs typeface="Microsoft YaHei"/>
              </a:rPr>
              <a:t>14</a:t>
            </a:r>
          </a:p>
        </p:txBody>
      </p:sp>
      <p:sp>
        <p:nvSpPr>
          <p:cNvPr id="26" name="compat-card-fill-1-1">
            <a:extLst xmlns:a="http://schemas.openxmlformats.org/drawingml/2006/main">
              <a:ext uri="{FF2B5EF4-FFF2-40B4-BE49-F238E27FC236}">
                <a16:creationId xmlns:a16="http://schemas.microsoft.com/office/drawing/2014/main" id="{F69DB481-5385-40C6-8BEA-8619F0A3E72B}"/>
              </a:ext>
            </a:extLst>
          </p:cNvPr>
          <p:cNvSpPr>
            <a:spLocks xmlns:a="http://schemas.openxmlformats.org/drawingml/2006/main" noGrp="1"/>
          </p:cNvSpPr>
          <p:nvPr/>
        </p:nvSpPr>
        <p:spPr>
          <a:xfrm xmlns:a="http://schemas.openxmlformats.org/drawingml/2006/main">
            <a:off x="895350" y="2133600"/>
            <a:ext cx="3162300" cy="381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7" name="compat-card-fill-1-2">
            <a:extLst xmlns:a="http://schemas.openxmlformats.org/drawingml/2006/main">
              <a:ext uri="{FF2B5EF4-FFF2-40B4-BE49-F238E27FC236}">
                <a16:creationId xmlns:a16="http://schemas.microsoft.com/office/drawing/2014/main" id="{E4EF5A44-61F6-43D8-A716-C98483ED0778}"/>
              </a:ext>
            </a:extLst>
          </p:cNvPr>
          <p:cNvSpPr>
            <a:spLocks xmlns:a="http://schemas.openxmlformats.org/drawingml/2006/main" noGrp="1"/>
          </p:cNvSpPr>
          <p:nvPr/>
        </p:nvSpPr>
        <p:spPr>
          <a:xfrm xmlns:a="http://schemas.openxmlformats.org/drawingml/2006/main">
            <a:off x="895350" y="2514600"/>
            <a:ext cx="3162300" cy="381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8" name="compat-card-fill-1-3">
            <a:extLst xmlns:a="http://schemas.openxmlformats.org/drawingml/2006/main">
              <a:ext uri="{FF2B5EF4-FFF2-40B4-BE49-F238E27FC236}">
                <a16:creationId xmlns:a16="http://schemas.microsoft.com/office/drawing/2014/main" id="{2D5C7F0A-2376-4FCC-B006-D475EB4611E7}"/>
              </a:ext>
            </a:extLst>
          </p:cNvPr>
          <p:cNvSpPr>
            <a:spLocks xmlns:a="http://schemas.openxmlformats.org/drawingml/2006/main" noGrp="1"/>
          </p:cNvSpPr>
          <p:nvPr/>
        </p:nvSpPr>
        <p:spPr>
          <a:xfrm xmlns:a="http://schemas.openxmlformats.org/drawingml/2006/main">
            <a:off x="895350" y="2895600"/>
            <a:ext cx="3162300" cy="4762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9" name="compat-card-1">
            <a:extLst xmlns:a="http://schemas.openxmlformats.org/drawingml/2006/main">
              <a:ext uri="{FF2B5EF4-FFF2-40B4-BE49-F238E27FC236}">
                <a16:creationId xmlns:a16="http://schemas.microsoft.com/office/drawing/2014/main" id="{6C151DE4-71A9-4FA2-9A44-BC594719616F}"/>
              </a:ext>
            </a:extLst>
          </p:cNvPr>
          <p:cNvSpPr>
            <a:spLocks xmlns:a="http://schemas.openxmlformats.org/drawingml/2006/main" noGrp="1"/>
          </p:cNvSpPr>
          <p:nvPr/>
        </p:nvSpPr>
        <p:spPr>
          <a:xfrm xmlns:a="http://schemas.openxmlformats.org/drawingml/2006/main">
            <a:off x="838200" y="2076450"/>
            <a:ext cx="3276600" cy="1352550"/>
          </a:xfrm>
          <a:prstGeom xmlns:a="http://schemas.openxmlformats.org/drawingml/2006/main" prst="roundRect">
            <a:avLst>
              <a:gd name="adj" fmla="val 5634"/>
            </a:avLst>
          </a:prstGeom>
          <a:noFill xmlns:a="http://schemas.openxmlformats.org/drawingml/2006/main"/>
          <a:ln xmlns:a="http://schemas.openxmlformats.org/drawingml/2006/main" w="9525">
            <a:solidFill>
              <a:srgbClr val="DDE7F5"/>
            </a:solidFill>
            <a:prstDash val="solid"/>
          </a:ln>
        </p:spPr>
      </p:sp>
      <p:sp>
        <p:nvSpPr>
          <p:cNvPr id="30" name="compat-accent-1">
            <a:extLst xmlns:a="http://schemas.openxmlformats.org/drawingml/2006/main">
              <a:ext uri="{FF2B5EF4-FFF2-40B4-BE49-F238E27FC236}">
                <a16:creationId xmlns:a16="http://schemas.microsoft.com/office/drawing/2014/main" id="{4A5AF1A7-B885-4B88-B017-97B67775F82B}"/>
              </a:ext>
            </a:extLst>
          </p:cNvPr>
          <p:cNvSpPr>
            <a:spLocks xmlns:a="http://schemas.openxmlformats.org/drawingml/2006/main" noGrp="1"/>
          </p:cNvSpPr>
          <p:nvPr/>
        </p:nvSpPr>
        <p:spPr>
          <a:xfrm xmlns:a="http://schemas.openxmlformats.org/drawingml/2006/main">
            <a:off x="838200" y="2228850"/>
            <a:ext cx="47625" cy="1047750"/>
          </a:xfrm>
          <a:prstGeom xmlns:a="http://schemas.openxmlformats.org/drawingml/2006/main" prst="rect">
            <a:avLst/>
          </a:prstGeom>
          <a:solidFill xmlns:a="http://schemas.openxmlformats.org/drawingml/2006/main">
            <a:srgbClr val="176BFF"/>
          </a:solidFill>
          <a:ln xmlns:a="http://schemas.openxmlformats.org/drawingml/2006/main" w="0">
            <a:noFill/>
            <a:prstDash val="solid"/>
          </a:ln>
        </p:spPr>
      </p:sp>
      <p:sp>
        <p:nvSpPr>
          <p:cNvPr id="31" name="compat-title-1">
            <a:extLst xmlns:a="http://schemas.openxmlformats.org/drawingml/2006/main">
              <a:ext uri="{FF2B5EF4-FFF2-40B4-BE49-F238E27FC236}">
                <a16:creationId xmlns:a16="http://schemas.microsoft.com/office/drawing/2014/main" id="{34755EBE-93F0-4137-A1C0-A92B874AF4D1}"/>
              </a:ext>
            </a:extLst>
          </p:cNvPr>
          <p:cNvSpPr>
            <a:spLocks xmlns:a="http://schemas.openxmlformats.org/drawingml/2006/main" noGrp="1"/>
          </p:cNvSpPr>
          <p:nvPr/>
        </p:nvSpPr>
        <p:spPr>
          <a:xfrm xmlns:a="http://schemas.openxmlformats.org/drawingml/2006/main">
            <a:off x="1066800" y="2247900"/>
            <a:ext cx="27813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200" b="1">
                <a:solidFill>
                  <a:srgbClr val="176BFF"/>
                </a:solidFill>
                <a:latin typeface="Microsoft YaHei"/>
                <a:ea typeface="Microsoft YaHei"/>
                <a:cs typeface="Microsoft YaHei"/>
              </a:defRPr>
            </a:pPr>
            <a:r>
              <a:rPr sz="1200" b="1">
                <a:solidFill>
                  <a:srgbClr val="176BFF"/>
                </a:solidFill>
                <a:latin typeface="Microsoft YaHei"/>
                <a:ea typeface="Microsoft YaHei"/>
                <a:cs typeface="Microsoft YaHei"/>
              </a:rPr>
              <a:t>轻量编码 Agent</a:t>
            </a:r>
          </a:p>
        </p:txBody>
      </p:sp>
      <p:sp>
        <p:nvSpPr>
          <p:cNvPr id="32" name="compat-name-1">
            <a:extLst xmlns:a="http://schemas.openxmlformats.org/drawingml/2006/main">
              <a:ext uri="{FF2B5EF4-FFF2-40B4-BE49-F238E27FC236}">
                <a16:creationId xmlns:a16="http://schemas.microsoft.com/office/drawing/2014/main" id="{7B4D9A5C-E768-4DC4-A8BF-A0C0D3177F91}"/>
              </a:ext>
            </a:extLst>
          </p:cNvPr>
          <p:cNvSpPr>
            <a:spLocks xmlns:a="http://schemas.openxmlformats.org/drawingml/2006/main" noGrp="1"/>
          </p:cNvSpPr>
          <p:nvPr/>
        </p:nvSpPr>
        <p:spPr>
          <a:xfrm xmlns:a="http://schemas.openxmlformats.org/drawingml/2006/main">
            <a:off x="1066800" y="2533650"/>
            <a:ext cx="27813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950" b="1">
                <a:solidFill>
                  <a:srgbClr val="111827"/>
                </a:solidFill>
                <a:latin typeface="Microsoft YaHei"/>
                <a:ea typeface="Microsoft YaHei"/>
                <a:cs typeface="Microsoft YaHei"/>
              </a:defRPr>
            </a:pPr>
            <a:r>
              <a:rPr sz="1950" b="1">
                <a:solidFill>
                  <a:srgbClr val="111827"/>
                </a:solidFill>
                <a:latin typeface="Microsoft YaHei"/>
                <a:ea typeface="Microsoft YaHei"/>
                <a:cs typeface="Microsoft YaHei"/>
              </a:rPr>
              <a:t>Pi</a:t>
            </a:r>
          </a:p>
        </p:txBody>
      </p:sp>
      <p:sp>
        <p:nvSpPr>
          <p:cNvPr id="33" name="compat-desc-1">
            <a:extLst xmlns:a="http://schemas.openxmlformats.org/drawingml/2006/main">
              <a:ext uri="{FF2B5EF4-FFF2-40B4-BE49-F238E27FC236}">
                <a16:creationId xmlns:a16="http://schemas.microsoft.com/office/drawing/2014/main" id="{6EEF4EE7-6902-4F7D-979E-88501EA44802}"/>
              </a:ext>
            </a:extLst>
          </p:cNvPr>
          <p:cNvSpPr>
            <a:spLocks xmlns:a="http://schemas.openxmlformats.org/drawingml/2006/main" noGrp="1"/>
          </p:cNvSpPr>
          <p:nvPr/>
        </p:nvSpPr>
        <p:spPr>
          <a:xfrm xmlns:a="http://schemas.openxmlformats.org/drawingml/2006/main">
            <a:off x="1066800" y="2952750"/>
            <a:ext cx="28194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050">
                <a:solidFill>
                  <a:srgbClr val="64748B"/>
                </a:solidFill>
                <a:latin typeface="Microsoft YaHei"/>
                <a:ea typeface="Microsoft YaHei"/>
                <a:cs typeface="Microsoft YaHei"/>
              </a:defRPr>
            </a:pPr>
            <a:r>
              <a:rPr sz="1125" b="0">
                <a:solidFill>
                  <a:srgbClr val="667085"/>
                </a:solidFill>
                <a:latin typeface="Microsoft YaHei"/>
                <a:ea typeface="Microsoft YaHei"/>
                <a:cs typeface="Microsoft YaHei"/>
              </a:rPr>
              <a:t>工具调用｜read / write / edit / bash</a:t>
            </a:r>
          </a:p>
        </p:txBody>
      </p:sp>
      <p:sp>
        <p:nvSpPr>
          <p:cNvPr id="34" name="compat-card-fill-2-1">
            <a:extLst xmlns:a="http://schemas.openxmlformats.org/drawingml/2006/main">
              <a:ext uri="{FF2B5EF4-FFF2-40B4-BE49-F238E27FC236}">
                <a16:creationId xmlns:a16="http://schemas.microsoft.com/office/drawing/2014/main" id="{6678D41D-B7A4-47ED-A705-BC8B0F76C6AB}"/>
              </a:ext>
            </a:extLst>
          </p:cNvPr>
          <p:cNvSpPr>
            <a:spLocks xmlns:a="http://schemas.openxmlformats.org/drawingml/2006/main" noGrp="1"/>
          </p:cNvSpPr>
          <p:nvPr/>
        </p:nvSpPr>
        <p:spPr>
          <a:xfrm xmlns:a="http://schemas.openxmlformats.org/drawingml/2006/main">
            <a:off x="4438650" y="2133600"/>
            <a:ext cx="3162300" cy="381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5" name="compat-card-fill-2-2">
            <a:extLst xmlns:a="http://schemas.openxmlformats.org/drawingml/2006/main">
              <a:ext uri="{FF2B5EF4-FFF2-40B4-BE49-F238E27FC236}">
                <a16:creationId xmlns:a16="http://schemas.microsoft.com/office/drawing/2014/main" id="{AF7B2C68-02AD-4AB9-9093-19F05DEF1A4B}"/>
              </a:ext>
            </a:extLst>
          </p:cNvPr>
          <p:cNvSpPr>
            <a:spLocks xmlns:a="http://schemas.openxmlformats.org/drawingml/2006/main" noGrp="1"/>
          </p:cNvSpPr>
          <p:nvPr/>
        </p:nvSpPr>
        <p:spPr>
          <a:xfrm xmlns:a="http://schemas.openxmlformats.org/drawingml/2006/main">
            <a:off x="4438650" y="2514600"/>
            <a:ext cx="3162300" cy="381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6" name="compat-card-fill-2-3">
            <a:extLst xmlns:a="http://schemas.openxmlformats.org/drawingml/2006/main">
              <a:ext uri="{FF2B5EF4-FFF2-40B4-BE49-F238E27FC236}">
                <a16:creationId xmlns:a16="http://schemas.microsoft.com/office/drawing/2014/main" id="{E3636D79-096C-47D6-B78F-E30DAF504A34}"/>
              </a:ext>
            </a:extLst>
          </p:cNvPr>
          <p:cNvSpPr>
            <a:spLocks xmlns:a="http://schemas.openxmlformats.org/drawingml/2006/main" noGrp="1"/>
          </p:cNvSpPr>
          <p:nvPr/>
        </p:nvSpPr>
        <p:spPr>
          <a:xfrm xmlns:a="http://schemas.openxmlformats.org/drawingml/2006/main">
            <a:off x="4438650" y="2895600"/>
            <a:ext cx="3162300" cy="4762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7" name="compat-card-2">
            <a:extLst xmlns:a="http://schemas.openxmlformats.org/drawingml/2006/main">
              <a:ext uri="{FF2B5EF4-FFF2-40B4-BE49-F238E27FC236}">
                <a16:creationId xmlns:a16="http://schemas.microsoft.com/office/drawing/2014/main" id="{59DCAF35-0EEB-4DA4-B734-CCF9E9C4CFF7}"/>
              </a:ext>
            </a:extLst>
          </p:cNvPr>
          <p:cNvSpPr>
            <a:spLocks xmlns:a="http://schemas.openxmlformats.org/drawingml/2006/main" noGrp="1"/>
          </p:cNvSpPr>
          <p:nvPr/>
        </p:nvSpPr>
        <p:spPr>
          <a:xfrm xmlns:a="http://schemas.openxmlformats.org/drawingml/2006/main">
            <a:off x="4381500" y="2076450"/>
            <a:ext cx="3276600" cy="1352550"/>
          </a:xfrm>
          <a:prstGeom xmlns:a="http://schemas.openxmlformats.org/drawingml/2006/main" prst="roundRect">
            <a:avLst>
              <a:gd name="adj" fmla="val 5634"/>
            </a:avLst>
          </a:prstGeom>
          <a:noFill xmlns:a="http://schemas.openxmlformats.org/drawingml/2006/main"/>
          <a:ln xmlns:a="http://schemas.openxmlformats.org/drawingml/2006/main" w="9525">
            <a:solidFill>
              <a:srgbClr val="DDE7F5"/>
            </a:solidFill>
            <a:prstDash val="solid"/>
          </a:ln>
        </p:spPr>
      </p:sp>
      <p:sp>
        <p:nvSpPr>
          <p:cNvPr id="38" name="compat-accent-2">
            <a:extLst xmlns:a="http://schemas.openxmlformats.org/drawingml/2006/main">
              <a:ext uri="{FF2B5EF4-FFF2-40B4-BE49-F238E27FC236}">
                <a16:creationId xmlns:a16="http://schemas.microsoft.com/office/drawing/2014/main" id="{6D379EDB-817E-4F0B-91DB-DF83E8488E25}"/>
              </a:ext>
            </a:extLst>
          </p:cNvPr>
          <p:cNvSpPr>
            <a:spLocks xmlns:a="http://schemas.openxmlformats.org/drawingml/2006/main" noGrp="1"/>
          </p:cNvSpPr>
          <p:nvPr/>
        </p:nvSpPr>
        <p:spPr>
          <a:xfrm xmlns:a="http://schemas.openxmlformats.org/drawingml/2006/main">
            <a:off x="4381500" y="2228850"/>
            <a:ext cx="47625" cy="1047750"/>
          </a:xfrm>
          <a:prstGeom xmlns:a="http://schemas.openxmlformats.org/drawingml/2006/main" prst="rect">
            <a:avLst/>
          </a:prstGeom>
          <a:solidFill xmlns:a="http://schemas.openxmlformats.org/drawingml/2006/main">
            <a:srgbClr val="176BFF"/>
          </a:solidFill>
          <a:ln xmlns:a="http://schemas.openxmlformats.org/drawingml/2006/main" w="0">
            <a:noFill/>
            <a:prstDash val="solid"/>
          </a:ln>
        </p:spPr>
      </p:sp>
      <p:sp>
        <p:nvSpPr>
          <p:cNvPr id="39" name="compat-title-2">
            <a:extLst xmlns:a="http://schemas.openxmlformats.org/drawingml/2006/main">
              <a:ext uri="{FF2B5EF4-FFF2-40B4-BE49-F238E27FC236}">
                <a16:creationId xmlns:a16="http://schemas.microsoft.com/office/drawing/2014/main" id="{E6BC2108-034B-409A-ABE7-485519372F2C}"/>
              </a:ext>
            </a:extLst>
          </p:cNvPr>
          <p:cNvSpPr>
            <a:spLocks xmlns:a="http://schemas.openxmlformats.org/drawingml/2006/main" noGrp="1"/>
          </p:cNvSpPr>
          <p:nvPr/>
        </p:nvSpPr>
        <p:spPr>
          <a:xfrm xmlns:a="http://schemas.openxmlformats.org/drawingml/2006/main">
            <a:off x="4610100" y="2247900"/>
            <a:ext cx="27813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200" b="1">
                <a:solidFill>
                  <a:srgbClr val="176BFF"/>
                </a:solidFill>
                <a:latin typeface="Microsoft YaHei"/>
                <a:ea typeface="Microsoft YaHei"/>
                <a:cs typeface="Microsoft YaHei"/>
              </a:defRPr>
            </a:pPr>
            <a:r>
              <a:rPr sz="1200" b="1">
                <a:solidFill>
                  <a:srgbClr val="176BFF"/>
                </a:solidFill>
                <a:latin typeface="Microsoft YaHei"/>
                <a:ea typeface="Microsoft YaHei"/>
                <a:cs typeface="Microsoft YaHei"/>
              </a:rPr>
              <a:t>专业编程 Agent</a:t>
            </a:r>
          </a:p>
        </p:txBody>
      </p:sp>
      <p:sp>
        <p:nvSpPr>
          <p:cNvPr id="40" name="compat-name-2">
            <a:extLst xmlns:a="http://schemas.openxmlformats.org/drawingml/2006/main">
              <a:ext uri="{FF2B5EF4-FFF2-40B4-BE49-F238E27FC236}">
                <a16:creationId xmlns:a16="http://schemas.microsoft.com/office/drawing/2014/main" id="{53F45C2E-A901-407B-AAAB-6E9BA20F451C}"/>
              </a:ext>
            </a:extLst>
          </p:cNvPr>
          <p:cNvSpPr>
            <a:spLocks xmlns:a="http://schemas.openxmlformats.org/drawingml/2006/main" noGrp="1"/>
          </p:cNvSpPr>
          <p:nvPr/>
        </p:nvSpPr>
        <p:spPr>
          <a:xfrm xmlns:a="http://schemas.openxmlformats.org/drawingml/2006/main">
            <a:off x="4610100" y="2533650"/>
            <a:ext cx="27813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950" b="1">
                <a:solidFill>
                  <a:srgbClr val="111827"/>
                </a:solidFill>
                <a:latin typeface="Microsoft YaHei"/>
                <a:ea typeface="Microsoft YaHei"/>
                <a:cs typeface="Microsoft YaHei"/>
              </a:defRPr>
            </a:pPr>
            <a:r>
              <a:rPr sz="1950" b="1">
                <a:solidFill>
                  <a:srgbClr val="111827"/>
                </a:solidFill>
                <a:latin typeface="Microsoft YaHei"/>
                <a:ea typeface="Microsoft YaHei"/>
                <a:cs typeface="Microsoft YaHei"/>
              </a:rPr>
              <a:t>Codex</a:t>
            </a:r>
          </a:p>
        </p:txBody>
      </p:sp>
      <p:sp>
        <p:nvSpPr>
          <p:cNvPr id="41" name="compat-desc-2">
            <a:extLst xmlns:a="http://schemas.openxmlformats.org/drawingml/2006/main">
              <a:ext uri="{FF2B5EF4-FFF2-40B4-BE49-F238E27FC236}">
                <a16:creationId xmlns:a16="http://schemas.microsoft.com/office/drawing/2014/main" id="{7857053F-D439-4C53-B6DB-03E22CF16485}"/>
              </a:ext>
            </a:extLst>
          </p:cNvPr>
          <p:cNvSpPr>
            <a:spLocks xmlns:a="http://schemas.openxmlformats.org/drawingml/2006/main" noGrp="1"/>
          </p:cNvSpPr>
          <p:nvPr/>
        </p:nvSpPr>
        <p:spPr>
          <a:xfrm xmlns:a="http://schemas.openxmlformats.org/drawingml/2006/main">
            <a:off x="4610100" y="2952750"/>
            <a:ext cx="28194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96117"/>
          </a:bodyPr>
          <a:lstStyle xmlns:a="http://schemas.openxmlformats.org/drawingml/2006/main"/>
          <a:p xmlns:a="http://schemas.openxmlformats.org/drawingml/2006/main">
            <a:pPr algn="l">
              <a:buNone/>
              <a:defRPr sz="1050">
                <a:solidFill>
                  <a:srgbClr val="64748B"/>
                </a:solidFill>
                <a:latin typeface="Microsoft YaHei"/>
                <a:ea typeface="Microsoft YaHei"/>
                <a:cs typeface="Microsoft YaHei"/>
              </a:defRPr>
            </a:pPr>
            <a:r>
              <a:rPr sz="1125" b="0">
                <a:solidFill>
                  <a:srgbClr val="667085"/>
                </a:solidFill>
                <a:latin typeface="Microsoft YaHei"/>
                <a:ea typeface="Microsoft YaHei"/>
                <a:cs typeface="Microsoft YaHei"/>
              </a:rPr>
              <a:t>工程规则｜AGENTS.md / Skills / MCP / 沙箱</a:t>
            </a:r>
          </a:p>
        </p:txBody>
      </p:sp>
      <p:sp>
        <p:nvSpPr>
          <p:cNvPr id="42" name="compat-card-fill-3-1">
            <a:extLst xmlns:a="http://schemas.openxmlformats.org/drawingml/2006/main">
              <a:ext uri="{FF2B5EF4-FFF2-40B4-BE49-F238E27FC236}">
                <a16:creationId xmlns:a16="http://schemas.microsoft.com/office/drawing/2014/main" id="{D02C6BBE-B855-49E3-9FFF-F9AAB4710C1E}"/>
              </a:ext>
            </a:extLst>
          </p:cNvPr>
          <p:cNvSpPr>
            <a:spLocks xmlns:a="http://schemas.openxmlformats.org/drawingml/2006/main" noGrp="1"/>
          </p:cNvSpPr>
          <p:nvPr/>
        </p:nvSpPr>
        <p:spPr>
          <a:xfrm xmlns:a="http://schemas.openxmlformats.org/drawingml/2006/main">
            <a:off x="7981950" y="2133600"/>
            <a:ext cx="3162300" cy="381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3" name="compat-card-fill-3-2">
            <a:extLst xmlns:a="http://schemas.openxmlformats.org/drawingml/2006/main">
              <a:ext uri="{FF2B5EF4-FFF2-40B4-BE49-F238E27FC236}">
                <a16:creationId xmlns:a16="http://schemas.microsoft.com/office/drawing/2014/main" id="{777F7FB1-AD1C-4E78-AC1C-0C013DEA09DB}"/>
              </a:ext>
            </a:extLst>
          </p:cNvPr>
          <p:cNvSpPr>
            <a:spLocks xmlns:a="http://schemas.openxmlformats.org/drawingml/2006/main" noGrp="1"/>
          </p:cNvSpPr>
          <p:nvPr/>
        </p:nvSpPr>
        <p:spPr>
          <a:xfrm xmlns:a="http://schemas.openxmlformats.org/drawingml/2006/main">
            <a:off x="7981950" y="2514600"/>
            <a:ext cx="3162300" cy="381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4" name="compat-card-fill-3-3">
            <a:extLst xmlns:a="http://schemas.openxmlformats.org/drawingml/2006/main">
              <a:ext uri="{FF2B5EF4-FFF2-40B4-BE49-F238E27FC236}">
                <a16:creationId xmlns:a16="http://schemas.microsoft.com/office/drawing/2014/main" id="{45AFEE63-5A0B-450B-8AC2-1BF30F6BF4B6}"/>
              </a:ext>
            </a:extLst>
          </p:cNvPr>
          <p:cNvSpPr>
            <a:spLocks xmlns:a="http://schemas.openxmlformats.org/drawingml/2006/main" noGrp="1"/>
          </p:cNvSpPr>
          <p:nvPr/>
        </p:nvSpPr>
        <p:spPr>
          <a:xfrm xmlns:a="http://schemas.openxmlformats.org/drawingml/2006/main">
            <a:off x="7981950" y="2895600"/>
            <a:ext cx="3162300" cy="4762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5" name="compat-card-3">
            <a:extLst xmlns:a="http://schemas.openxmlformats.org/drawingml/2006/main">
              <a:ext uri="{FF2B5EF4-FFF2-40B4-BE49-F238E27FC236}">
                <a16:creationId xmlns:a16="http://schemas.microsoft.com/office/drawing/2014/main" id="{EFD30262-A6C0-4D53-A7BF-1B52ACFE3797}"/>
              </a:ext>
            </a:extLst>
          </p:cNvPr>
          <p:cNvSpPr>
            <a:spLocks xmlns:a="http://schemas.openxmlformats.org/drawingml/2006/main" noGrp="1"/>
          </p:cNvSpPr>
          <p:nvPr/>
        </p:nvSpPr>
        <p:spPr>
          <a:xfrm xmlns:a="http://schemas.openxmlformats.org/drawingml/2006/main">
            <a:off x="7924800" y="2076450"/>
            <a:ext cx="3276600" cy="1352550"/>
          </a:xfrm>
          <a:prstGeom xmlns:a="http://schemas.openxmlformats.org/drawingml/2006/main" prst="roundRect">
            <a:avLst>
              <a:gd name="adj" fmla="val 5634"/>
            </a:avLst>
          </a:prstGeom>
          <a:noFill xmlns:a="http://schemas.openxmlformats.org/drawingml/2006/main"/>
          <a:ln xmlns:a="http://schemas.openxmlformats.org/drawingml/2006/main" w="9525">
            <a:solidFill>
              <a:srgbClr val="DDE7F5"/>
            </a:solidFill>
            <a:prstDash val="solid"/>
          </a:ln>
        </p:spPr>
      </p:sp>
      <p:sp>
        <p:nvSpPr>
          <p:cNvPr id="46" name="compat-accent-3">
            <a:extLst xmlns:a="http://schemas.openxmlformats.org/drawingml/2006/main">
              <a:ext uri="{FF2B5EF4-FFF2-40B4-BE49-F238E27FC236}">
                <a16:creationId xmlns:a16="http://schemas.microsoft.com/office/drawing/2014/main" id="{B425A560-FF61-42E2-8088-6874D276AB15}"/>
              </a:ext>
            </a:extLst>
          </p:cNvPr>
          <p:cNvSpPr>
            <a:spLocks xmlns:a="http://schemas.openxmlformats.org/drawingml/2006/main" noGrp="1"/>
          </p:cNvSpPr>
          <p:nvPr/>
        </p:nvSpPr>
        <p:spPr>
          <a:xfrm xmlns:a="http://schemas.openxmlformats.org/drawingml/2006/main">
            <a:off x="7924800" y="2228850"/>
            <a:ext cx="47625" cy="1047750"/>
          </a:xfrm>
          <a:prstGeom xmlns:a="http://schemas.openxmlformats.org/drawingml/2006/main" prst="rect">
            <a:avLst/>
          </a:prstGeom>
          <a:solidFill xmlns:a="http://schemas.openxmlformats.org/drawingml/2006/main">
            <a:srgbClr val="176BFF"/>
          </a:solidFill>
          <a:ln xmlns:a="http://schemas.openxmlformats.org/drawingml/2006/main" w="0">
            <a:noFill/>
            <a:prstDash val="solid"/>
          </a:ln>
        </p:spPr>
      </p:sp>
      <p:sp>
        <p:nvSpPr>
          <p:cNvPr id="47" name="compat-title-3">
            <a:extLst xmlns:a="http://schemas.openxmlformats.org/drawingml/2006/main">
              <a:ext uri="{FF2B5EF4-FFF2-40B4-BE49-F238E27FC236}">
                <a16:creationId xmlns:a16="http://schemas.microsoft.com/office/drawing/2014/main" id="{DE4D6871-BF98-4AEC-B845-AFDCEC1FCA89}"/>
              </a:ext>
            </a:extLst>
          </p:cNvPr>
          <p:cNvSpPr>
            <a:spLocks xmlns:a="http://schemas.openxmlformats.org/drawingml/2006/main" noGrp="1"/>
          </p:cNvSpPr>
          <p:nvPr/>
        </p:nvSpPr>
        <p:spPr>
          <a:xfrm xmlns:a="http://schemas.openxmlformats.org/drawingml/2006/main">
            <a:off x="8153400" y="2247900"/>
            <a:ext cx="27813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200" b="1">
                <a:solidFill>
                  <a:srgbClr val="176BFF"/>
                </a:solidFill>
                <a:latin typeface="Microsoft YaHei"/>
                <a:ea typeface="Microsoft YaHei"/>
                <a:cs typeface="Microsoft YaHei"/>
              </a:defRPr>
            </a:pPr>
            <a:r>
              <a:rPr sz="1200" b="1">
                <a:solidFill>
                  <a:srgbClr val="176BFF"/>
                </a:solidFill>
                <a:latin typeface="Microsoft YaHei"/>
                <a:ea typeface="Microsoft YaHei"/>
                <a:cs typeface="Microsoft YaHei"/>
              </a:rPr>
              <a:t>个人助理 Agent</a:t>
            </a:r>
          </a:p>
        </p:txBody>
      </p:sp>
      <p:sp>
        <p:nvSpPr>
          <p:cNvPr id="48" name="compat-name-3">
            <a:extLst xmlns:a="http://schemas.openxmlformats.org/drawingml/2006/main">
              <a:ext uri="{FF2B5EF4-FFF2-40B4-BE49-F238E27FC236}">
                <a16:creationId xmlns:a16="http://schemas.microsoft.com/office/drawing/2014/main" id="{DED0F3A4-98EC-4B28-99FD-5C1D27931BB8}"/>
              </a:ext>
            </a:extLst>
          </p:cNvPr>
          <p:cNvSpPr>
            <a:spLocks xmlns:a="http://schemas.openxmlformats.org/drawingml/2006/main" noGrp="1"/>
          </p:cNvSpPr>
          <p:nvPr/>
        </p:nvSpPr>
        <p:spPr>
          <a:xfrm xmlns:a="http://schemas.openxmlformats.org/drawingml/2006/main">
            <a:off x="8153400" y="2533650"/>
            <a:ext cx="27813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950" b="1">
                <a:solidFill>
                  <a:srgbClr val="111827"/>
                </a:solidFill>
                <a:latin typeface="Microsoft YaHei"/>
                <a:ea typeface="Microsoft YaHei"/>
                <a:cs typeface="Microsoft YaHei"/>
              </a:defRPr>
            </a:pPr>
            <a:r>
              <a:rPr sz="1950" b="1">
                <a:solidFill>
                  <a:srgbClr val="111827"/>
                </a:solidFill>
                <a:latin typeface="Microsoft YaHei"/>
                <a:ea typeface="Microsoft YaHei"/>
                <a:cs typeface="Microsoft YaHei"/>
              </a:rPr>
              <a:t>OpenClaw</a:t>
            </a:r>
          </a:p>
        </p:txBody>
      </p:sp>
      <p:sp>
        <p:nvSpPr>
          <p:cNvPr id="49" name="compat-desc-3">
            <a:extLst xmlns:a="http://schemas.openxmlformats.org/drawingml/2006/main">
              <a:ext uri="{FF2B5EF4-FFF2-40B4-BE49-F238E27FC236}">
                <a16:creationId xmlns:a16="http://schemas.microsoft.com/office/drawing/2014/main" id="{18FAF0F3-633A-440E-8341-7797379702B4}"/>
              </a:ext>
            </a:extLst>
          </p:cNvPr>
          <p:cNvSpPr>
            <a:spLocks xmlns:a="http://schemas.openxmlformats.org/drawingml/2006/main" noGrp="1"/>
          </p:cNvSpPr>
          <p:nvPr/>
        </p:nvSpPr>
        <p:spPr>
          <a:xfrm xmlns:a="http://schemas.openxmlformats.org/drawingml/2006/main">
            <a:off x="8153400" y="2952750"/>
            <a:ext cx="28194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050">
                <a:solidFill>
                  <a:srgbClr val="64748B"/>
                </a:solidFill>
                <a:latin typeface="Microsoft YaHei"/>
                <a:ea typeface="Microsoft YaHei"/>
                <a:cs typeface="Microsoft YaHei"/>
              </a:defRPr>
            </a:pPr>
            <a:r>
              <a:rPr sz="1125" b="0">
                <a:solidFill>
                  <a:srgbClr val="667085"/>
                </a:solidFill>
                <a:latin typeface="Microsoft YaHei"/>
                <a:ea typeface="Microsoft YaHei"/>
                <a:cs typeface="Microsoft YaHei"/>
              </a:rPr>
              <a:t>会话记忆｜Gateway / 会话 / 记忆 / 渠道</a:t>
            </a:r>
          </a:p>
        </p:txBody>
      </p:sp>
      <p:sp>
        <p:nvSpPr>
          <p:cNvPr id="50" name="compat-card-fill-4-1">
            <a:extLst xmlns:a="http://schemas.openxmlformats.org/drawingml/2006/main">
              <a:ext uri="{FF2B5EF4-FFF2-40B4-BE49-F238E27FC236}">
                <a16:creationId xmlns:a16="http://schemas.microsoft.com/office/drawing/2014/main" id="{E0562B3F-3B89-4B8F-A3C5-10385080D496}"/>
              </a:ext>
            </a:extLst>
          </p:cNvPr>
          <p:cNvSpPr>
            <a:spLocks xmlns:a="http://schemas.openxmlformats.org/drawingml/2006/main" noGrp="1"/>
          </p:cNvSpPr>
          <p:nvPr/>
        </p:nvSpPr>
        <p:spPr>
          <a:xfrm xmlns:a="http://schemas.openxmlformats.org/drawingml/2006/main">
            <a:off x="895350" y="3695700"/>
            <a:ext cx="3162300" cy="381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51" name="compat-card-fill-4-2">
            <a:extLst xmlns:a="http://schemas.openxmlformats.org/drawingml/2006/main">
              <a:ext uri="{FF2B5EF4-FFF2-40B4-BE49-F238E27FC236}">
                <a16:creationId xmlns:a16="http://schemas.microsoft.com/office/drawing/2014/main" id="{48C12C69-CFB1-4C46-BBD9-D4625CCBA581}"/>
              </a:ext>
            </a:extLst>
          </p:cNvPr>
          <p:cNvSpPr>
            <a:spLocks xmlns:a="http://schemas.openxmlformats.org/drawingml/2006/main" noGrp="1"/>
          </p:cNvSpPr>
          <p:nvPr/>
        </p:nvSpPr>
        <p:spPr>
          <a:xfrm xmlns:a="http://schemas.openxmlformats.org/drawingml/2006/main">
            <a:off x="895350" y="4076700"/>
            <a:ext cx="3162300" cy="381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52" name="compat-card-fill-4-3">
            <a:extLst xmlns:a="http://schemas.openxmlformats.org/drawingml/2006/main">
              <a:ext uri="{FF2B5EF4-FFF2-40B4-BE49-F238E27FC236}">
                <a16:creationId xmlns:a16="http://schemas.microsoft.com/office/drawing/2014/main" id="{B526D05E-C47D-49D2-A72B-7996334C26A3}"/>
              </a:ext>
            </a:extLst>
          </p:cNvPr>
          <p:cNvSpPr>
            <a:spLocks xmlns:a="http://schemas.openxmlformats.org/drawingml/2006/main" noGrp="1"/>
          </p:cNvSpPr>
          <p:nvPr/>
        </p:nvSpPr>
        <p:spPr>
          <a:xfrm xmlns:a="http://schemas.openxmlformats.org/drawingml/2006/main">
            <a:off x="895350" y="4457700"/>
            <a:ext cx="3162300" cy="4762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53" name="compat-card-4">
            <a:extLst xmlns:a="http://schemas.openxmlformats.org/drawingml/2006/main">
              <a:ext uri="{FF2B5EF4-FFF2-40B4-BE49-F238E27FC236}">
                <a16:creationId xmlns:a16="http://schemas.microsoft.com/office/drawing/2014/main" id="{78665501-39CF-43AB-A709-09CE61C4A59E}"/>
              </a:ext>
            </a:extLst>
          </p:cNvPr>
          <p:cNvSpPr>
            <a:spLocks xmlns:a="http://schemas.openxmlformats.org/drawingml/2006/main" noGrp="1"/>
          </p:cNvSpPr>
          <p:nvPr/>
        </p:nvSpPr>
        <p:spPr>
          <a:xfrm xmlns:a="http://schemas.openxmlformats.org/drawingml/2006/main">
            <a:off x="838200" y="3638550"/>
            <a:ext cx="3276600" cy="1352550"/>
          </a:xfrm>
          <a:prstGeom xmlns:a="http://schemas.openxmlformats.org/drawingml/2006/main" prst="roundRect">
            <a:avLst>
              <a:gd name="adj" fmla="val 5634"/>
            </a:avLst>
          </a:prstGeom>
          <a:noFill xmlns:a="http://schemas.openxmlformats.org/drawingml/2006/main"/>
          <a:ln xmlns:a="http://schemas.openxmlformats.org/drawingml/2006/main" w="9525">
            <a:solidFill>
              <a:srgbClr val="DDE7F5"/>
            </a:solidFill>
            <a:prstDash val="solid"/>
          </a:ln>
        </p:spPr>
      </p:sp>
      <p:sp>
        <p:nvSpPr>
          <p:cNvPr id="54" name="compat-accent-4">
            <a:extLst xmlns:a="http://schemas.openxmlformats.org/drawingml/2006/main">
              <a:ext uri="{FF2B5EF4-FFF2-40B4-BE49-F238E27FC236}">
                <a16:creationId xmlns:a16="http://schemas.microsoft.com/office/drawing/2014/main" id="{49B9AA27-CD03-495D-9699-BB6DE584A024}"/>
              </a:ext>
            </a:extLst>
          </p:cNvPr>
          <p:cNvSpPr>
            <a:spLocks xmlns:a="http://schemas.openxmlformats.org/drawingml/2006/main" noGrp="1"/>
          </p:cNvSpPr>
          <p:nvPr/>
        </p:nvSpPr>
        <p:spPr>
          <a:xfrm xmlns:a="http://schemas.openxmlformats.org/drawingml/2006/main">
            <a:off x="838200" y="3790950"/>
            <a:ext cx="47625" cy="1047750"/>
          </a:xfrm>
          <a:prstGeom xmlns:a="http://schemas.openxmlformats.org/drawingml/2006/main" prst="rect">
            <a:avLst/>
          </a:prstGeom>
          <a:solidFill xmlns:a="http://schemas.openxmlformats.org/drawingml/2006/main">
            <a:srgbClr val="176BFF"/>
          </a:solidFill>
          <a:ln xmlns:a="http://schemas.openxmlformats.org/drawingml/2006/main" w="0">
            <a:noFill/>
            <a:prstDash val="solid"/>
          </a:ln>
        </p:spPr>
      </p:sp>
      <p:sp>
        <p:nvSpPr>
          <p:cNvPr id="55" name="compat-title-4">
            <a:extLst xmlns:a="http://schemas.openxmlformats.org/drawingml/2006/main">
              <a:ext uri="{FF2B5EF4-FFF2-40B4-BE49-F238E27FC236}">
                <a16:creationId xmlns:a16="http://schemas.microsoft.com/office/drawing/2014/main" id="{D90E428E-D28E-44FA-B3D2-A6261DEF9547}"/>
              </a:ext>
            </a:extLst>
          </p:cNvPr>
          <p:cNvSpPr>
            <a:spLocks xmlns:a="http://schemas.openxmlformats.org/drawingml/2006/main" noGrp="1"/>
          </p:cNvSpPr>
          <p:nvPr/>
        </p:nvSpPr>
        <p:spPr>
          <a:xfrm xmlns:a="http://schemas.openxmlformats.org/drawingml/2006/main">
            <a:off x="1066800" y="3810000"/>
            <a:ext cx="27813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200" b="1">
                <a:solidFill>
                  <a:srgbClr val="176BFF"/>
                </a:solidFill>
                <a:latin typeface="Microsoft YaHei"/>
                <a:ea typeface="Microsoft YaHei"/>
                <a:cs typeface="Microsoft YaHei"/>
              </a:defRPr>
            </a:pPr>
            <a:r>
              <a:rPr sz="1200" b="1">
                <a:solidFill>
                  <a:srgbClr val="176BFF"/>
                </a:solidFill>
                <a:latin typeface="Microsoft YaHei"/>
                <a:ea typeface="Microsoft YaHei"/>
                <a:cs typeface="Microsoft YaHei"/>
              </a:rPr>
              <a:t>团队协作 Agent</a:t>
            </a:r>
          </a:p>
        </p:txBody>
      </p:sp>
      <p:sp>
        <p:nvSpPr>
          <p:cNvPr id="56" name="compat-name-4">
            <a:extLst xmlns:a="http://schemas.openxmlformats.org/drawingml/2006/main">
              <a:ext uri="{FF2B5EF4-FFF2-40B4-BE49-F238E27FC236}">
                <a16:creationId xmlns:a16="http://schemas.microsoft.com/office/drawing/2014/main" id="{D67341F5-F649-4091-824C-34F94796A6D1}"/>
              </a:ext>
            </a:extLst>
          </p:cNvPr>
          <p:cNvSpPr>
            <a:spLocks xmlns:a="http://schemas.openxmlformats.org/drawingml/2006/main" noGrp="1"/>
          </p:cNvSpPr>
          <p:nvPr/>
        </p:nvSpPr>
        <p:spPr>
          <a:xfrm xmlns:a="http://schemas.openxmlformats.org/drawingml/2006/main">
            <a:off x="1066800" y="4095750"/>
            <a:ext cx="27813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950" b="1">
                <a:solidFill>
                  <a:srgbClr val="111827"/>
                </a:solidFill>
                <a:latin typeface="Microsoft YaHei"/>
                <a:ea typeface="Microsoft YaHei"/>
                <a:cs typeface="Microsoft YaHei"/>
              </a:defRPr>
            </a:pPr>
            <a:r>
              <a:rPr sz="1950" b="1">
                <a:solidFill>
                  <a:srgbClr val="111827"/>
                </a:solidFill>
                <a:latin typeface="Microsoft YaHei"/>
                <a:ea typeface="Microsoft YaHei"/>
                <a:cs typeface="Microsoft YaHei"/>
              </a:rPr>
              <a:t>Hermes</a:t>
            </a:r>
          </a:p>
        </p:txBody>
      </p:sp>
      <p:sp>
        <p:nvSpPr>
          <p:cNvPr id="57" name="compat-desc-4">
            <a:extLst xmlns:a="http://schemas.openxmlformats.org/drawingml/2006/main">
              <a:ext uri="{FF2B5EF4-FFF2-40B4-BE49-F238E27FC236}">
                <a16:creationId xmlns:a16="http://schemas.microsoft.com/office/drawing/2014/main" id="{47CDDB18-5D86-4CBA-8410-B9E666436D93}"/>
              </a:ext>
            </a:extLst>
          </p:cNvPr>
          <p:cNvSpPr>
            <a:spLocks xmlns:a="http://schemas.openxmlformats.org/drawingml/2006/main" noGrp="1"/>
          </p:cNvSpPr>
          <p:nvPr/>
        </p:nvSpPr>
        <p:spPr>
          <a:xfrm xmlns:a="http://schemas.openxmlformats.org/drawingml/2006/main">
            <a:off x="1066800" y="4514850"/>
            <a:ext cx="28194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050">
                <a:solidFill>
                  <a:srgbClr val="64748B"/>
                </a:solidFill>
                <a:latin typeface="Microsoft YaHei"/>
                <a:ea typeface="Microsoft YaHei"/>
                <a:cs typeface="Microsoft YaHei"/>
              </a:defRPr>
            </a:pPr>
            <a:r>
              <a:rPr sz="1125" b="0">
                <a:solidFill>
                  <a:srgbClr val="667085"/>
                </a:solidFill>
                <a:latin typeface="Microsoft YaHei"/>
                <a:ea typeface="Microsoft YaHei"/>
                <a:cs typeface="Microsoft YaHei"/>
              </a:rPr>
              <a:t>团队协作｜消息 / 任务 / 扩展</a:t>
            </a:r>
          </a:p>
        </p:txBody>
      </p:sp>
      <p:sp>
        <p:nvSpPr>
          <p:cNvPr id="58" name="compat-card-fill-5-1">
            <a:extLst xmlns:a="http://schemas.openxmlformats.org/drawingml/2006/main">
              <a:ext uri="{FF2B5EF4-FFF2-40B4-BE49-F238E27FC236}">
                <a16:creationId xmlns:a16="http://schemas.microsoft.com/office/drawing/2014/main" id="{396A1AB6-3033-43F3-ACA5-9A38A7DB0437}"/>
              </a:ext>
            </a:extLst>
          </p:cNvPr>
          <p:cNvSpPr>
            <a:spLocks xmlns:a="http://schemas.openxmlformats.org/drawingml/2006/main" noGrp="1"/>
          </p:cNvSpPr>
          <p:nvPr/>
        </p:nvSpPr>
        <p:spPr>
          <a:xfrm xmlns:a="http://schemas.openxmlformats.org/drawingml/2006/main">
            <a:off x="4438650" y="3695700"/>
            <a:ext cx="3162300" cy="381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59" name="compat-card-fill-5-2">
            <a:extLst xmlns:a="http://schemas.openxmlformats.org/drawingml/2006/main">
              <a:ext uri="{FF2B5EF4-FFF2-40B4-BE49-F238E27FC236}">
                <a16:creationId xmlns:a16="http://schemas.microsoft.com/office/drawing/2014/main" id="{341658E3-D68B-4E28-80D8-EE43D6BFCBA3}"/>
              </a:ext>
            </a:extLst>
          </p:cNvPr>
          <p:cNvSpPr>
            <a:spLocks xmlns:a="http://schemas.openxmlformats.org/drawingml/2006/main" noGrp="1"/>
          </p:cNvSpPr>
          <p:nvPr/>
        </p:nvSpPr>
        <p:spPr>
          <a:xfrm xmlns:a="http://schemas.openxmlformats.org/drawingml/2006/main">
            <a:off x="4438650" y="4076700"/>
            <a:ext cx="3162300" cy="381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60" name="compat-card-fill-5-3">
            <a:extLst xmlns:a="http://schemas.openxmlformats.org/drawingml/2006/main">
              <a:ext uri="{FF2B5EF4-FFF2-40B4-BE49-F238E27FC236}">
                <a16:creationId xmlns:a16="http://schemas.microsoft.com/office/drawing/2014/main" id="{F78F7300-8212-4596-BBCE-56316A9D76A8}"/>
              </a:ext>
            </a:extLst>
          </p:cNvPr>
          <p:cNvSpPr>
            <a:spLocks xmlns:a="http://schemas.openxmlformats.org/drawingml/2006/main" noGrp="1"/>
          </p:cNvSpPr>
          <p:nvPr/>
        </p:nvSpPr>
        <p:spPr>
          <a:xfrm xmlns:a="http://schemas.openxmlformats.org/drawingml/2006/main">
            <a:off x="4438650" y="4457700"/>
            <a:ext cx="3162300" cy="4762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61" name="compat-card-5">
            <a:extLst xmlns:a="http://schemas.openxmlformats.org/drawingml/2006/main">
              <a:ext uri="{FF2B5EF4-FFF2-40B4-BE49-F238E27FC236}">
                <a16:creationId xmlns:a16="http://schemas.microsoft.com/office/drawing/2014/main" id="{9ADA23D9-4B4A-410F-95B5-E660DEDA7FBD}"/>
              </a:ext>
            </a:extLst>
          </p:cNvPr>
          <p:cNvSpPr>
            <a:spLocks xmlns:a="http://schemas.openxmlformats.org/drawingml/2006/main" noGrp="1"/>
          </p:cNvSpPr>
          <p:nvPr/>
        </p:nvSpPr>
        <p:spPr>
          <a:xfrm xmlns:a="http://schemas.openxmlformats.org/drawingml/2006/main">
            <a:off x="4381500" y="3638550"/>
            <a:ext cx="3276600" cy="1352550"/>
          </a:xfrm>
          <a:prstGeom xmlns:a="http://schemas.openxmlformats.org/drawingml/2006/main" prst="roundRect">
            <a:avLst>
              <a:gd name="adj" fmla="val 5634"/>
            </a:avLst>
          </a:prstGeom>
          <a:noFill xmlns:a="http://schemas.openxmlformats.org/drawingml/2006/main"/>
          <a:ln xmlns:a="http://schemas.openxmlformats.org/drawingml/2006/main" w="9525">
            <a:solidFill>
              <a:srgbClr val="DDE7F5"/>
            </a:solidFill>
            <a:prstDash val="solid"/>
          </a:ln>
        </p:spPr>
      </p:sp>
      <p:sp>
        <p:nvSpPr>
          <p:cNvPr id="62" name="compat-accent-5">
            <a:extLst xmlns:a="http://schemas.openxmlformats.org/drawingml/2006/main">
              <a:ext uri="{FF2B5EF4-FFF2-40B4-BE49-F238E27FC236}">
                <a16:creationId xmlns:a16="http://schemas.microsoft.com/office/drawing/2014/main" id="{211650E4-8E44-4E1D-B760-CDAD74E7CEF5}"/>
              </a:ext>
            </a:extLst>
          </p:cNvPr>
          <p:cNvSpPr>
            <a:spLocks xmlns:a="http://schemas.openxmlformats.org/drawingml/2006/main" noGrp="1"/>
          </p:cNvSpPr>
          <p:nvPr/>
        </p:nvSpPr>
        <p:spPr>
          <a:xfrm xmlns:a="http://schemas.openxmlformats.org/drawingml/2006/main">
            <a:off x="4381500" y="3790950"/>
            <a:ext cx="47625" cy="1047750"/>
          </a:xfrm>
          <a:prstGeom xmlns:a="http://schemas.openxmlformats.org/drawingml/2006/main" prst="rect">
            <a:avLst/>
          </a:prstGeom>
          <a:solidFill xmlns:a="http://schemas.openxmlformats.org/drawingml/2006/main">
            <a:srgbClr val="176BFF"/>
          </a:solidFill>
          <a:ln xmlns:a="http://schemas.openxmlformats.org/drawingml/2006/main" w="0">
            <a:noFill/>
            <a:prstDash val="solid"/>
          </a:ln>
        </p:spPr>
      </p:sp>
      <p:sp>
        <p:nvSpPr>
          <p:cNvPr id="63" name="compat-title-5">
            <a:extLst xmlns:a="http://schemas.openxmlformats.org/drawingml/2006/main">
              <a:ext uri="{FF2B5EF4-FFF2-40B4-BE49-F238E27FC236}">
                <a16:creationId xmlns:a16="http://schemas.microsoft.com/office/drawing/2014/main" id="{8E1DBBC4-BF46-47E4-A7DB-7D88F6BF0B25}"/>
              </a:ext>
            </a:extLst>
          </p:cNvPr>
          <p:cNvSpPr>
            <a:spLocks xmlns:a="http://schemas.openxmlformats.org/drawingml/2006/main" noGrp="1"/>
          </p:cNvSpPr>
          <p:nvPr/>
        </p:nvSpPr>
        <p:spPr>
          <a:xfrm xmlns:a="http://schemas.openxmlformats.org/drawingml/2006/main">
            <a:off x="4610100" y="3810000"/>
            <a:ext cx="27813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200" b="1">
                <a:solidFill>
                  <a:srgbClr val="176BFF"/>
                </a:solidFill>
                <a:latin typeface="Microsoft YaHei"/>
                <a:ea typeface="Microsoft YaHei"/>
                <a:cs typeface="Microsoft YaHei"/>
              </a:defRPr>
            </a:pPr>
            <a:r>
              <a:rPr sz="1200" b="1">
                <a:solidFill>
                  <a:srgbClr val="176BFF"/>
                </a:solidFill>
                <a:latin typeface="Microsoft YaHei"/>
                <a:ea typeface="Microsoft YaHei"/>
                <a:cs typeface="Microsoft YaHei"/>
              </a:rPr>
              <a:t>工程开发 Agent</a:t>
            </a:r>
          </a:p>
        </p:txBody>
      </p:sp>
      <p:sp>
        <p:nvSpPr>
          <p:cNvPr id="64" name="compat-name-5">
            <a:extLst xmlns:a="http://schemas.openxmlformats.org/drawingml/2006/main">
              <a:ext uri="{FF2B5EF4-FFF2-40B4-BE49-F238E27FC236}">
                <a16:creationId xmlns:a16="http://schemas.microsoft.com/office/drawing/2014/main" id="{B47D0A35-7660-433A-889E-BA518CAD734D}"/>
              </a:ext>
            </a:extLst>
          </p:cNvPr>
          <p:cNvSpPr>
            <a:spLocks xmlns:a="http://schemas.openxmlformats.org/drawingml/2006/main" noGrp="1"/>
          </p:cNvSpPr>
          <p:nvPr/>
        </p:nvSpPr>
        <p:spPr>
          <a:xfrm xmlns:a="http://schemas.openxmlformats.org/drawingml/2006/main">
            <a:off x="4610100" y="4095750"/>
            <a:ext cx="27813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950" b="1">
                <a:solidFill>
                  <a:srgbClr val="111827"/>
                </a:solidFill>
                <a:latin typeface="Microsoft YaHei"/>
                <a:ea typeface="Microsoft YaHei"/>
                <a:cs typeface="Microsoft YaHei"/>
              </a:defRPr>
            </a:pPr>
            <a:r>
              <a:rPr sz="1950" b="1">
                <a:solidFill>
                  <a:srgbClr val="111827"/>
                </a:solidFill>
                <a:latin typeface="Microsoft YaHei"/>
                <a:ea typeface="Microsoft YaHei"/>
                <a:cs typeface="Microsoft YaHei"/>
              </a:rPr>
              <a:t>OpenCode</a:t>
            </a:r>
          </a:p>
        </p:txBody>
      </p:sp>
      <p:sp>
        <p:nvSpPr>
          <p:cNvPr id="65" name="compat-desc-5">
            <a:extLst xmlns:a="http://schemas.openxmlformats.org/drawingml/2006/main">
              <a:ext uri="{FF2B5EF4-FFF2-40B4-BE49-F238E27FC236}">
                <a16:creationId xmlns:a16="http://schemas.microsoft.com/office/drawing/2014/main" id="{31B375FF-D546-47FA-A589-63E7B6D57B05}"/>
              </a:ext>
            </a:extLst>
          </p:cNvPr>
          <p:cNvSpPr>
            <a:spLocks xmlns:a="http://schemas.openxmlformats.org/drawingml/2006/main" noGrp="1"/>
          </p:cNvSpPr>
          <p:nvPr/>
        </p:nvSpPr>
        <p:spPr>
          <a:xfrm xmlns:a="http://schemas.openxmlformats.org/drawingml/2006/main">
            <a:off x="4610100" y="4514850"/>
            <a:ext cx="28194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050">
                <a:solidFill>
                  <a:srgbClr val="64748B"/>
                </a:solidFill>
                <a:latin typeface="Microsoft YaHei"/>
                <a:ea typeface="Microsoft YaHei"/>
                <a:cs typeface="Microsoft YaHei"/>
              </a:defRPr>
            </a:pPr>
            <a:r>
              <a:rPr sz="1125" b="0">
                <a:solidFill>
                  <a:srgbClr val="667085"/>
                </a:solidFill>
                <a:latin typeface="Microsoft YaHei"/>
                <a:ea typeface="Microsoft YaHei"/>
                <a:cs typeface="Microsoft YaHei"/>
              </a:rPr>
              <a:t>主子协作｜工具权限 / 插件</a:t>
            </a:r>
          </a:p>
        </p:txBody>
      </p:sp>
      <p:sp>
        <p:nvSpPr>
          <p:cNvPr id="66" name="compat-card-fill-6-1">
            <a:extLst xmlns:a="http://schemas.openxmlformats.org/drawingml/2006/main">
              <a:ext uri="{FF2B5EF4-FFF2-40B4-BE49-F238E27FC236}">
                <a16:creationId xmlns:a16="http://schemas.microsoft.com/office/drawing/2014/main" id="{ECA9979D-C56C-4AA7-AA58-5B1AEACB7C9B}"/>
              </a:ext>
            </a:extLst>
          </p:cNvPr>
          <p:cNvSpPr>
            <a:spLocks xmlns:a="http://schemas.openxmlformats.org/drawingml/2006/main" noGrp="1"/>
          </p:cNvSpPr>
          <p:nvPr/>
        </p:nvSpPr>
        <p:spPr>
          <a:xfrm xmlns:a="http://schemas.openxmlformats.org/drawingml/2006/main">
            <a:off x="7981950" y="3695700"/>
            <a:ext cx="3162300" cy="381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67" name="compat-card-fill-6-2">
            <a:extLst xmlns:a="http://schemas.openxmlformats.org/drawingml/2006/main">
              <a:ext uri="{FF2B5EF4-FFF2-40B4-BE49-F238E27FC236}">
                <a16:creationId xmlns:a16="http://schemas.microsoft.com/office/drawing/2014/main" id="{64024621-3F06-4AC9-9FF2-CF3E3393C103}"/>
              </a:ext>
            </a:extLst>
          </p:cNvPr>
          <p:cNvSpPr>
            <a:spLocks xmlns:a="http://schemas.openxmlformats.org/drawingml/2006/main" noGrp="1"/>
          </p:cNvSpPr>
          <p:nvPr/>
        </p:nvSpPr>
        <p:spPr>
          <a:xfrm xmlns:a="http://schemas.openxmlformats.org/drawingml/2006/main">
            <a:off x="7981950" y="4076700"/>
            <a:ext cx="3162300" cy="381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68" name="compat-card-fill-6-3">
            <a:extLst xmlns:a="http://schemas.openxmlformats.org/drawingml/2006/main">
              <a:ext uri="{FF2B5EF4-FFF2-40B4-BE49-F238E27FC236}">
                <a16:creationId xmlns:a16="http://schemas.microsoft.com/office/drawing/2014/main" id="{DC1041DE-C570-4450-8E05-373C0B3D6B9A}"/>
              </a:ext>
            </a:extLst>
          </p:cNvPr>
          <p:cNvSpPr>
            <a:spLocks xmlns:a="http://schemas.openxmlformats.org/drawingml/2006/main" noGrp="1"/>
          </p:cNvSpPr>
          <p:nvPr/>
        </p:nvSpPr>
        <p:spPr>
          <a:xfrm xmlns:a="http://schemas.openxmlformats.org/drawingml/2006/main">
            <a:off x="7981950" y="4457700"/>
            <a:ext cx="3162300" cy="4762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69" name="compat-card-6">
            <a:extLst xmlns:a="http://schemas.openxmlformats.org/drawingml/2006/main">
              <a:ext uri="{FF2B5EF4-FFF2-40B4-BE49-F238E27FC236}">
                <a16:creationId xmlns:a16="http://schemas.microsoft.com/office/drawing/2014/main" id="{A0845199-7DAE-4F90-B433-E53849F2B76F}"/>
              </a:ext>
            </a:extLst>
          </p:cNvPr>
          <p:cNvSpPr>
            <a:spLocks xmlns:a="http://schemas.openxmlformats.org/drawingml/2006/main" noGrp="1"/>
          </p:cNvSpPr>
          <p:nvPr/>
        </p:nvSpPr>
        <p:spPr>
          <a:xfrm xmlns:a="http://schemas.openxmlformats.org/drawingml/2006/main">
            <a:off x="7924800" y="3638550"/>
            <a:ext cx="3276600" cy="1352550"/>
          </a:xfrm>
          <a:prstGeom xmlns:a="http://schemas.openxmlformats.org/drawingml/2006/main" prst="roundRect">
            <a:avLst>
              <a:gd name="adj" fmla="val 5634"/>
            </a:avLst>
          </a:prstGeom>
          <a:noFill xmlns:a="http://schemas.openxmlformats.org/drawingml/2006/main"/>
          <a:ln xmlns:a="http://schemas.openxmlformats.org/drawingml/2006/main" w="9525">
            <a:solidFill>
              <a:srgbClr val="DDE7F5"/>
            </a:solidFill>
            <a:prstDash val="solid"/>
          </a:ln>
        </p:spPr>
      </p:sp>
      <p:sp>
        <p:nvSpPr>
          <p:cNvPr id="70" name="compat-accent-6">
            <a:extLst xmlns:a="http://schemas.openxmlformats.org/drawingml/2006/main">
              <a:ext uri="{FF2B5EF4-FFF2-40B4-BE49-F238E27FC236}">
                <a16:creationId xmlns:a16="http://schemas.microsoft.com/office/drawing/2014/main" id="{1EAA9EC5-B647-4985-93CD-2920FC7D0E2E}"/>
              </a:ext>
            </a:extLst>
          </p:cNvPr>
          <p:cNvSpPr>
            <a:spLocks xmlns:a="http://schemas.openxmlformats.org/drawingml/2006/main" noGrp="1"/>
          </p:cNvSpPr>
          <p:nvPr/>
        </p:nvSpPr>
        <p:spPr>
          <a:xfrm xmlns:a="http://schemas.openxmlformats.org/drawingml/2006/main">
            <a:off x="7924800" y="3790950"/>
            <a:ext cx="47625" cy="1047750"/>
          </a:xfrm>
          <a:prstGeom xmlns:a="http://schemas.openxmlformats.org/drawingml/2006/main" prst="rect">
            <a:avLst/>
          </a:prstGeom>
          <a:solidFill xmlns:a="http://schemas.openxmlformats.org/drawingml/2006/main">
            <a:srgbClr val="176BFF"/>
          </a:solidFill>
          <a:ln xmlns:a="http://schemas.openxmlformats.org/drawingml/2006/main" w="0">
            <a:noFill/>
            <a:prstDash val="solid"/>
          </a:ln>
        </p:spPr>
      </p:sp>
      <p:sp>
        <p:nvSpPr>
          <p:cNvPr id="71" name="compat-title-6">
            <a:extLst xmlns:a="http://schemas.openxmlformats.org/drawingml/2006/main">
              <a:ext uri="{FF2B5EF4-FFF2-40B4-BE49-F238E27FC236}">
                <a16:creationId xmlns:a16="http://schemas.microsoft.com/office/drawing/2014/main" id="{80C194AA-D60E-4C5B-BEA3-071A33ECE20D}"/>
              </a:ext>
            </a:extLst>
          </p:cNvPr>
          <p:cNvSpPr>
            <a:spLocks xmlns:a="http://schemas.openxmlformats.org/drawingml/2006/main" noGrp="1"/>
          </p:cNvSpPr>
          <p:nvPr/>
        </p:nvSpPr>
        <p:spPr>
          <a:xfrm xmlns:a="http://schemas.openxmlformats.org/drawingml/2006/main">
            <a:off x="8153400" y="3810000"/>
            <a:ext cx="27813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200" b="1">
                <a:solidFill>
                  <a:srgbClr val="176BFF"/>
                </a:solidFill>
                <a:latin typeface="Microsoft YaHei"/>
                <a:ea typeface="Microsoft YaHei"/>
                <a:cs typeface="Microsoft YaHei"/>
              </a:defRPr>
            </a:pPr>
            <a:r>
              <a:rPr sz="1200" b="1">
                <a:solidFill>
                  <a:srgbClr val="176BFF"/>
                </a:solidFill>
                <a:latin typeface="Microsoft YaHei"/>
                <a:ea typeface="Microsoft YaHei"/>
                <a:cs typeface="Microsoft YaHei"/>
              </a:rPr>
              <a:t>组合研究 Agent</a:t>
            </a:r>
          </a:p>
        </p:txBody>
      </p:sp>
      <p:sp>
        <p:nvSpPr>
          <p:cNvPr id="72" name="compat-name-6">
            <a:extLst xmlns:a="http://schemas.openxmlformats.org/drawingml/2006/main">
              <a:ext uri="{FF2B5EF4-FFF2-40B4-BE49-F238E27FC236}">
                <a16:creationId xmlns:a16="http://schemas.microsoft.com/office/drawing/2014/main" id="{3405F951-01AF-4756-B8E9-74CA6384748F}"/>
              </a:ext>
            </a:extLst>
          </p:cNvPr>
          <p:cNvSpPr>
            <a:spLocks xmlns:a="http://schemas.openxmlformats.org/drawingml/2006/main" noGrp="1"/>
          </p:cNvSpPr>
          <p:nvPr/>
        </p:nvSpPr>
        <p:spPr>
          <a:xfrm xmlns:a="http://schemas.openxmlformats.org/drawingml/2006/main">
            <a:off x="8153400" y="4095750"/>
            <a:ext cx="27813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725" b="1">
                <a:solidFill>
                  <a:srgbClr val="111827"/>
                </a:solidFill>
                <a:latin typeface="Microsoft YaHei"/>
                <a:ea typeface="Microsoft YaHei"/>
                <a:cs typeface="Microsoft YaHei"/>
              </a:defRPr>
            </a:pPr>
            <a:r>
              <a:rPr sz="1725" b="1">
                <a:solidFill>
                  <a:srgbClr val="111827"/>
                </a:solidFill>
                <a:latin typeface="Microsoft YaHei"/>
                <a:ea typeface="Microsoft YaHei"/>
                <a:cs typeface="Microsoft YaHei"/>
              </a:rPr>
              <a:t>DeepSeek Harness</a:t>
            </a:r>
          </a:p>
        </p:txBody>
      </p:sp>
      <p:sp>
        <p:nvSpPr>
          <p:cNvPr id="73" name="compat-desc-6">
            <a:extLst xmlns:a="http://schemas.openxmlformats.org/drawingml/2006/main">
              <a:ext uri="{FF2B5EF4-FFF2-40B4-BE49-F238E27FC236}">
                <a16:creationId xmlns:a16="http://schemas.microsoft.com/office/drawing/2014/main" id="{2ECFBFFD-E59A-4A3A-8724-DE3549232001}"/>
              </a:ext>
            </a:extLst>
          </p:cNvPr>
          <p:cNvSpPr>
            <a:spLocks xmlns:a="http://schemas.openxmlformats.org/drawingml/2006/main" noGrp="1"/>
          </p:cNvSpPr>
          <p:nvPr/>
        </p:nvSpPr>
        <p:spPr>
          <a:xfrm xmlns:a="http://schemas.openxmlformats.org/drawingml/2006/main">
            <a:off x="8153400" y="4514850"/>
            <a:ext cx="28194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050">
                <a:solidFill>
                  <a:srgbClr val="64748B"/>
                </a:solidFill>
                <a:latin typeface="Microsoft YaHei"/>
                <a:ea typeface="Microsoft YaHei"/>
                <a:cs typeface="Microsoft YaHei"/>
              </a:defRPr>
            </a:pPr>
            <a:r>
              <a:rPr sz="1125" b="0">
                <a:solidFill>
                  <a:srgbClr val="667085"/>
                </a:solidFill>
                <a:latin typeface="Microsoft YaHei"/>
                <a:ea typeface="Microsoft YaHei"/>
                <a:cs typeface="Microsoft YaHei"/>
              </a:rPr>
              <a:t>组合研究｜Profile / Bundle / Cordis / 审批</a:t>
            </a:r>
          </a:p>
        </p:txBody>
      </p:sp>
    </p:spTree>
    <p:extLst>
      <p:ext uri="{BB962C8B-B14F-4D97-AF65-F5344CB8AC3E}">
        <p14:creationId xmlns:p14="http://schemas.microsoft.com/office/powerpoint/2010/main" val="1152093156"/>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7DFB98D4-8A9E-4310-AC05-96F1315D6B3C}"/>
              </a:ext>
            </a:extLst>
          </p:cNvPr>
          <p:cNvSpPr>
            <a:spLocks xmlns:a="http://schemas.openxmlformats.org/drawingml/2006/main" noGrp="1"/>
          </p:cNvSpPr>
          <p:nvPr/>
        </p:nvSpPr>
        <p:spPr>
          <a:xfrm xmlns:a="http://schemas.openxmlformats.org/drawingml/2006/main">
            <a:off x="685800" y="40005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200" b="1" i="0">
                <a:solidFill>
                  <a:srgbClr val="176BFF"/>
                </a:solidFill>
                <a:latin typeface="Microsoft YaHei"/>
                <a:ea typeface="Microsoft YaHei"/>
                <a:cs typeface="Microsoft YaHei"/>
              </a:defRPr>
            </a:pPr>
            <a:r>
              <a:rPr sz="1200" b="1" i="0">
                <a:solidFill>
                  <a:srgbClr val="176BFF"/>
                </a:solidFill>
                <a:latin typeface="Microsoft YaHei"/>
                <a:ea typeface="Microsoft YaHei"/>
                <a:cs typeface="Microsoft YaHei"/>
              </a:rPr>
              <a:t>BLOCKIFICATION · 项目积木化引擎</a:t>
            </a:r>
          </a:p>
        </p:txBody>
      </p:sp>
      <p:sp>
        <p:nvSpPr>
          <p:cNvPr id="2" name="">
            <a:extLst xmlns:a="http://schemas.openxmlformats.org/drawingml/2006/main">
              <a:ext uri="{FF2B5EF4-FFF2-40B4-BE49-F238E27FC236}">
                <a16:creationId xmlns:a16="http://schemas.microsoft.com/office/drawing/2014/main" id="{1EB70E22-46A8-4D3F-A933-FA5CB30DFEE0}"/>
              </a:ext>
            </a:extLst>
          </p:cNvPr>
          <p:cNvSpPr>
            <a:spLocks xmlns:a="http://schemas.openxmlformats.org/drawingml/2006/main" noGrp="1"/>
          </p:cNvSpPr>
          <p:nvPr/>
        </p:nvSpPr>
        <p:spPr>
          <a:xfrm xmlns:a="http://schemas.openxmlformats.org/drawingml/2006/main">
            <a:off x="685800" y="742950"/>
            <a:ext cx="108204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3150" b="1" i="0">
                <a:solidFill>
                  <a:srgbClr val="111827"/>
                </a:solidFill>
                <a:latin typeface="Microsoft YaHei"/>
                <a:ea typeface="Microsoft YaHei"/>
                <a:cs typeface="Microsoft YaHei"/>
              </a:defRPr>
            </a:pPr>
            <a:r>
              <a:rPr sz="2700" b="1" i="0">
                <a:solidFill>
                  <a:srgbClr val="111827"/>
                </a:solidFill>
                <a:latin typeface="Microsoft YaHei"/>
                <a:ea typeface="Microsoft YaHei"/>
                <a:cs typeface="Microsoft YaHei"/>
              </a:rPr>
              <a:t>Blocky 构建助手把现有项目拆解为可编辑的积木资产</a:t>
            </a:r>
          </a:p>
        </p:txBody>
      </p:sp>
      <p:sp>
        <p:nvSpPr>
          <p:cNvPr id="3" name="">
            <a:extLst xmlns:a="http://schemas.openxmlformats.org/drawingml/2006/main">
              <a:ext uri="{FF2B5EF4-FFF2-40B4-BE49-F238E27FC236}">
                <a16:creationId xmlns:a16="http://schemas.microsoft.com/office/drawing/2014/main" id="{A57B9416-8927-4FDD-917D-66714D817F13}"/>
              </a:ext>
            </a:extLst>
          </p:cNvPr>
          <p:cNvSpPr>
            <a:spLocks xmlns:a="http://schemas.openxmlformats.org/drawingml/2006/main" noGrp="1"/>
          </p:cNvSpPr>
          <p:nvPr/>
        </p:nvSpPr>
        <p:spPr>
          <a:xfrm xmlns:a="http://schemas.openxmlformats.org/drawingml/2006/main">
            <a:off x="685800" y="1381125"/>
            <a:ext cx="10820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500" b="0" i="0">
                <a:solidFill>
                  <a:srgbClr val="64748B"/>
                </a:solidFill>
                <a:latin typeface="Microsoft YaHei"/>
                <a:ea typeface="Microsoft YaHei"/>
                <a:cs typeface="Microsoft YaHei"/>
              </a:defRPr>
            </a:pPr>
            <a:r>
              <a:rPr sz="1425" b="0" i="0">
                <a:solidFill>
                  <a:srgbClr val="667085"/>
                </a:solidFill>
                <a:latin typeface="Microsoft YaHei"/>
                <a:ea typeface="Microsoft YaHei"/>
                <a:cs typeface="Microsoft YaHei"/>
              </a:rPr>
              <a:t>基于源码证据识别边界、权限与行为，再生成可审查、可验证、可升级的 Blocky 产物。</a:t>
            </a:r>
          </a:p>
        </p:txBody>
      </p:sp>
      <p:sp>
        <p:nvSpPr>
          <p:cNvPr id="4" name="">
            <a:extLst xmlns:a="http://schemas.openxmlformats.org/drawingml/2006/main">
              <a:ext uri="{FF2B5EF4-FFF2-40B4-BE49-F238E27FC236}">
                <a16:creationId xmlns:a16="http://schemas.microsoft.com/office/drawing/2014/main" id="{D5B99917-4785-4FF2-9985-F6BA06501A99}"/>
              </a:ext>
            </a:extLst>
          </p:cNvPr>
          <p:cNvSpPr>
            <a:spLocks xmlns:a="http://schemas.openxmlformats.org/drawingml/2006/main" noGrp="1"/>
          </p:cNvSpPr>
          <p:nvPr/>
        </p:nvSpPr>
        <p:spPr>
          <a:xfrm xmlns:a="http://schemas.openxmlformats.org/drawingml/2006/main">
            <a:off x="2343150" y="3095625"/>
            <a:ext cx="742950" cy="38100"/>
          </a:xfrm>
          <a:prstGeom xmlns:a="http://schemas.openxmlformats.org/drawingml/2006/main" prst="rect">
            <a:avLst/>
          </a:prstGeom>
          <a:solidFill xmlns:a="http://schemas.openxmlformats.org/drawingml/2006/main">
            <a:srgbClr val="DCE3EC"/>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03B5AC8B-8B9F-4695-9A04-96E9C71C918E}"/>
              </a:ext>
            </a:extLst>
          </p:cNvPr>
          <p:cNvSpPr>
            <a:spLocks xmlns:a="http://schemas.openxmlformats.org/drawingml/2006/main" noGrp="1"/>
          </p:cNvSpPr>
          <p:nvPr/>
        </p:nvSpPr>
        <p:spPr>
          <a:xfrm xmlns:a="http://schemas.openxmlformats.org/drawingml/2006/main">
            <a:off x="2543175" y="2847975"/>
            <a:ext cx="3429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2025" b="1" i="0">
                <a:solidFill>
                  <a:srgbClr val="176BFF"/>
                </a:solidFill>
                <a:latin typeface="Microsoft YaHei"/>
                <a:ea typeface="Microsoft YaHei"/>
                <a:cs typeface="Microsoft YaHei"/>
              </a:defRPr>
            </a:pPr>
            <a:r>
              <a:rPr sz="2025" b="1" i="0">
                <a:solidFill>
                  <a:srgbClr val="176BFF"/>
                </a:solidFill>
                <a:latin typeface="Microsoft YaHei"/>
                <a:ea typeface="Microsoft YaHei"/>
                <a:cs typeface="Microsoft YaHei"/>
              </a:rPr>
              <a:t>→</a:t>
            </a:r>
          </a:p>
        </p:txBody>
      </p:sp>
      <p:sp>
        <p:nvSpPr>
          <p:cNvPr id="6" name="">
            <a:extLst xmlns:a="http://schemas.openxmlformats.org/drawingml/2006/main">
              <a:ext uri="{FF2B5EF4-FFF2-40B4-BE49-F238E27FC236}">
                <a16:creationId xmlns:a16="http://schemas.microsoft.com/office/drawing/2014/main" id="{7F3CCDC8-7024-494D-AA95-7BFAEFB3498F}"/>
              </a:ext>
            </a:extLst>
          </p:cNvPr>
          <p:cNvSpPr>
            <a:spLocks xmlns:a="http://schemas.openxmlformats.org/drawingml/2006/main" noGrp="1"/>
          </p:cNvSpPr>
          <p:nvPr/>
        </p:nvSpPr>
        <p:spPr>
          <a:xfrm xmlns:a="http://schemas.openxmlformats.org/drawingml/2006/main">
            <a:off x="4495800" y="3095625"/>
            <a:ext cx="742950" cy="38100"/>
          </a:xfrm>
          <a:prstGeom xmlns:a="http://schemas.openxmlformats.org/drawingml/2006/main" prst="rect">
            <a:avLst/>
          </a:prstGeom>
          <a:solidFill xmlns:a="http://schemas.openxmlformats.org/drawingml/2006/main">
            <a:srgbClr val="DCE3EC"/>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458FE4A2-B622-4C5E-AFC6-49E01F515B67}"/>
              </a:ext>
            </a:extLst>
          </p:cNvPr>
          <p:cNvSpPr>
            <a:spLocks xmlns:a="http://schemas.openxmlformats.org/drawingml/2006/main" noGrp="1"/>
          </p:cNvSpPr>
          <p:nvPr/>
        </p:nvSpPr>
        <p:spPr>
          <a:xfrm xmlns:a="http://schemas.openxmlformats.org/drawingml/2006/main">
            <a:off x="4695825" y="2847975"/>
            <a:ext cx="3429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2025" b="1" i="0">
                <a:solidFill>
                  <a:srgbClr val="176BFF"/>
                </a:solidFill>
                <a:latin typeface="Microsoft YaHei"/>
                <a:ea typeface="Microsoft YaHei"/>
                <a:cs typeface="Microsoft YaHei"/>
              </a:defRPr>
            </a:pPr>
            <a:r>
              <a:rPr sz="2025" b="1" i="0">
                <a:solidFill>
                  <a:srgbClr val="176BFF"/>
                </a:solidFill>
                <a:latin typeface="Microsoft YaHei"/>
                <a:ea typeface="Microsoft YaHei"/>
                <a:cs typeface="Microsoft YaHei"/>
              </a:rPr>
              <a:t>→</a:t>
            </a:r>
          </a:p>
        </p:txBody>
      </p:sp>
      <p:sp>
        <p:nvSpPr>
          <p:cNvPr id="8" name="">
            <a:extLst xmlns:a="http://schemas.openxmlformats.org/drawingml/2006/main">
              <a:ext uri="{FF2B5EF4-FFF2-40B4-BE49-F238E27FC236}">
                <a16:creationId xmlns:a16="http://schemas.microsoft.com/office/drawing/2014/main" id="{E05E4D1E-C2BE-43FE-97BC-475FE4A6E679}"/>
              </a:ext>
            </a:extLst>
          </p:cNvPr>
          <p:cNvSpPr>
            <a:spLocks xmlns:a="http://schemas.openxmlformats.org/drawingml/2006/main" noGrp="1"/>
          </p:cNvSpPr>
          <p:nvPr/>
        </p:nvSpPr>
        <p:spPr>
          <a:xfrm xmlns:a="http://schemas.openxmlformats.org/drawingml/2006/main">
            <a:off x="6648450" y="3095625"/>
            <a:ext cx="742950" cy="38100"/>
          </a:xfrm>
          <a:prstGeom xmlns:a="http://schemas.openxmlformats.org/drawingml/2006/main" prst="rect">
            <a:avLst/>
          </a:prstGeom>
          <a:solidFill xmlns:a="http://schemas.openxmlformats.org/drawingml/2006/main">
            <a:srgbClr val="DCE3EC"/>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1D9FA4B3-0E29-4B42-9E8B-B19439EE3E86}"/>
              </a:ext>
            </a:extLst>
          </p:cNvPr>
          <p:cNvSpPr>
            <a:spLocks xmlns:a="http://schemas.openxmlformats.org/drawingml/2006/main" noGrp="1"/>
          </p:cNvSpPr>
          <p:nvPr/>
        </p:nvSpPr>
        <p:spPr>
          <a:xfrm xmlns:a="http://schemas.openxmlformats.org/drawingml/2006/main">
            <a:off x="6848475" y="2847975"/>
            <a:ext cx="3429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2025" b="1" i="0">
                <a:solidFill>
                  <a:srgbClr val="176BFF"/>
                </a:solidFill>
                <a:latin typeface="Microsoft YaHei"/>
                <a:ea typeface="Microsoft YaHei"/>
                <a:cs typeface="Microsoft YaHei"/>
              </a:defRPr>
            </a:pPr>
            <a:r>
              <a:rPr sz="2025" b="1" i="0">
                <a:solidFill>
                  <a:srgbClr val="176BFF"/>
                </a:solidFill>
                <a:latin typeface="Microsoft YaHei"/>
                <a:ea typeface="Microsoft YaHei"/>
                <a:cs typeface="Microsoft YaHei"/>
              </a:rPr>
              <a:t>→</a:t>
            </a:r>
          </a:p>
        </p:txBody>
      </p:sp>
      <p:sp>
        <p:nvSpPr>
          <p:cNvPr id="10" name="">
            <a:extLst xmlns:a="http://schemas.openxmlformats.org/drawingml/2006/main">
              <a:ext uri="{FF2B5EF4-FFF2-40B4-BE49-F238E27FC236}">
                <a16:creationId xmlns:a16="http://schemas.microsoft.com/office/drawing/2014/main" id="{E0E01B1A-FBF1-410D-A8FE-40496C9C23D5}"/>
              </a:ext>
            </a:extLst>
          </p:cNvPr>
          <p:cNvSpPr>
            <a:spLocks xmlns:a="http://schemas.openxmlformats.org/drawingml/2006/main" noGrp="1"/>
          </p:cNvSpPr>
          <p:nvPr/>
        </p:nvSpPr>
        <p:spPr>
          <a:xfrm xmlns:a="http://schemas.openxmlformats.org/drawingml/2006/main">
            <a:off x="8801100" y="3095625"/>
            <a:ext cx="742950" cy="38100"/>
          </a:xfrm>
          <a:prstGeom xmlns:a="http://schemas.openxmlformats.org/drawingml/2006/main" prst="rect">
            <a:avLst/>
          </a:prstGeom>
          <a:solidFill xmlns:a="http://schemas.openxmlformats.org/drawingml/2006/main">
            <a:srgbClr val="DCE3EC"/>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B4327299-7A47-4BD8-8DDF-623868A858F8}"/>
              </a:ext>
            </a:extLst>
          </p:cNvPr>
          <p:cNvSpPr>
            <a:spLocks xmlns:a="http://schemas.openxmlformats.org/drawingml/2006/main" noGrp="1"/>
          </p:cNvSpPr>
          <p:nvPr/>
        </p:nvSpPr>
        <p:spPr>
          <a:xfrm xmlns:a="http://schemas.openxmlformats.org/drawingml/2006/main">
            <a:off x="9001125" y="2847975"/>
            <a:ext cx="3429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2025" b="1" i="0">
                <a:solidFill>
                  <a:srgbClr val="176BFF"/>
                </a:solidFill>
                <a:latin typeface="Microsoft YaHei"/>
                <a:ea typeface="Microsoft YaHei"/>
                <a:cs typeface="Microsoft YaHei"/>
              </a:defRPr>
            </a:pPr>
            <a:r>
              <a:rPr sz="2025" b="1" i="0">
                <a:solidFill>
                  <a:srgbClr val="176BFF"/>
                </a:solidFill>
                <a:latin typeface="Microsoft YaHei"/>
                <a:ea typeface="Microsoft YaHei"/>
                <a:cs typeface="Microsoft YaHei"/>
              </a:rPr>
              <a:t>→</a:t>
            </a:r>
          </a:p>
        </p:txBody>
      </p:sp>
      <p:sp>
        <p:nvSpPr>
          <p:cNvPr id="12" name="">
            <a:extLst xmlns:a="http://schemas.openxmlformats.org/drawingml/2006/main">
              <a:ext uri="{FF2B5EF4-FFF2-40B4-BE49-F238E27FC236}">
                <a16:creationId xmlns:a16="http://schemas.microsoft.com/office/drawing/2014/main" id="{21809E88-4FD6-4362-9922-851886FF0330}"/>
              </a:ext>
            </a:extLst>
          </p:cNvPr>
          <p:cNvSpPr>
            <a:spLocks xmlns:a="http://schemas.openxmlformats.org/drawingml/2006/main" noGrp="1"/>
          </p:cNvSpPr>
          <p:nvPr/>
        </p:nvSpPr>
        <p:spPr>
          <a:xfrm xmlns:a="http://schemas.openxmlformats.org/drawingml/2006/main">
            <a:off x="685800" y="2286000"/>
            <a:ext cx="1676400" cy="1676400"/>
          </a:xfrm>
          <a:prstGeom xmlns:a="http://schemas.openxmlformats.org/drawingml/2006/main" prst="roundRect">
            <a:avLst>
              <a:gd name="adj" fmla="val 12500"/>
            </a:avLst>
          </a:prstGeom>
          <a:solidFill xmlns:a="http://schemas.openxmlformats.org/drawingml/2006/main">
            <a:srgbClr val="F4F7FB"/>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B4A020EA-0F76-4C5F-99C3-F8E787B2D439}"/>
              </a:ext>
            </a:extLst>
          </p:cNvPr>
          <p:cNvSpPr>
            <a:spLocks xmlns:a="http://schemas.openxmlformats.org/drawingml/2006/main" noGrp="1"/>
          </p:cNvSpPr>
          <p:nvPr/>
        </p:nvSpPr>
        <p:spPr>
          <a:xfrm xmlns:a="http://schemas.openxmlformats.org/drawingml/2006/main">
            <a:off x="838200" y="2628900"/>
            <a:ext cx="13716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97222"/>
          </a:bodyPr>
          <a:lstStyle xmlns:a="http://schemas.openxmlformats.org/drawingml/2006/main"/>
          <a:p xmlns:a="http://schemas.openxmlformats.org/drawingml/2006/main">
            <a:r>
              <a:t>锁定来源</a:t>
            </a:r>
          </a:p>
          <a:p xmlns:a="http://schemas.openxmlformats.org/drawingml/2006/main">
            <a:r>
              <a:t>建立证据</a:t>
            </a:r>
          </a:p>
        </p:txBody>
      </p:sp>
      <p:sp>
        <p:nvSpPr>
          <p:cNvPr id="14" name="">
            <a:extLst xmlns:a="http://schemas.openxmlformats.org/drawingml/2006/main">
              <a:ext uri="{FF2B5EF4-FFF2-40B4-BE49-F238E27FC236}">
                <a16:creationId xmlns:a16="http://schemas.microsoft.com/office/drawing/2014/main" id="{54209DFC-0DB0-4F03-997E-ED022F5387FD}"/>
              </a:ext>
            </a:extLst>
          </p:cNvPr>
          <p:cNvSpPr>
            <a:spLocks xmlns:a="http://schemas.openxmlformats.org/drawingml/2006/main" noGrp="1"/>
          </p:cNvSpPr>
          <p:nvPr/>
        </p:nvSpPr>
        <p:spPr>
          <a:xfrm xmlns:a="http://schemas.openxmlformats.org/drawingml/2006/main">
            <a:off x="819150" y="3371850"/>
            <a:ext cx="14097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52083"/>
          </a:bodyPr>
          <a:lstStyle xmlns:a="http://schemas.openxmlformats.org/drawingml/2006/main"/>
          <a:p xmlns:a="http://schemas.openxmlformats.org/drawingml/2006/main">
            <a:r>
              <a:t>仓库 / commit / 许可</a:t>
            </a:r>
          </a:p>
          <a:p xmlns:a="http://schemas.openxmlformats.org/drawingml/2006/main">
            <a:r>
              <a:t>源码 / 配置 / 测试</a:t>
            </a:r>
          </a:p>
        </p:txBody>
      </p:sp>
      <p:sp>
        <p:nvSpPr>
          <p:cNvPr id="15" name="">
            <a:extLst xmlns:a="http://schemas.openxmlformats.org/drawingml/2006/main">
              <a:ext uri="{FF2B5EF4-FFF2-40B4-BE49-F238E27FC236}">
                <a16:creationId xmlns:a16="http://schemas.microsoft.com/office/drawing/2014/main" id="{5FE863CB-E606-406C-8E49-63E027468A18}"/>
              </a:ext>
            </a:extLst>
          </p:cNvPr>
          <p:cNvSpPr>
            <a:spLocks xmlns:a="http://schemas.openxmlformats.org/drawingml/2006/main" noGrp="1"/>
          </p:cNvSpPr>
          <p:nvPr/>
        </p:nvSpPr>
        <p:spPr>
          <a:xfrm xmlns:a="http://schemas.openxmlformats.org/drawingml/2006/main">
            <a:off x="2838450" y="2286000"/>
            <a:ext cx="1676400" cy="1676400"/>
          </a:xfrm>
          <a:prstGeom xmlns:a="http://schemas.openxmlformats.org/drawingml/2006/main" prst="roundRect">
            <a:avLst>
              <a:gd name="adj" fmla="val 12500"/>
            </a:avLst>
          </a:prstGeom>
          <a:solidFill xmlns:a="http://schemas.openxmlformats.org/drawingml/2006/main">
            <a:srgbClr val="F4F7FB"/>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37EBB333-8FEB-4A68-A6D7-A07BB5A5EF49}"/>
              </a:ext>
            </a:extLst>
          </p:cNvPr>
          <p:cNvSpPr>
            <a:spLocks xmlns:a="http://schemas.openxmlformats.org/drawingml/2006/main" noGrp="1"/>
          </p:cNvSpPr>
          <p:nvPr/>
        </p:nvSpPr>
        <p:spPr>
          <a:xfrm xmlns:a="http://schemas.openxmlformats.org/drawingml/2006/main">
            <a:off x="2990850" y="2628900"/>
            <a:ext cx="13716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97222"/>
          </a:bodyPr>
          <a:lstStyle xmlns:a="http://schemas.openxmlformats.org/drawingml/2006/main"/>
          <a:p xmlns:a="http://schemas.openxmlformats.org/drawingml/2006/main">
            <a:r>
              <a:t>只读理解</a:t>
            </a:r>
          </a:p>
          <a:p xmlns:a="http://schemas.openxmlformats.org/drawingml/2006/main">
            <a:r>
              <a:t>识别边界</a:t>
            </a:r>
          </a:p>
        </p:txBody>
      </p:sp>
      <p:sp>
        <p:nvSpPr>
          <p:cNvPr id="17" name="">
            <a:extLst xmlns:a="http://schemas.openxmlformats.org/drawingml/2006/main">
              <a:ext uri="{FF2B5EF4-FFF2-40B4-BE49-F238E27FC236}">
                <a16:creationId xmlns:a16="http://schemas.microsoft.com/office/drawing/2014/main" id="{F0CA3A16-F7D2-4375-AD05-98B39C160E7B}"/>
              </a:ext>
            </a:extLst>
          </p:cNvPr>
          <p:cNvSpPr>
            <a:spLocks xmlns:a="http://schemas.openxmlformats.org/drawingml/2006/main" noGrp="1"/>
          </p:cNvSpPr>
          <p:nvPr/>
        </p:nvSpPr>
        <p:spPr>
          <a:xfrm xmlns:a="http://schemas.openxmlformats.org/drawingml/2006/main">
            <a:off x="2971800" y="3371850"/>
            <a:ext cx="14097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52083"/>
          </a:bodyPr>
          <a:lstStyle xmlns:a="http://schemas.openxmlformats.org/drawingml/2006/main"/>
          <a:p xmlns:a="http://schemas.openxmlformats.org/drawingml/2006/main">
            <a:r>
              <a:t>入口 / 类型 / 状态</a:t>
            </a:r>
          </a:p>
          <a:p xmlns:a="http://schemas.openxmlformats.org/drawingml/2006/main">
            <a:r>
              <a:t>副作用 / 性能热点</a:t>
            </a:r>
          </a:p>
        </p:txBody>
      </p:sp>
      <p:sp>
        <p:nvSpPr>
          <p:cNvPr id="18" name="">
            <a:extLst xmlns:a="http://schemas.openxmlformats.org/drawingml/2006/main">
              <a:ext uri="{FF2B5EF4-FFF2-40B4-BE49-F238E27FC236}">
                <a16:creationId xmlns:a16="http://schemas.microsoft.com/office/drawing/2014/main" id="{6ABBCBCB-D598-47CF-A31D-DE2AFCFB5AD4}"/>
              </a:ext>
            </a:extLst>
          </p:cNvPr>
          <p:cNvSpPr>
            <a:spLocks xmlns:a="http://schemas.openxmlformats.org/drawingml/2006/main" noGrp="1"/>
          </p:cNvSpPr>
          <p:nvPr/>
        </p:nvSpPr>
        <p:spPr>
          <a:xfrm xmlns:a="http://schemas.openxmlformats.org/drawingml/2006/main">
            <a:off x="4991100" y="2286000"/>
            <a:ext cx="1676400" cy="1676400"/>
          </a:xfrm>
          <a:prstGeom xmlns:a="http://schemas.openxmlformats.org/drawingml/2006/main" prst="roundRect">
            <a:avLst>
              <a:gd name="adj" fmla="val 12500"/>
            </a:avLst>
          </a:prstGeom>
          <a:solidFill xmlns:a="http://schemas.openxmlformats.org/drawingml/2006/main">
            <a:srgbClr val="F4F7FB"/>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0DB15EC2-77A0-44D3-961C-3C1B64DF7D93}"/>
              </a:ext>
            </a:extLst>
          </p:cNvPr>
          <p:cNvSpPr>
            <a:spLocks xmlns:a="http://schemas.openxmlformats.org/drawingml/2006/main" noGrp="1"/>
          </p:cNvSpPr>
          <p:nvPr/>
        </p:nvSpPr>
        <p:spPr>
          <a:xfrm xmlns:a="http://schemas.openxmlformats.org/drawingml/2006/main">
            <a:off x="5143500" y="2628900"/>
            <a:ext cx="13716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97222"/>
          </a:bodyPr>
          <a:lstStyle xmlns:a="http://schemas.openxmlformats.org/drawingml/2006/main"/>
          <a:p xmlns:a="http://schemas.openxmlformats.org/drawingml/2006/main">
            <a:r>
              <a:t>语义映射</a:t>
            </a:r>
          </a:p>
          <a:p xmlns:a="http://schemas.openxmlformats.org/drawingml/2006/main">
            <a:r>
              <a:t>产物裁决</a:t>
            </a:r>
          </a:p>
        </p:txBody>
      </p:sp>
      <p:sp>
        <p:nvSpPr>
          <p:cNvPr id="20" name="">
            <a:extLst xmlns:a="http://schemas.openxmlformats.org/drawingml/2006/main">
              <a:ext uri="{FF2B5EF4-FFF2-40B4-BE49-F238E27FC236}">
                <a16:creationId xmlns:a16="http://schemas.microsoft.com/office/drawing/2014/main" id="{B4BA4644-3DF6-4D5D-A39E-7633F3E10712}"/>
              </a:ext>
            </a:extLst>
          </p:cNvPr>
          <p:cNvSpPr>
            <a:spLocks xmlns:a="http://schemas.openxmlformats.org/drawingml/2006/main" noGrp="1"/>
          </p:cNvSpPr>
          <p:nvPr/>
        </p:nvSpPr>
        <p:spPr>
          <a:xfrm xmlns:a="http://schemas.openxmlformats.org/drawingml/2006/main">
            <a:off x="5124450" y="3371850"/>
            <a:ext cx="14097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52083"/>
          </a:bodyPr>
          <a:lstStyle xmlns:a="http://schemas.openxmlformats.org/drawingml/2006/main"/>
          <a:p xmlns:a="http://schemas.openxmlformats.org/drawingml/2006/main">
            <a:r>
              <a:t>积木 / 蓝图 / 模板</a:t>
            </a:r>
          </a:p>
          <a:p xmlns:a="http://schemas.openxmlformats.org/drawingml/2006/main">
            <a:r>
              <a:t>原生保留报告</a:t>
            </a:r>
          </a:p>
        </p:txBody>
      </p:sp>
      <p:sp>
        <p:nvSpPr>
          <p:cNvPr id="21" name="">
            <a:extLst xmlns:a="http://schemas.openxmlformats.org/drawingml/2006/main">
              <a:ext uri="{FF2B5EF4-FFF2-40B4-BE49-F238E27FC236}">
                <a16:creationId xmlns:a16="http://schemas.microsoft.com/office/drawing/2014/main" id="{689DA042-F4B5-409E-A55D-9D81D4EE3ECA}"/>
              </a:ext>
            </a:extLst>
          </p:cNvPr>
          <p:cNvSpPr>
            <a:spLocks xmlns:a="http://schemas.openxmlformats.org/drawingml/2006/main" noGrp="1"/>
          </p:cNvSpPr>
          <p:nvPr/>
        </p:nvSpPr>
        <p:spPr>
          <a:xfrm xmlns:a="http://schemas.openxmlformats.org/drawingml/2006/main">
            <a:off x="7143750" y="2286000"/>
            <a:ext cx="1676400" cy="1676400"/>
          </a:xfrm>
          <a:prstGeom xmlns:a="http://schemas.openxmlformats.org/drawingml/2006/main" prst="roundRect">
            <a:avLst>
              <a:gd name="adj" fmla="val 12500"/>
            </a:avLst>
          </a:prstGeom>
          <a:solidFill xmlns:a="http://schemas.openxmlformats.org/drawingml/2006/main">
            <a:srgbClr val="F4F7FB"/>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25EA51D8-9E31-4734-9C09-B3CF40E059D5}"/>
              </a:ext>
            </a:extLst>
          </p:cNvPr>
          <p:cNvSpPr>
            <a:spLocks xmlns:a="http://schemas.openxmlformats.org/drawingml/2006/main" noGrp="1"/>
          </p:cNvSpPr>
          <p:nvPr/>
        </p:nvSpPr>
        <p:spPr>
          <a:xfrm xmlns:a="http://schemas.openxmlformats.org/drawingml/2006/main">
            <a:off x="7296150" y="2628900"/>
            <a:ext cx="13716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97222"/>
          </a:bodyPr>
          <a:lstStyle xmlns:a="http://schemas.openxmlformats.org/drawingml/2006/main"/>
          <a:p xmlns:a="http://schemas.openxmlformats.org/drawingml/2006/main">
            <a:r>
              <a:t>幽灵差异</a:t>
            </a:r>
          </a:p>
          <a:p xmlns:a="http://schemas.openxmlformats.org/drawingml/2006/main">
            <a:r>
              <a:t>接受或拒绝</a:t>
            </a:r>
          </a:p>
        </p:txBody>
      </p:sp>
      <p:sp>
        <p:nvSpPr>
          <p:cNvPr id="23" name="">
            <a:extLst xmlns:a="http://schemas.openxmlformats.org/drawingml/2006/main">
              <a:ext uri="{FF2B5EF4-FFF2-40B4-BE49-F238E27FC236}">
                <a16:creationId xmlns:a16="http://schemas.microsoft.com/office/drawing/2014/main" id="{EAE9A07E-9C57-41E0-98BE-FB36F1B3427A}"/>
              </a:ext>
            </a:extLst>
          </p:cNvPr>
          <p:cNvSpPr>
            <a:spLocks xmlns:a="http://schemas.openxmlformats.org/drawingml/2006/main" noGrp="1"/>
          </p:cNvSpPr>
          <p:nvPr/>
        </p:nvSpPr>
        <p:spPr>
          <a:xfrm xmlns:a="http://schemas.openxmlformats.org/drawingml/2006/main">
            <a:off x="7277100" y="3371850"/>
            <a:ext cx="14097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52083"/>
          </a:bodyPr>
          <a:lstStyle xmlns:a="http://schemas.openxmlformats.org/drawingml/2006/main"/>
          <a:p xmlns:a="http://schemas.openxmlformats.org/drawingml/2006/main">
            <a:r>
              <a:t>Build Spec / Patch</a:t>
            </a:r>
          </a:p>
          <a:p xmlns:a="http://schemas.openxmlformats.org/drawingml/2006/main">
            <a:r>
              <a:t>权限 / 依赖 / 预算</a:t>
            </a:r>
          </a:p>
        </p:txBody>
      </p:sp>
      <p:sp>
        <p:nvSpPr>
          <p:cNvPr id="24" name="">
            <a:extLst xmlns:a="http://schemas.openxmlformats.org/drawingml/2006/main">
              <a:ext uri="{FF2B5EF4-FFF2-40B4-BE49-F238E27FC236}">
                <a16:creationId xmlns:a16="http://schemas.microsoft.com/office/drawing/2014/main" id="{E7D7090C-B895-46C1-8E74-265295F9DE71}"/>
              </a:ext>
            </a:extLst>
          </p:cNvPr>
          <p:cNvSpPr>
            <a:spLocks xmlns:a="http://schemas.openxmlformats.org/drawingml/2006/main" noGrp="1"/>
          </p:cNvSpPr>
          <p:nvPr/>
        </p:nvSpPr>
        <p:spPr>
          <a:xfrm xmlns:a="http://schemas.openxmlformats.org/drawingml/2006/main">
            <a:off x="9296400" y="2286000"/>
            <a:ext cx="1676400" cy="1676400"/>
          </a:xfrm>
          <a:prstGeom xmlns:a="http://schemas.openxmlformats.org/drawingml/2006/main" prst="roundRect">
            <a:avLst>
              <a:gd name="adj" fmla="val 12500"/>
            </a:avLst>
          </a:prstGeom>
          <a:solidFill xmlns:a="http://schemas.openxmlformats.org/drawingml/2006/main">
            <a:srgbClr val="F4F7FB"/>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5E1F2994-A241-41AC-A0A0-8832A0CF7358}"/>
              </a:ext>
            </a:extLst>
          </p:cNvPr>
          <p:cNvSpPr>
            <a:spLocks xmlns:a="http://schemas.openxmlformats.org/drawingml/2006/main" noGrp="1"/>
          </p:cNvSpPr>
          <p:nvPr/>
        </p:nvSpPr>
        <p:spPr>
          <a:xfrm xmlns:a="http://schemas.openxmlformats.org/drawingml/2006/main">
            <a:off x="9448800" y="2628900"/>
            <a:ext cx="13716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97222"/>
          </a:bodyPr>
          <a:lstStyle xmlns:a="http://schemas.openxmlformats.org/drawingml/2006/main"/>
          <a:p xmlns:a="http://schemas.openxmlformats.org/drawingml/2006/main">
            <a:r>
              <a:t>验证往返</a:t>
            </a:r>
          </a:p>
          <a:p xmlns:a="http://schemas.openxmlformats.org/drawingml/2006/main">
            <a:r>
              <a:t>持续升级</a:t>
            </a:r>
          </a:p>
        </p:txBody>
      </p:sp>
      <p:sp>
        <p:nvSpPr>
          <p:cNvPr id="26" name="">
            <a:extLst xmlns:a="http://schemas.openxmlformats.org/drawingml/2006/main">
              <a:ext uri="{FF2B5EF4-FFF2-40B4-BE49-F238E27FC236}">
                <a16:creationId xmlns:a16="http://schemas.microsoft.com/office/drawing/2014/main" id="{E3C53ED7-2762-4673-B1D7-3AD8965A0DD8}"/>
              </a:ext>
            </a:extLst>
          </p:cNvPr>
          <p:cNvSpPr>
            <a:spLocks xmlns:a="http://schemas.openxmlformats.org/drawingml/2006/main" noGrp="1"/>
          </p:cNvSpPr>
          <p:nvPr/>
        </p:nvSpPr>
        <p:spPr>
          <a:xfrm xmlns:a="http://schemas.openxmlformats.org/drawingml/2006/main">
            <a:off x="9429750" y="3371850"/>
            <a:ext cx="14097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52083"/>
          </a:bodyPr>
          <a:lstStyle xmlns:a="http://schemas.openxmlformats.org/drawingml/2006/main"/>
          <a:p xmlns:a="http://schemas.openxmlformats.org/drawingml/2006/main">
            <a:r>
              <a:t>编译 / 测试 / Trace</a:t>
            </a:r>
          </a:p>
          <a:p xmlns:a="http://schemas.openxmlformats.org/drawingml/2006/main">
            <a:r>
              <a:t>增量扫描 / rollback</a:t>
            </a:r>
          </a:p>
        </p:txBody>
      </p:sp>
      <p:sp>
        <p:nvSpPr>
          <p:cNvPr id="27" name="">
            <a:extLst xmlns:a="http://schemas.openxmlformats.org/drawingml/2006/main">
              <a:ext uri="{FF2B5EF4-FFF2-40B4-BE49-F238E27FC236}">
                <a16:creationId xmlns:a16="http://schemas.microsoft.com/office/drawing/2014/main" id="{9FD28F7F-9AB1-4D9F-9291-E09FBFEFEFBC}"/>
              </a:ext>
            </a:extLst>
          </p:cNvPr>
          <p:cNvSpPr>
            <a:spLocks xmlns:a="http://schemas.openxmlformats.org/drawingml/2006/main" noGrp="1"/>
          </p:cNvSpPr>
          <p:nvPr/>
        </p:nvSpPr>
        <p:spPr>
          <a:xfrm xmlns:a="http://schemas.openxmlformats.org/drawingml/2006/main">
            <a:off x="1562100" y="4533900"/>
            <a:ext cx="9067800" cy="1066800"/>
          </a:xfrm>
          <a:prstGeom xmlns:a="http://schemas.openxmlformats.org/drawingml/2006/main" prst="roundRect">
            <a:avLst>
              <a:gd name="adj" fmla="val 17857"/>
            </a:avLst>
          </a:prstGeom>
          <a:solidFill xmlns:a="http://schemas.openxmlformats.org/drawingml/2006/main">
            <a:srgbClr val="EAF2FF"/>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5FBA31EE-5FD9-4E8B-B02A-C5D35D3ED247}"/>
              </a:ext>
            </a:extLst>
          </p:cNvPr>
          <p:cNvSpPr>
            <a:spLocks xmlns:a="http://schemas.openxmlformats.org/drawingml/2006/main" noGrp="1"/>
          </p:cNvSpPr>
          <p:nvPr/>
        </p:nvSpPr>
        <p:spPr>
          <a:xfrm xmlns:a="http://schemas.openxmlformats.org/drawingml/2006/main">
            <a:off x="1828800" y="4762500"/>
            <a:ext cx="85344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875" b="1" i="0">
                <a:solidFill>
                  <a:srgbClr val="FF8A00"/>
                </a:solidFill>
                <a:latin typeface="Microsoft YaHei"/>
                <a:ea typeface="Microsoft YaHei"/>
                <a:cs typeface="Microsoft YaHei"/>
              </a:defRPr>
            </a:pPr>
            <a:r>
              <a:rPr sz="1500" b="1" i="0">
                <a:solidFill>
                  <a:srgbClr val="176BFF"/>
                </a:solidFill>
                <a:latin typeface="Microsoft YaHei"/>
                <a:ea typeface="Microsoft YaHei"/>
                <a:cs typeface="Microsoft YaHei"/>
              </a:rPr>
              <a:t>项目积木化，让外部能力持续进入 Blocky 语言</a:t>
            </a:r>
          </a:p>
        </p:txBody>
      </p:sp>
      <p:sp>
        <p:nvSpPr>
          <p:cNvPr id="29" name="">
            <a:extLst xmlns:a="http://schemas.openxmlformats.org/drawingml/2006/main">
              <a:ext uri="{FF2B5EF4-FFF2-40B4-BE49-F238E27FC236}">
                <a16:creationId xmlns:a16="http://schemas.microsoft.com/office/drawing/2014/main" id="{D28A8729-2378-4A20-A1EE-2FBF3D7D7D34}"/>
              </a:ext>
            </a:extLst>
          </p:cNvPr>
          <p:cNvSpPr>
            <a:spLocks xmlns:a="http://schemas.openxmlformats.org/drawingml/2006/main" noGrp="1"/>
          </p:cNvSpPr>
          <p:nvPr/>
        </p:nvSpPr>
        <p:spPr>
          <a:xfrm xmlns:a="http://schemas.openxmlformats.org/drawingml/2006/main">
            <a:off x="1828800" y="5143500"/>
            <a:ext cx="85344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200" b="0" i="0">
                <a:solidFill>
                  <a:srgbClr val="111827"/>
                </a:solidFill>
                <a:latin typeface="Microsoft YaHei"/>
                <a:ea typeface="Microsoft YaHei"/>
                <a:cs typeface="Microsoft YaHei"/>
              </a:defRPr>
            </a:pPr>
            <a:r>
              <a:rPr sz="975" b="0" i="0">
                <a:solidFill>
                  <a:srgbClr val="111827"/>
                </a:solidFill>
                <a:latin typeface="Microsoft YaHei"/>
                <a:ea typeface="Microsoft YaHei"/>
                <a:cs typeface="Microsoft YaHei"/>
              </a:rPr>
              <a:t>源码、Agent、RAG、MCP、CLI 与业务流程都能沉淀为可复用资产</a:t>
            </a:r>
          </a:p>
          <a:p xmlns:a="http://schemas.openxmlformats.org/drawingml/2006/main">
            <a:pPr algn="ctr">
              <a:buNone/>
              <a:defRPr sz="1200" b="0" i="0">
                <a:solidFill>
                  <a:srgbClr val="111827"/>
                </a:solidFill>
                <a:latin typeface="Microsoft YaHei"/>
                <a:ea typeface="Microsoft YaHei"/>
                <a:cs typeface="Microsoft YaHei"/>
              </a:defRPr>
            </a:pPr>
            <a:r>
              <a:rPr sz="975" b="0" i="0">
                <a:solidFill>
                  <a:srgbClr val="111827"/>
                </a:solidFill>
                <a:latin typeface="Microsoft YaHei"/>
                <a:ea typeface="Microsoft YaHei"/>
                <a:cs typeface="Microsoft YaHei"/>
              </a:rPr>
              <a:t>扩展空间不再受预装积木数量限制，用户可持续创造自己的能力目录</a:t>
            </a:r>
          </a:p>
        </p:txBody>
      </p:sp>
      <p:sp>
        <p:nvSpPr>
          <p:cNvPr id="30" name="">
            <a:extLst xmlns:a="http://schemas.openxmlformats.org/drawingml/2006/main">
              <a:ext uri="{FF2B5EF4-FFF2-40B4-BE49-F238E27FC236}">
                <a16:creationId xmlns:a16="http://schemas.microsoft.com/office/drawing/2014/main" id="{66E5C844-E2E1-463A-B081-124788438DCC}"/>
              </a:ext>
            </a:extLst>
          </p:cNvPr>
          <p:cNvSpPr>
            <a:spLocks xmlns:a="http://schemas.openxmlformats.org/drawingml/2006/main" noGrp="1"/>
          </p:cNvSpPr>
          <p:nvPr/>
        </p:nvSpPr>
        <p:spPr>
          <a:xfrm xmlns:a="http://schemas.openxmlformats.org/drawingml/2006/main">
            <a:off x="685800" y="6496050"/>
            <a:ext cx="10820400" cy="9525"/>
          </a:xfrm>
          <a:prstGeom xmlns:a="http://schemas.openxmlformats.org/drawingml/2006/main" prst="rect">
            <a:avLst/>
          </a:prstGeom>
          <a:solidFill xmlns:a="http://schemas.openxmlformats.org/drawingml/2006/main">
            <a:srgbClr val="DCE3EC"/>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F98B031E-3513-477C-9387-EAA6713695DE}"/>
              </a:ext>
            </a:extLst>
          </p:cNvPr>
          <p:cNvSpPr>
            <a:spLocks xmlns:a="http://schemas.openxmlformats.org/drawingml/2006/main" noGrp="1"/>
          </p:cNvSpPr>
          <p:nvPr/>
        </p:nvSpPr>
        <p:spPr>
          <a:xfrm xmlns:a="http://schemas.openxmlformats.org/drawingml/2006/main">
            <a:off x="685800" y="6553200"/>
            <a:ext cx="476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975" b="0" i="0">
                <a:solidFill>
                  <a:srgbClr val="98A2B3"/>
                </a:solidFill>
                <a:latin typeface="Microsoft YaHei"/>
                <a:ea typeface="Microsoft YaHei"/>
                <a:cs typeface="Microsoft YaHei"/>
              </a:defRPr>
            </a:pPr>
            <a:r>
              <a:rPr sz="975" b="0" i="0">
                <a:solidFill>
                  <a:srgbClr val="98A2B3"/>
                </a:solidFill>
                <a:latin typeface="Microsoft YaHei"/>
                <a:ea typeface="Microsoft YaHei"/>
                <a:cs typeface="Microsoft YaHei"/>
              </a:rPr>
              <a:t>Blocky Studio · Agent 搭建教育</a:t>
            </a:r>
          </a:p>
        </p:txBody>
      </p:sp>
      <p:sp>
        <p:nvSpPr>
          <p:cNvPr id="32" name="">
            <a:extLst xmlns:a="http://schemas.openxmlformats.org/drawingml/2006/main">
              <a:ext uri="{FF2B5EF4-FFF2-40B4-BE49-F238E27FC236}">
                <a16:creationId xmlns:a16="http://schemas.microsoft.com/office/drawing/2014/main" id="{2396D7D8-64FA-4C92-BE0C-FC36C84792DE}"/>
              </a:ext>
            </a:extLst>
          </p:cNvPr>
          <p:cNvSpPr>
            <a:spLocks xmlns:a="http://schemas.openxmlformats.org/drawingml/2006/main" noGrp="1"/>
          </p:cNvSpPr>
          <p:nvPr/>
        </p:nvSpPr>
        <p:spPr>
          <a:xfrm xmlns:a="http://schemas.openxmlformats.org/drawingml/2006/main">
            <a:off x="10953750" y="6553200"/>
            <a:ext cx="552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975" b="0" i="0">
                <a:solidFill>
                  <a:srgbClr val="98A2B3"/>
                </a:solidFill>
                <a:latin typeface="Microsoft YaHei"/>
                <a:ea typeface="Microsoft YaHei"/>
                <a:cs typeface="Microsoft YaHei"/>
              </a:defRPr>
            </a:pPr>
            <a:r>
              <a:rPr sz="975" b="0" i="0">
                <a:solidFill>
                  <a:srgbClr val="98A2B3"/>
                </a:solidFill>
                <a:latin typeface="Microsoft YaHei"/>
                <a:ea typeface="Microsoft YaHei"/>
                <a:cs typeface="Microsoft YaHei"/>
              </a:rPr>
              <a:t>15</a:t>
            </a:r>
          </a:p>
        </p:txBody>
      </p:sp>
    </p:spTree>
    <p:extLst>
      <p:ext uri="{BB962C8B-B14F-4D97-AF65-F5344CB8AC3E}">
        <p14:creationId xmlns:p14="http://schemas.microsoft.com/office/powerpoint/2010/main" val="850101897"/>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A95339E4-F604-4D6A-86EF-DF2CD0929E18}"/>
              </a:ext>
            </a:extLst>
          </p:cNvPr>
          <p:cNvSpPr>
            <a:spLocks xmlns:a="http://schemas.openxmlformats.org/drawingml/2006/main" noGrp="1"/>
          </p:cNvSpPr>
          <p:nvPr/>
        </p:nvSpPr>
        <p:spPr>
          <a:xfrm xmlns:a="http://schemas.openxmlformats.org/drawingml/2006/main">
            <a:off x="685800" y="40005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200" b="1" i="0">
                <a:solidFill>
                  <a:srgbClr val="176BFF"/>
                </a:solidFill>
                <a:latin typeface="Microsoft YaHei"/>
                <a:ea typeface="Microsoft YaHei"/>
                <a:cs typeface="Microsoft YaHei"/>
              </a:defRPr>
            </a:pPr>
            <a:r>
              <a:rPr sz="1200" b="1" i="0">
                <a:solidFill>
                  <a:srgbClr val="176BFF"/>
                </a:solidFill>
                <a:latin typeface="Microsoft YaHei"/>
                <a:ea typeface="Microsoft YaHei"/>
                <a:cs typeface="Microsoft YaHei"/>
              </a:rPr>
              <a:t>BLOCKIFICATION · 输入版图</a:t>
            </a:r>
          </a:p>
        </p:txBody>
      </p:sp>
      <p:sp>
        <p:nvSpPr>
          <p:cNvPr id="2" name="">
            <a:extLst xmlns:a="http://schemas.openxmlformats.org/drawingml/2006/main">
              <a:ext uri="{FF2B5EF4-FFF2-40B4-BE49-F238E27FC236}">
                <a16:creationId xmlns:a16="http://schemas.microsoft.com/office/drawing/2014/main" id="{7370CF98-9ECF-4290-B608-8ACEB1A04835}"/>
              </a:ext>
            </a:extLst>
          </p:cNvPr>
          <p:cNvSpPr>
            <a:spLocks xmlns:a="http://schemas.openxmlformats.org/drawingml/2006/main" noGrp="1"/>
          </p:cNvSpPr>
          <p:nvPr/>
        </p:nvSpPr>
        <p:spPr>
          <a:xfrm xmlns:a="http://schemas.openxmlformats.org/drawingml/2006/main">
            <a:off x="685800" y="742950"/>
            <a:ext cx="108204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3150" b="1" i="0">
                <a:solidFill>
                  <a:srgbClr val="111827"/>
                </a:solidFill>
                <a:latin typeface="Microsoft YaHei"/>
                <a:ea typeface="Microsoft YaHei"/>
                <a:cs typeface="Microsoft YaHei"/>
              </a:defRPr>
            </a:pPr>
            <a:r>
              <a:rPr sz="2925" b="1" i="0">
                <a:solidFill>
                  <a:srgbClr val="111827"/>
                </a:solidFill>
                <a:latin typeface="Microsoft YaHei"/>
                <a:ea typeface="Microsoft YaHei"/>
                <a:cs typeface="Microsoft YaHei"/>
              </a:rPr>
              <a:t>一个入口连接代码、Agent、知识与业务流程</a:t>
            </a:r>
          </a:p>
        </p:txBody>
      </p:sp>
      <p:sp>
        <p:nvSpPr>
          <p:cNvPr id="3" name="">
            <a:extLst xmlns:a="http://schemas.openxmlformats.org/drawingml/2006/main">
              <a:ext uri="{FF2B5EF4-FFF2-40B4-BE49-F238E27FC236}">
                <a16:creationId xmlns:a16="http://schemas.microsoft.com/office/drawing/2014/main" id="{B79087C1-24E9-4883-BB39-FFC3752BBE8C}"/>
              </a:ext>
            </a:extLst>
          </p:cNvPr>
          <p:cNvSpPr>
            <a:spLocks xmlns:a="http://schemas.openxmlformats.org/drawingml/2006/main" noGrp="1"/>
          </p:cNvSpPr>
          <p:nvPr/>
        </p:nvSpPr>
        <p:spPr>
          <a:xfrm xmlns:a="http://schemas.openxmlformats.org/drawingml/2006/main">
            <a:off x="1714500" y="2019300"/>
            <a:ext cx="7905750" cy="3429000"/>
          </a:xfrm>
          <a:prstGeom xmlns:a="http://schemas.openxmlformats.org/drawingml/2006/main" prst="roundRect">
            <a:avLst>
              <a:gd name="adj" fmla="val 5556"/>
            </a:avLst>
          </a:prstGeom>
          <a:noFill xmlns:a="http://schemas.openxmlformats.org/drawingml/2006/main"/>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6C15C7A3-B066-45AE-9611-3A53A1582751}"/>
              </a:ext>
            </a:extLst>
          </p:cNvPr>
          <p:cNvSpPr>
            <a:spLocks xmlns:a="http://schemas.openxmlformats.org/drawingml/2006/main" noGrp="1"/>
          </p:cNvSpPr>
          <p:nvPr/>
        </p:nvSpPr>
        <p:spPr>
          <a:xfrm xmlns:a="http://schemas.openxmlformats.org/drawingml/2006/main">
            <a:off x="13335000" y="2438400"/>
            <a:ext cx="28575" cy="2476500"/>
          </a:xfrm>
          <a:prstGeom xmlns:a="http://schemas.openxmlformats.org/drawingml/2006/main" prst="rect">
            <a:avLst/>
          </a:prstGeom>
          <a:solidFill xmlns:a="http://schemas.openxmlformats.org/drawingml/2006/main">
            <a:srgbClr val="111827"/>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F8CF3443-2956-4DCD-9397-CE8B308C9C68}"/>
              </a:ext>
            </a:extLst>
          </p:cNvPr>
          <p:cNvSpPr>
            <a:spLocks xmlns:a="http://schemas.openxmlformats.org/drawingml/2006/main" noGrp="1"/>
          </p:cNvSpPr>
          <p:nvPr/>
        </p:nvSpPr>
        <p:spPr>
          <a:xfrm xmlns:a="http://schemas.openxmlformats.org/drawingml/2006/main">
            <a:off x="13373100" y="4895850"/>
            <a:ext cx="6191250" cy="28575"/>
          </a:xfrm>
          <a:prstGeom xmlns:a="http://schemas.openxmlformats.org/drawingml/2006/main" prst="rect">
            <a:avLst/>
          </a:prstGeom>
          <a:solidFill xmlns:a="http://schemas.openxmlformats.org/drawingml/2006/main">
            <a:srgbClr val="111827"/>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19AB1834-49B3-4F51-9EB9-45529734317A}"/>
              </a:ext>
            </a:extLst>
          </p:cNvPr>
          <p:cNvSpPr>
            <a:spLocks xmlns:a="http://schemas.openxmlformats.org/drawingml/2006/main" noGrp="1"/>
          </p:cNvSpPr>
          <p:nvPr/>
        </p:nvSpPr>
        <p:spPr>
          <a:xfrm xmlns:a="http://schemas.openxmlformats.org/drawingml/2006/main">
            <a:off x="13411200" y="3648075"/>
            <a:ext cx="6191250" cy="9525"/>
          </a:xfrm>
          <a:prstGeom xmlns:a="http://schemas.openxmlformats.org/drawingml/2006/main" prst="rect">
            <a:avLst/>
          </a:prstGeom>
          <a:solidFill xmlns:a="http://schemas.openxmlformats.org/drawingml/2006/main">
            <a:srgbClr val="DCE3EC"/>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2D17254A-D248-480E-A64C-9F3D946563C0}"/>
              </a:ext>
            </a:extLst>
          </p:cNvPr>
          <p:cNvSpPr>
            <a:spLocks xmlns:a="http://schemas.openxmlformats.org/drawingml/2006/main" noGrp="1"/>
          </p:cNvSpPr>
          <p:nvPr/>
        </p:nvSpPr>
        <p:spPr>
          <a:xfrm xmlns:a="http://schemas.openxmlformats.org/drawingml/2006/main">
            <a:off x="13449300" y="2438400"/>
            <a:ext cx="9525" cy="2476500"/>
          </a:xfrm>
          <a:prstGeom xmlns:a="http://schemas.openxmlformats.org/drawingml/2006/main" prst="rect">
            <a:avLst/>
          </a:prstGeom>
          <a:solidFill xmlns:a="http://schemas.openxmlformats.org/drawingml/2006/main">
            <a:srgbClr val="DCE3EC"/>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8AF039EF-8669-48E6-8355-B3E3CDD61D65}"/>
              </a:ext>
            </a:extLst>
          </p:cNvPr>
          <p:cNvSpPr>
            <a:spLocks xmlns:a="http://schemas.openxmlformats.org/drawingml/2006/main" noGrp="1"/>
          </p:cNvSpPr>
          <p:nvPr/>
        </p:nvSpPr>
        <p:spPr>
          <a:xfrm xmlns:a="http://schemas.openxmlformats.org/drawingml/2006/main">
            <a:off x="685800" y="1428750"/>
            <a:ext cx="108204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425" b="1" i="0">
                <a:solidFill>
                  <a:srgbClr val="64748B"/>
                </a:solidFill>
                <a:latin typeface="Microsoft YaHei"/>
                <a:ea typeface="Microsoft YaHei"/>
                <a:cs typeface="Microsoft YaHei"/>
              </a:defRPr>
            </a:pPr>
            <a:r>
              <a:rPr sz="1350" b="0" i="0">
                <a:solidFill>
                  <a:srgbClr val="667085"/>
                </a:solidFill>
                <a:latin typeface="Microsoft YaHei"/>
                <a:ea typeface="Microsoft YaHei"/>
                <a:cs typeface="Microsoft YaHei"/>
              </a:rPr>
              <a:t>构建助手先判断输入类型，再选择最适合的可编辑结果；不同来源可以组合进入同一项目。</a:t>
            </a:r>
          </a:p>
        </p:txBody>
      </p:sp>
      <p:sp>
        <p:nvSpPr>
          <p:cNvPr id="9" name="">
            <a:extLst xmlns:a="http://schemas.openxmlformats.org/drawingml/2006/main">
              <a:ext uri="{FF2B5EF4-FFF2-40B4-BE49-F238E27FC236}">
                <a16:creationId xmlns:a16="http://schemas.microsoft.com/office/drawing/2014/main" id="{E8252EBC-6654-4A56-A43D-04234BEB26AE}"/>
              </a:ext>
            </a:extLst>
          </p:cNvPr>
          <p:cNvSpPr>
            <a:spLocks xmlns:a="http://schemas.openxmlformats.org/drawingml/2006/main" noGrp="1"/>
          </p:cNvSpPr>
          <p:nvPr/>
        </p:nvSpPr>
        <p:spPr>
          <a:xfrm xmlns:a="http://schemas.openxmlformats.org/drawingml/2006/main">
            <a:off x="876300" y="5105400"/>
            <a:ext cx="10439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125" b="1" i="0">
                <a:solidFill>
                  <a:srgbClr val="1456C7"/>
                </a:solidFill>
                <a:latin typeface="Microsoft YaHei"/>
                <a:ea typeface="Microsoft YaHei"/>
                <a:cs typeface="Microsoft YaHei"/>
              </a:defRPr>
            </a:pPr>
            <a:r>
              <a:rPr sz="1350" b="1" i="0">
                <a:solidFill>
                  <a:srgbClr val="176BFF"/>
                </a:solidFill>
                <a:latin typeface="Microsoft YaHei"/>
                <a:ea typeface="Microsoft YaHei"/>
                <a:cs typeface="Microsoft YaHei"/>
              </a:rPr>
              <a:t>同一项目可以吸收多种来源，不把复杂能力压成一个黑盒代码块</a:t>
            </a:r>
          </a:p>
        </p:txBody>
      </p:sp>
      <p:sp>
        <p:nvSpPr>
          <p:cNvPr id="10" name="">
            <a:extLst xmlns:a="http://schemas.openxmlformats.org/drawingml/2006/main">
              <a:ext uri="{FF2B5EF4-FFF2-40B4-BE49-F238E27FC236}">
                <a16:creationId xmlns:a16="http://schemas.microsoft.com/office/drawing/2014/main" id="{F709C619-2BD1-4EF2-9FB4-E67118A23879}"/>
              </a:ext>
            </a:extLst>
          </p:cNvPr>
          <p:cNvSpPr>
            <a:spLocks xmlns:a="http://schemas.openxmlformats.org/drawingml/2006/main" noGrp="1"/>
          </p:cNvSpPr>
          <p:nvPr/>
        </p:nvSpPr>
        <p:spPr>
          <a:xfrm xmlns:a="http://schemas.openxmlformats.org/drawingml/2006/main">
            <a:off x="13487400" y="4038600"/>
            <a:ext cx="400050" cy="400050"/>
          </a:xfrm>
          <a:prstGeom xmlns:a="http://schemas.openxmlformats.org/drawingml/2006/main" prst="ellipse">
            <a:avLst/>
          </a:prstGeom>
          <a:solidFill xmlns:a="http://schemas.openxmlformats.org/drawingml/2006/main">
            <a:srgbClr val="98A2B3"/>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A5049E2C-638C-4C84-9984-35EE7E45EF3D}"/>
              </a:ext>
            </a:extLst>
          </p:cNvPr>
          <p:cNvSpPr>
            <a:spLocks xmlns:a="http://schemas.openxmlformats.org/drawingml/2006/main" noGrp="1"/>
          </p:cNvSpPr>
          <p:nvPr/>
        </p:nvSpPr>
        <p:spPr>
          <a:xfrm xmlns:a="http://schemas.openxmlformats.org/drawingml/2006/main">
            <a:off x="13525500" y="4514850"/>
            <a:ext cx="1428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i="0">
                <a:solidFill>
                  <a:srgbClr val="667085"/>
                </a:solidFill>
                <a:latin typeface="Microsoft YaHei"/>
                <a:ea typeface="Microsoft YaHei"/>
                <a:cs typeface="Microsoft YaHei"/>
              </a:defRPr>
            </a:pPr>
            <a:r>
              <a:rPr sz="1200" b="0" i="0">
                <a:solidFill>
                  <a:srgbClr val="667085"/>
                </a:solidFill>
                <a:latin typeface="Microsoft YaHei"/>
                <a:ea typeface="Microsoft YaHei"/>
                <a:cs typeface="Microsoft YaHei"/>
              </a:rPr>
              <a:t>办公问答</a:t>
            </a:r>
          </a:p>
        </p:txBody>
      </p:sp>
      <p:sp>
        <p:nvSpPr>
          <p:cNvPr id="12" name="">
            <a:extLst xmlns:a="http://schemas.openxmlformats.org/drawingml/2006/main">
              <a:ext uri="{FF2B5EF4-FFF2-40B4-BE49-F238E27FC236}">
                <a16:creationId xmlns:a16="http://schemas.microsoft.com/office/drawing/2014/main" id="{F4BE703F-ECE8-4177-B632-BC2BAF5358DF}"/>
              </a:ext>
            </a:extLst>
          </p:cNvPr>
          <p:cNvSpPr>
            <a:spLocks xmlns:a="http://schemas.openxmlformats.org/drawingml/2006/main" noGrp="1"/>
          </p:cNvSpPr>
          <p:nvPr/>
        </p:nvSpPr>
        <p:spPr>
          <a:xfrm xmlns:a="http://schemas.openxmlformats.org/drawingml/2006/main">
            <a:off x="13563600" y="3781425"/>
            <a:ext cx="457200" cy="457200"/>
          </a:xfrm>
          <a:prstGeom xmlns:a="http://schemas.openxmlformats.org/drawingml/2006/main" prst="ellipse">
            <a:avLst/>
          </a:prstGeom>
          <a:solidFill xmlns:a="http://schemas.openxmlformats.org/drawingml/2006/main">
            <a:srgbClr val="F79009"/>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1AB245E4-7D7B-4DD8-84A1-4F701573FA23}"/>
              </a:ext>
            </a:extLst>
          </p:cNvPr>
          <p:cNvSpPr>
            <a:spLocks xmlns:a="http://schemas.openxmlformats.org/drawingml/2006/main" noGrp="1"/>
          </p:cNvSpPr>
          <p:nvPr/>
        </p:nvSpPr>
        <p:spPr>
          <a:xfrm xmlns:a="http://schemas.openxmlformats.org/drawingml/2006/main">
            <a:off x="13601700" y="4314825"/>
            <a:ext cx="13716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i="0">
                <a:solidFill>
                  <a:srgbClr val="667085"/>
                </a:solidFill>
                <a:latin typeface="Microsoft YaHei"/>
                <a:ea typeface="Microsoft YaHei"/>
                <a:cs typeface="Microsoft YaHei"/>
              </a:defRPr>
            </a:pPr>
            <a:r>
              <a:rPr sz="1200" b="0" i="0">
                <a:solidFill>
                  <a:srgbClr val="667085"/>
                </a:solidFill>
                <a:latin typeface="Microsoft YaHei"/>
                <a:ea typeface="Microsoft YaHei"/>
                <a:cs typeface="Microsoft YaHei"/>
              </a:rPr>
              <a:t>浏览器任务</a:t>
            </a:r>
          </a:p>
        </p:txBody>
      </p:sp>
      <p:sp>
        <p:nvSpPr>
          <p:cNvPr id="14" name="">
            <a:extLst xmlns:a="http://schemas.openxmlformats.org/drawingml/2006/main">
              <a:ext uri="{FF2B5EF4-FFF2-40B4-BE49-F238E27FC236}">
                <a16:creationId xmlns:a16="http://schemas.microsoft.com/office/drawing/2014/main" id="{F4165A70-FD04-45E9-8824-2BD37261498E}"/>
              </a:ext>
            </a:extLst>
          </p:cNvPr>
          <p:cNvSpPr>
            <a:spLocks xmlns:a="http://schemas.openxmlformats.org/drawingml/2006/main" noGrp="1"/>
          </p:cNvSpPr>
          <p:nvPr/>
        </p:nvSpPr>
        <p:spPr>
          <a:xfrm xmlns:a="http://schemas.openxmlformats.org/drawingml/2006/main">
            <a:off x="13639800" y="2762250"/>
            <a:ext cx="495300" cy="495300"/>
          </a:xfrm>
          <a:prstGeom xmlns:a="http://schemas.openxmlformats.org/drawingml/2006/main" prst="ellipse">
            <a:avLst/>
          </a:prstGeom>
          <a:solidFill xmlns:a="http://schemas.openxmlformats.org/drawingml/2006/main">
            <a:srgbClr val="17A673"/>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C1FEFD31-A748-48DC-9B67-88B96D45E1D7}"/>
              </a:ext>
            </a:extLst>
          </p:cNvPr>
          <p:cNvSpPr>
            <a:spLocks xmlns:a="http://schemas.openxmlformats.org/drawingml/2006/main" noGrp="1"/>
          </p:cNvSpPr>
          <p:nvPr/>
        </p:nvSpPr>
        <p:spPr>
          <a:xfrm xmlns:a="http://schemas.openxmlformats.org/drawingml/2006/main">
            <a:off x="13677900" y="3333750"/>
            <a:ext cx="13716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i="0">
                <a:solidFill>
                  <a:srgbClr val="667085"/>
                </a:solidFill>
                <a:latin typeface="Microsoft YaHei"/>
                <a:ea typeface="Microsoft YaHei"/>
                <a:cs typeface="Microsoft YaHei"/>
              </a:defRPr>
            </a:pPr>
            <a:r>
              <a:rPr sz="1200" b="0" i="0">
                <a:solidFill>
                  <a:srgbClr val="667085"/>
                </a:solidFill>
                <a:latin typeface="Microsoft YaHei"/>
                <a:ea typeface="Microsoft YaHei"/>
                <a:cs typeface="Microsoft YaHei"/>
              </a:rPr>
              <a:t>桌面任务</a:t>
            </a:r>
          </a:p>
        </p:txBody>
      </p:sp>
      <p:sp>
        <p:nvSpPr>
          <p:cNvPr id="16" name="">
            <a:extLst xmlns:a="http://schemas.openxmlformats.org/drawingml/2006/main">
              <a:ext uri="{FF2B5EF4-FFF2-40B4-BE49-F238E27FC236}">
                <a16:creationId xmlns:a16="http://schemas.microsoft.com/office/drawing/2014/main" id="{152ECAB1-E514-4F89-A764-A2DA3B8D70EF}"/>
              </a:ext>
            </a:extLst>
          </p:cNvPr>
          <p:cNvSpPr>
            <a:spLocks xmlns:a="http://schemas.openxmlformats.org/drawingml/2006/main" noGrp="1"/>
          </p:cNvSpPr>
          <p:nvPr/>
        </p:nvSpPr>
        <p:spPr>
          <a:xfrm xmlns:a="http://schemas.openxmlformats.org/drawingml/2006/main">
            <a:off x="13716000" y="2705100"/>
            <a:ext cx="609600" cy="609600"/>
          </a:xfrm>
          <a:prstGeom xmlns:a="http://schemas.openxmlformats.org/drawingml/2006/main" prst="ellipse">
            <a:avLst/>
          </a:prstGeom>
          <a:solidFill xmlns:a="http://schemas.openxmlformats.org/drawingml/2006/main">
            <a:srgbClr val="176BFF"/>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E2A9564E-1B04-4A3B-9C90-58816AC91485}"/>
              </a:ext>
            </a:extLst>
          </p:cNvPr>
          <p:cNvSpPr>
            <a:spLocks xmlns:a="http://schemas.openxmlformats.org/drawingml/2006/main" noGrp="1"/>
          </p:cNvSpPr>
          <p:nvPr/>
        </p:nvSpPr>
        <p:spPr>
          <a:xfrm xmlns:a="http://schemas.openxmlformats.org/drawingml/2006/main">
            <a:off x="13754100" y="3390900"/>
            <a:ext cx="13716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425" b="1" i="0">
                <a:solidFill>
                  <a:srgbClr val="176BFF"/>
                </a:solidFill>
                <a:latin typeface="Microsoft YaHei"/>
                <a:ea typeface="Microsoft YaHei"/>
                <a:cs typeface="Microsoft YaHei"/>
              </a:defRPr>
            </a:pPr>
            <a:r>
              <a:rPr sz="1425" b="1" i="0">
                <a:solidFill>
                  <a:srgbClr val="176BFF"/>
                </a:solidFill>
                <a:latin typeface="Microsoft YaHei"/>
                <a:ea typeface="Microsoft YaHei"/>
                <a:cs typeface="Microsoft YaHei"/>
              </a:rPr>
              <a:t>Blocky</a:t>
            </a:r>
          </a:p>
        </p:txBody>
      </p:sp>
      <p:sp>
        <p:nvSpPr>
          <p:cNvPr id="18" name="">
            <a:extLst xmlns:a="http://schemas.openxmlformats.org/drawingml/2006/main">
              <a:ext uri="{FF2B5EF4-FFF2-40B4-BE49-F238E27FC236}">
                <a16:creationId xmlns:a16="http://schemas.microsoft.com/office/drawing/2014/main" id="{A710F48B-9833-4CEA-96EC-F710C0DB08BB}"/>
              </a:ext>
            </a:extLst>
          </p:cNvPr>
          <p:cNvSpPr>
            <a:spLocks xmlns:a="http://schemas.openxmlformats.org/drawingml/2006/main" noGrp="1"/>
          </p:cNvSpPr>
          <p:nvPr/>
        </p:nvSpPr>
        <p:spPr>
          <a:xfrm xmlns:a="http://schemas.openxmlformats.org/drawingml/2006/main">
            <a:off x="9906000" y="2076450"/>
            <a:ext cx="1600200" cy="3352800"/>
          </a:xfrm>
          <a:prstGeom xmlns:a="http://schemas.openxmlformats.org/drawingml/2006/main" prst="roundRect">
            <a:avLst>
              <a:gd name="adj" fmla="val 11905"/>
            </a:avLst>
          </a:prstGeom>
          <a:noFill xmlns:a="http://schemas.openxmlformats.org/drawingml/2006/main"/>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24B3CED9-2289-46C4-878F-B09658EEEAAB}"/>
              </a:ext>
            </a:extLst>
          </p:cNvPr>
          <p:cNvSpPr>
            <a:spLocks xmlns:a="http://schemas.openxmlformats.org/drawingml/2006/main" noGrp="1"/>
          </p:cNvSpPr>
          <p:nvPr/>
        </p:nvSpPr>
        <p:spPr>
          <a:xfrm xmlns:a="http://schemas.openxmlformats.org/drawingml/2006/main">
            <a:off x="13792200" y="2362200"/>
            <a:ext cx="12192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800" b="1" i="0">
                <a:solidFill>
                  <a:srgbClr val="176BFF"/>
                </a:solidFill>
                <a:latin typeface="Microsoft YaHei"/>
                <a:ea typeface="Microsoft YaHei"/>
                <a:cs typeface="Microsoft YaHei"/>
              </a:defRPr>
            </a:pPr>
            <a:r>
              <a:rPr sz="1800" b="1" i="0">
                <a:solidFill>
                  <a:srgbClr val="176BFF"/>
                </a:solidFill>
                <a:latin typeface="Microsoft YaHei"/>
                <a:ea typeface="Microsoft YaHei"/>
                <a:cs typeface="Microsoft YaHei"/>
              </a:rPr>
              <a:t>Agent + 自动化</a:t>
            </a:r>
          </a:p>
        </p:txBody>
      </p:sp>
      <p:sp>
        <p:nvSpPr>
          <p:cNvPr id="20" name="">
            <a:extLst xmlns:a="http://schemas.openxmlformats.org/drawingml/2006/main">
              <a:ext uri="{FF2B5EF4-FFF2-40B4-BE49-F238E27FC236}">
                <a16:creationId xmlns:a16="http://schemas.microsoft.com/office/drawing/2014/main" id="{E6DE07F1-2CE1-4A8A-BE82-360BF6C6E148}"/>
              </a:ext>
            </a:extLst>
          </p:cNvPr>
          <p:cNvSpPr>
            <a:spLocks xmlns:a="http://schemas.openxmlformats.org/drawingml/2006/main" noGrp="1"/>
          </p:cNvSpPr>
          <p:nvPr/>
        </p:nvSpPr>
        <p:spPr>
          <a:xfrm xmlns:a="http://schemas.openxmlformats.org/drawingml/2006/main">
            <a:off x="13830300" y="3238500"/>
            <a:ext cx="121920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500" b="1" i="0">
                <a:solidFill>
                  <a:srgbClr val="111827"/>
                </a:solidFill>
                <a:latin typeface="Microsoft YaHei"/>
                <a:ea typeface="Microsoft YaHei"/>
                <a:cs typeface="Microsoft YaHei"/>
              </a:defRPr>
            </a:pPr>
            <a:r>
              <a:rPr sz="1500" b="1" i="0">
                <a:solidFill>
                  <a:srgbClr val="111827"/>
                </a:solidFill>
                <a:latin typeface="Microsoft YaHei"/>
                <a:ea typeface="Microsoft YaHei"/>
                <a:cs typeface="Microsoft YaHei"/>
              </a:rPr>
              <a:t>入门 Agent</a:t>
            </a:r>
          </a:p>
          <a:p xmlns:a="http://schemas.openxmlformats.org/drawingml/2006/main">
            <a:pPr algn="ctr">
              <a:buNone/>
              <a:defRPr sz="1500" b="1" i="0">
                <a:solidFill>
                  <a:srgbClr val="111827"/>
                </a:solidFill>
                <a:latin typeface="Microsoft YaHei"/>
                <a:ea typeface="Microsoft YaHei"/>
                <a:cs typeface="Microsoft YaHei"/>
              </a:defRPr>
            </a:pPr>
            <a:r>
              <a:rPr sz="1500" b="1" i="0">
                <a:solidFill>
                  <a:srgbClr val="111827"/>
                </a:solidFill>
                <a:latin typeface="Microsoft YaHei"/>
                <a:ea typeface="Microsoft YaHei"/>
                <a:cs typeface="Microsoft YaHei"/>
              </a:rPr>
              <a:t>↓</a:t>
            </a:r>
          </a:p>
          <a:p xmlns:a="http://schemas.openxmlformats.org/drawingml/2006/main">
            <a:pPr algn="ctr">
              <a:buNone/>
              <a:defRPr sz="1500" b="1" i="0">
                <a:solidFill>
                  <a:srgbClr val="111827"/>
                </a:solidFill>
                <a:latin typeface="Microsoft YaHei"/>
                <a:ea typeface="Microsoft YaHei"/>
                <a:cs typeface="Microsoft YaHei"/>
              </a:defRPr>
            </a:pPr>
            <a:r>
              <a:rPr sz="1500" b="1" i="0">
                <a:solidFill>
                  <a:srgbClr val="111827"/>
                </a:solidFill>
                <a:latin typeface="Microsoft YaHei"/>
                <a:ea typeface="Microsoft YaHei"/>
                <a:cs typeface="Microsoft YaHei"/>
              </a:rPr>
              <a:t>专业 Agent</a:t>
            </a:r>
          </a:p>
          <a:p xmlns:a="http://schemas.openxmlformats.org/drawingml/2006/main">
            <a:pPr algn="ctr">
              <a:buNone/>
              <a:defRPr sz="1500" b="1" i="0">
                <a:solidFill>
                  <a:srgbClr val="111827"/>
                </a:solidFill>
                <a:latin typeface="Microsoft YaHei"/>
                <a:ea typeface="Microsoft YaHei"/>
                <a:cs typeface="Microsoft YaHei"/>
              </a:defRPr>
            </a:pPr>
            <a:r>
              <a:rPr sz="1500" b="1" i="0">
                <a:solidFill>
                  <a:srgbClr val="111827"/>
                </a:solidFill>
                <a:latin typeface="Microsoft YaHei"/>
                <a:ea typeface="Microsoft YaHei"/>
                <a:cs typeface="Microsoft YaHei"/>
              </a:rPr>
              <a:t>↓</a:t>
            </a:r>
          </a:p>
          <a:p xmlns:a="http://schemas.openxmlformats.org/drawingml/2006/main">
            <a:pPr algn="ctr">
              <a:buNone/>
              <a:defRPr sz="1500" b="1" i="0">
                <a:solidFill>
                  <a:srgbClr val="111827"/>
                </a:solidFill>
                <a:latin typeface="Microsoft YaHei"/>
                <a:ea typeface="Microsoft YaHei"/>
                <a:cs typeface="Microsoft YaHei"/>
              </a:defRPr>
            </a:pPr>
            <a:r>
              <a:rPr sz="1500" b="1" i="0">
                <a:solidFill>
                  <a:srgbClr val="111827"/>
                </a:solidFill>
                <a:latin typeface="Microsoft YaHei"/>
                <a:ea typeface="Microsoft YaHei"/>
                <a:cs typeface="Microsoft YaHei"/>
              </a:rPr>
              <a:t>蓝图 / 代码</a:t>
            </a:r>
          </a:p>
          <a:p xmlns:a="http://schemas.openxmlformats.org/drawingml/2006/main">
            <a:pPr algn="ctr">
              <a:buNone/>
              <a:defRPr sz="1500" b="1" i="0">
                <a:solidFill>
                  <a:srgbClr val="111827"/>
                </a:solidFill>
                <a:latin typeface="Microsoft YaHei"/>
                <a:ea typeface="Microsoft YaHei"/>
                <a:cs typeface="Microsoft YaHei"/>
              </a:defRPr>
            </a:pPr>
            <a:r>
              <a:rPr sz="1500" b="1" i="0">
                <a:solidFill>
                  <a:srgbClr val="111827"/>
                </a:solidFill>
                <a:latin typeface="Microsoft YaHei"/>
                <a:ea typeface="Microsoft YaHei"/>
                <a:cs typeface="Microsoft YaHei"/>
              </a:rPr>
              <a:t>↓</a:t>
            </a:r>
          </a:p>
          <a:p xmlns:a="http://schemas.openxmlformats.org/drawingml/2006/main">
            <a:pPr algn="ctr">
              <a:buNone/>
              <a:defRPr sz="1500" b="1" i="0">
                <a:solidFill>
                  <a:srgbClr val="111827"/>
                </a:solidFill>
                <a:latin typeface="Microsoft YaHei"/>
                <a:ea typeface="Microsoft YaHei"/>
                <a:cs typeface="Microsoft YaHei"/>
              </a:defRPr>
            </a:pPr>
            <a:r>
              <a:rPr sz="1500" b="1" i="0">
                <a:solidFill>
                  <a:srgbClr val="111827"/>
                </a:solidFill>
                <a:latin typeface="Microsoft YaHei"/>
                <a:ea typeface="Microsoft YaHei"/>
                <a:cs typeface="Microsoft YaHei"/>
              </a:rPr>
              <a:t>运行轨迹</a:t>
            </a:r>
          </a:p>
        </p:txBody>
      </p:sp>
      <p:sp>
        <p:nvSpPr>
          <p:cNvPr id="21" name="">
            <a:extLst xmlns:a="http://schemas.openxmlformats.org/drawingml/2006/main">
              <a:ext uri="{FF2B5EF4-FFF2-40B4-BE49-F238E27FC236}">
                <a16:creationId xmlns:a16="http://schemas.microsoft.com/office/drawing/2014/main" id="{5ACF8F47-F459-4EE8-AFFB-431D2346A884}"/>
              </a:ext>
            </a:extLst>
          </p:cNvPr>
          <p:cNvSpPr>
            <a:spLocks xmlns:a="http://schemas.openxmlformats.org/drawingml/2006/main" noGrp="1"/>
          </p:cNvSpPr>
          <p:nvPr/>
        </p:nvSpPr>
        <p:spPr>
          <a:xfrm xmlns:a="http://schemas.openxmlformats.org/drawingml/2006/main">
            <a:off x="685800" y="5600700"/>
            <a:ext cx="108204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050" b="0" i="0">
                <a:solidFill>
                  <a:srgbClr val="64748B"/>
                </a:solidFill>
                <a:latin typeface="Microsoft YaHei"/>
                <a:ea typeface="Microsoft YaHei"/>
                <a:cs typeface="Microsoft YaHei"/>
              </a:defRPr>
            </a:pPr>
            <a:r>
              <a:rPr sz="1275" b="0" i="0">
                <a:solidFill>
                  <a:srgbClr val="667085"/>
                </a:solidFill>
                <a:latin typeface="Microsoft YaHei"/>
                <a:ea typeface="Microsoft YaHei"/>
                <a:cs typeface="Microsoft YaHei"/>
              </a:rPr>
              <a:t>输入越丰富，转换证据越清晰，可复用资产越多</a:t>
            </a:r>
          </a:p>
        </p:txBody>
      </p:sp>
      <p:sp>
        <p:nvSpPr>
          <p:cNvPr id="22" name="">
            <a:extLst xmlns:a="http://schemas.openxmlformats.org/drawingml/2006/main">
              <a:ext uri="{FF2B5EF4-FFF2-40B4-BE49-F238E27FC236}">
                <a16:creationId xmlns:a16="http://schemas.microsoft.com/office/drawing/2014/main" id="{7CA2238B-6981-4EEF-9644-CAB79A1ED2D3}"/>
              </a:ext>
            </a:extLst>
          </p:cNvPr>
          <p:cNvSpPr>
            <a:spLocks xmlns:a="http://schemas.openxmlformats.org/drawingml/2006/main" noGrp="1"/>
          </p:cNvSpPr>
          <p:nvPr/>
        </p:nvSpPr>
        <p:spPr>
          <a:xfrm xmlns:a="http://schemas.openxmlformats.org/drawingml/2006/main">
            <a:off x="685800" y="6496050"/>
            <a:ext cx="10820400" cy="9525"/>
          </a:xfrm>
          <a:prstGeom xmlns:a="http://schemas.openxmlformats.org/drawingml/2006/main" prst="rect">
            <a:avLst/>
          </a:prstGeom>
          <a:solidFill xmlns:a="http://schemas.openxmlformats.org/drawingml/2006/main">
            <a:srgbClr val="DCE3EC"/>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4EEEB512-B61D-4234-BF5B-E7FCE68FD363}"/>
              </a:ext>
            </a:extLst>
          </p:cNvPr>
          <p:cNvSpPr>
            <a:spLocks xmlns:a="http://schemas.openxmlformats.org/drawingml/2006/main" noGrp="1"/>
          </p:cNvSpPr>
          <p:nvPr/>
        </p:nvSpPr>
        <p:spPr>
          <a:xfrm xmlns:a="http://schemas.openxmlformats.org/drawingml/2006/main">
            <a:off x="685800" y="6553200"/>
            <a:ext cx="476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975" b="0" i="0">
                <a:solidFill>
                  <a:srgbClr val="98A2B3"/>
                </a:solidFill>
                <a:latin typeface="Microsoft YaHei"/>
                <a:ea typeface="Microsoft YaHei"/>
                <a:cs typeface="Microsoft YaHei"/>
              </a:defRPr>
            </a:pPr>
            <a:r>
              <a:rPr sz="975" b="0" i="0">
                <a:solidFill>
                  <a:srgbClr val="98A2B3"/>
                </a:solidFill>
                <a:latin typeface="Microsoft YaHei"/>
                <a:ea typeface="Microsoft YaHei"/>
                <a:cs typeface="Microsoft YaHei"/>
              </a:rPr>
              <a:t>Blocky Studio · Agent 搭建教育</a:t>
            </a:r>
          </a:p>
        </p:txBody>
      </p:sp>
      <p:sp>
        <p:nvSpPr>
          <p:cNvPr id="24" name="">
            <a:extLst xmlns:a="http://schemas.openxmlformats.org/drawingml/2006/main">
              <a:ext uri="{FF2B5EF4-FFF2-40B4-BE49-F238E27FC236}">
                <a16:creationId xmlns:a16="http://schemas.microsoft.com/office/drawing/2014/main" id="{F36BBFE9-8C7C-4891-A36F-ED778245CE43}"/>
              </a:ext>
            </a:extLst>
          </p:cNvPr>
          <p:cNvSpPr>
            <a:spLocks xmlns:a="http://schemas.openxmlformats.org/drawingml/2006/main" noGrp="1"/>
          </p:cNvSpPr>
          <p:nvPr/>
        </p:nvSpPr>
        <p:spPr>
          <a:xfrm xmlns:a="http://schemas.openxmlformats.org/drawingml/2006/main">
            <a:off x="10953750" y="6553200"/>
            <a:ext cx="552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975" b="0" i="0">
                <a:solidFill>
                  <a:srgbClr val="98A2B3"/>
                </a:solidFill>
                <a:latin typeface="Microsoft YaHei"/>
                <a:ea typeface="Microsoft YaHei"/>
                <a:cs typeface="Microsoft YaHei"/>
              </a:defRPr>
            </a:pPr>
            <a:r>
              <a:rPr sz="975" b="0" i="0">
                <a:solidFill>
                  <a:srgbClr val="98A2B3"/>
                </a:solidFill>
                <a:latin typeface="Microsoft YaHei"/>
                <a:ea typeface="Microsoft YaHei"/>
                <a:cs typeface="Microsoft YaHei"/>
              </a:rPr>
              <a:t>16</a:t>
            </a:r>
          </a:p>
        </p:txBody>
      </p:sp>
      <p:sp>
        <p:nvSpPr>
          <p:cNvPr id="26" name="compat-card-fill-1-1">
            <a:extLst xmlns:a="http://schemas.openxmlformats.org/drawingml/2006/main">
              <a:ext uri="{FF2B5EF4-FFF2-40B4-BE49-F238E27FC236}">
                <a16:creationId xmlns:a16="http://schemas.microsoft.com/office/drawing/2014/main" id="{F69DB481-5385-40C6-8BEA-8619F0A3E72B}"/>
              </a:ext>
            </a:extLst>
          </p:cNvPr>
          <p:cNvSpPr>
            <a:spLocks xmlns:a="http://schemas.openxmlformats.org/drawingml/2006/main" noGrp="1"/>
          </p:cNvSpPr>
          <p:nvPr/>
        </p:nvSpPr>
        <p:spPr>
          <a:xfrm xmlns:a="http://schemas.openxmlformats.org/drawingml/2006/main">
            <a:off x="895350" y="2133600"/>
            <a:ext cx="3162300" cy="381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7" name="compat-card-fill-1-2">
            <a:extLst xmlns:a="http://schemas.openxmlformats.org/drawingml/2006/main">
              <a:ext uri="{FF2B5EF4-FFF2-40B4-BE49-F238E27FC236}">
                <a16:creationId xmlns:a16="http://schemas.microsoft.com/office/drawing/2014/main" id="{E4EF5A44-61F6-43D8-A716-C98483ED0778}"/>
              </a:ext>
            </a:extLst>
          </p:cNvPr>
          <p:cNvSpPr>
            <a:spLocks xmlns:a="http://schemas.openxmlformats.org/drawingml/2006/main" noGrp="1"/>
          </p:cNvSpPr>
          <p:nvPr/>
        </p:nvSpPr>
        <p:spPr>
          <a:xfrm xmlns:a="http://schemas.openxmlformats.org/drawingml/2006/main">
            <a:off x="895350" y="2514600"/>
            <a:ext cx="3162300" cy="381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8" name="compat-card-fill-1-3">
            <a:extLst xmlns:a="http://schemas.openxmlformats.org/drawingml/2006/main">
              <a:ext uri="{FF2B5EF4-FFF2-40B4-BE49-F238E27FC236}">
                <a16:creationId xmlns:a16="http://schemas.microsoft.com/office/drawing/2014/main" id="{2D5C7F0A-2376-4FCC-B006-D475EB4611E7}"/>
              </a:ext>
            </a:extLst>
          </p:cNvPr>
          <p:cNvSpPr>
            <a:spLocks xmlns:a="http://schemas.openxmlformats.org/drawingml/2006/main" noGrp="1"/>
          </p:cNvSpPr>
          <p:nvPr/>
        </p:nvSpPr>
        <p:spPr>
          <a:xfrm xmlns:a="http://schemas.openxmlformats.org/drawingml/2006/main">
            <a:off x="895350" y="2895600"/>
            <a:ext cx="3162300" cy="4762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9" name="compat-card-1">
            <a:extLst xmlns:a="http://schemas.openxmlformats.org/drawingml/2006/main">
              <a:ext uri="{FF2B5EF4-FFF2-40B4-BE49-F238E27FC236}">
                <a16:creationId xmlns:a16="http://schemas.microsoft.com/office/drawing/2014/main" id="{6C151DE4-71A9-4FA2-9A44-BC594719616F}"/>
              </a:ext>
            </a:extLst>
          </p:cNvPr>
          <p:cNvSpPr>
            <a:spLocks xmlns:a="http://schemas.openxmlformats.org/drawingml/2006/main" noGrp="1"/>
          </p:cNvSpPr>
          <p:nvPr/>
        </p:nvSpPr>
        <p:spPr>
          <a:xfrm xmlns:a="http://schemas.openxmlformats.org/drawingml/2006/main">
            <a:off x="838200" y="2076450"/>
            <a:ext cx="3276600" cy="1352550"/>
          </a:xfrm>
          <a:prstGeom xmlns:a="http://schemas.openxmlformats.org/drawingml/2006/main" prst="roundRect">
            <a:avLst>
              <a:gd name="adj" fmla="val 5634"/>
            </a:avLst>
          </a:prstGeom>
          <a:noFill xmlns:a="http://schemas.openxmlformats.org/drawingml/2006/main"/>
          <a:ln xmlns:a="http://schemas.openxmlformats.org/drawingml/2006/main" w="9525">
            <a:solidFill>
              <a:srgbClr val="DDE7F5"/>
            </a:solidFill>
            <a:prstDash val="solid"/>
          </a:ln>
        </p:spPr>
      </p:sp>
      <p:sp>
        <p:nvSpPr>
          <p:cNvPr id="30" name="compat-accent-1">
            <a:extLst xmlns:a="http://schemas.openxmlformats.org/drawingml/2006/main">
              <a:ext uri="{FF2B5EF4-FFF2-40B4-BE49-F238E27FC236}">
                <a16:creationId xmlns:a16="http://schemas.microsoft.com/office/drawing/2014/main" id="{4A5AF1A7-B885-4B88-B017-97B67775F82B}"/>
              </a:ext>
            </a:extLst>
          </p:cNvPr>
          <p:cNvSpPr>
            <a:spLocks xmlns:a="http://schemas.openxmlformats.org/drawingml/2006/main" noGrp="1"/>
          </p:cNvSpPr>
          <p:nvPr/>
        </p:nvSpPr>
        <p:spPr>
          <a:xfrm xmlns:a="http://schemas.openxmlformats.org/drawingml/2006/main">
            <a:off x="838200" y="2228850"/>
            <a:ext cx="47625" cy="1047750"/>
          </a:xfrm>
          <a:prstGeom xmlns:a="http://schemas.openxmlformats.org/drawingml/2006/main" prst="rect">
            <a:avLst/>
          </a:prstGeom>
          <a:solidFill xmlns:a="http://schemas.openxmlformats.org/drawingml/2006/main">
            <a:srgbClr val="176BFF"/>
          </a:solidFill>
          <a:ln xmlns:a="http://schemas.openxmlformats.org/drawingml/2006/main" w="0">
            <a:noFill/>
            <a:prstDash val="solid"/>
          </a:ln>
        </p:spPr>
      </p:sp>
      <p:sp>
        <p:nvSpPr>
          <p:cNvPr id="31" name="compat-title-1">
            <a:extLst xmlns:a="http://schemas.openxmlformats.org/drawingml/2006/main">
              <a:ext uri="{FF2B5EF4-FFF2-40B4-BE49-F238E27FC236}">
                <a16:creationId xmlns:a16="http://schemas.microsoft.com/office/drawing/2014/main" id="{34755EBE-93F0-4137-A1C0-A92B874AF4D1}"/>
              </a:ext>
            </a:extLst>
          </p:cNvPr>
          <p:cNvSpPr>
            <a:spLocks xmlns:a="http://schemas.openxmlformats.org/drawingml/2006/main" noGrp="1"/>
          </p:cNvSpPr>
          <p:nvPr/>
        </p:nvSpPr>
        <p:spPr>
          <a:xfrm xmlns:a="http://schemas.openxmlformats.org/drawingml/2006/main">
            <a:off x="1066800" y="2247900"/>
            <a:ext cx="27813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200" b="1">
                <a:solidFill>
                  <a:srgbClr val="176BFF"/>
                </a:solidFill>
                <a:latin typeface="Microsoft YaHei"/>
                <a:ea typeface="Microsoft YaHei"/>
                <a:cs typeface="Microsoft YaHei"/>
              </a:defRPr>
            </a:pPr>
            <a:r>
              <a:rPr sz="1200" b="1">
                <a:solidFill>
                  <a:srgbClr val="176BFF"/>
                </a:solidFill>
                <a:latin typeface="Microsoft YaHei"/>
                <a:ea typeface="Microsoft YaHei"/>
                <a:cs typeface="Microsoft YaHei"/>
              </a:rPr>
              <a:t>GitHub / 本地仓库</a:t>
            </a:r>
          </a:p>
        </p:txBody>
      </p:sp>
      <p:sp>
        <p:nvSpPr>
          <p:cNvPr id="32" name="compat-name-1">
            <a:extLst xmlns:a="http://schemas.openxmlformats.org/drawingml/2006/main">
              <a:ext uri="{FF2B5EF4-FFF2-40B4-BE49-F238E27FC236}">
                <a16:creationId xmlns:a16="http://schemas.microsoft.com/office/drawing/2014/main" id="{7B4D9A5C-E768-4DC4-A8BF-A0C0D3177F91}"/>
              </a:ext>
            </a:extLst>
          </p:cNvPr>
          <p:cNvSpPr>
            <a:spLocks xmlns:a="http://schemas.openxmlformats.org/drawingml/2006/main" noGrp="1"/>
          </p:cNvSpPr>
          <p:nvPr/>
        </p:nvSpPr>
        <p:spPr>
          <a:xfrm xmlns:a="http://schemas.openxmlformats.org/drawingml/2006/main">
            <a:off x="1066800" y="2533650"/>
            <a:ext cx="27813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950" b="1">
                <a:solidFill>
                  <a:srgbClr val="111827"/>
                </a:solidFill>
                <a:latin typeface="Microsoft YaHei"/>
                <a:ea typeface="Microsoft YaHei"/>
                <a:cs typeface="Microsoft YaHei"/>
              </a:defRPr>
            </a:pPr>
            <a:r>
              <a:rPr sz="1950" b="1">
                <a:solidFill>
                  <a:srgbClr val="111827"/>
                </a:solidFill>
                <a:latin typeface="Microsoft YaHei"/>
                <a:ea typeface="Microsoft YaHei"/>
                <a:cs typeface="Microsoft YaHei"/>
              </a:rPr>
              <a:t>库 · SDK · 应用</a:t>
            </a:r>
          </a:p>
        </p:txBody>
      </p:sp>
      <p:sp>
        <p:nvSpPr>
          <p:cNvPr id="33" name="compat-desc-1">
            <a:extLst xmlns:a="http://schemas.openxmlformats.org/drawingml/2006/main">
              <a:ext uri="{FF2B5EF4-FFF2-40B4-BE49-F238E27FC236}">
                <a16:creationId xmlns:a16="http://schemas.microsoft.com/office/drawing/2014/main" id="{6EEF4EE7-6902-4F7D-979E-88501EA44802}"/>
              </a:ext>
            </a:extLst>
          </p:cNvPr>
          <p:cNvSpPr>
            <a:spLocks xmlns:a="http://schemas.openxmlformats.org/drawingml/2006/main" noGrp="1"/>
          </p:cNvSpPr>
          <p:nvPr/>
        </p:nvSpPr>
        <p:spPr>
          <a:xfrm xmlns:a="http://schemas.openxmlformats.org/drawingml/2006/main">
            <a:off x="1066800" y="2952750"/>
            <a:ext cx="28194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050">
                <a:solidFill>
                  <a:srgbClr val="64748B"/>
                </a:solidFill>
                <a:latin typeface="Microsoft YaHei"/>
                <a:ea typeface="Microsoft YaHei"/>
                <a:cs typeface="Microsoft YaHei"/>
              </a:defRPr>
            </a:pPr>
            <a:r>
              <a:rPr sz="1125" b="0">
                <a:solidFill>
                  <a:srgbClr val="667085"/>
                </a:solidFill>
                <a:latin typeface="Microsoft YaHei"/>
                <a:ea typeface="Microsoft YaHei"/>
                <a:cs typeface="Microsoft YaHei"/>
              </a:rPr>
              <a:t>API / 类型 / 依赖 / 测试</a:t>
            </a:r>
          </a:p>
        </p:txBody>
      </p:sp>
      <p:sp>
        <p:nvSpPr>
          <p:cNvPr id="34" name="compat-card-fill-2-1">
            <a:extLst xmlns:a="http://schemas.openxmlformats.org/drawingml/2006/main">
              <a:ext uri="{FF2B5EF4-FFF2-40B4-BE49-F238E27FC236}">
                <a16:creationId xmlns:a16="http://schemas.microsoft.com/office/drawing/2014/main" id="{6678D41D-B7A4-47ED-A705-BC8B0F76C6AB}"/>
              </a:ext>
            </a:extLst>
          </p:cNvPr>
          <p:cNvSpPr>
            <a:spLocks xmlns:a="http://schemas.openxmlformats.org/drawingml/2006/main" noGrp="1"/>
          </p:cNvSpPr>
          <p:nvPr/>
        </p:nvSpPr>
        <p:spPr>
          <a:xfrm xmlns:a="http://schemas.openxmlformats.org/drawingml/2006/main">
            <a:off x="4438650" y="2133600"/>
            <a:ext cx="3162300" cy="381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5" name="compat-card-fill-2-2">
            <a:extLst xmlns:a="http://schemas.openxmlformats.org/drawingml/2006/main">
              <a:ext uri="{FF2B5EF4-FFF2-40B4-BE49-F238E27FC236}">
                <a16:creationId xmlns:a16="http://schemas.microsoft.com/office/drawing/2014/main" id="{AF7B2C68-02AD-4AB9-9093-19F05DEF1A4B}"/>
              </a:ext>
            </a:extLst>
          </p:cNvPr>
          <p:cNvSpPr>
            <a:spLocks xmlns:a="http://schemas.openxmlformats.org/drawingml/2006/main" noGrp="1"/>
          </p:cNvSpPr>
          <p:nvPr/>
        </p:nvSpPr>
        <p:spPr>
          <a:xfrm xmlns:a="http://schemas.openxmlformats.org/drawingml/2006/main">
            <a:off x="4438650" y="2514600"/>
            <a:ext cx="3162300" cy="381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6" name="compat-card-fill-2-3">
            <a:extLst xmlns:a="http://schemas.openxmlformats.org/drawingml/2006/main">
              <a:ext uri="{FF2B5EF4-FFF2-40B4-BE49-F238E27FC236}">
                <a16:creationId xmlns:a16="http://schemas.microsoft.com/office/drawing/2014/main" id="{E3636D79-096C-47D6-B78F-E30DAF504A34}"/>
              </a:ext>
            </a:extLst>
          </p:cNvPr>
          <p:cNvSpPr>
            <a:spLocks xmlns:a="http://schemas.openxmlformats.org/drawingml/2006/main" noGrp="1"/>
          </p:cNvSpPr>
          <p:nvPr/>
        </p:nvSpPr>
        <p:spPr>
          <a:xfrm xmlns:a="http://schemas.openxmlformats.org/drawingml/2006/main">
            <a:off x="4438650" y="2895600"/>
            <a:ext cx="3162300" cy="4762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7" name="compat-card-2">
            <a:extLst xmlns:a="http://schemas.openxmlformats.org/drawingml/2006/main">
              <a:ext uri="{FF2B5EF4-FFF2-40B4-BE49-F238E27FC236}">
                <a16:creationId xmlns:a16="http://schemas.microsoft.com/office/drawing/2014/main" id="{59DCAF35-0EEB-4DA4-B734-CCF9E9C4CFF7}"/>
              </a:ext>
            </a:extLst>
          </p:cNvPr>
          <p:cNvSpPr>
            <a:spLocks xmlns:a="http://schemas.openxmlformats.org/drawingml/2006/main" noGrp="1"/>
          </p:cNvSpPr>
          <p:nvPr/>
        </p:nvSpPr>
        <p:spPr>
          <a:xfrm xmlns:a="http://schemas.openxmlformats.org/drawingml/2006/main">
            <a:off x="4381500" y="2076450"/>
            <a:ext cx="3276600" cy="1352550"/>
          </a:xfrm>
          <a:prstGeom xmlns:a="http://schemas.openxmlformats.org/drawingml/2006/main" prst="roundRect">
            <a:avLst>
              <a:gd name="adj" fmla="val 5634"/>
            </a:avLst>
          </a:prstGeom>
          <a:noFill xmlns:a="http://schemas.openxmlformats.org/drawingml/2006/main"/>
          <a:ln xmlns:a="http://schemas.openxmlformats.org/drawingml/2006/main" w="9525">
            <a:solidFill>
              <a:srgbClr val="DDE7F5"/>
            </a:solidFill>
            <a:prstDash val="solid"/>
          </a:ln>
        </p:spPr>
      </p:sp>
      <p:sp>
        <p:nvSpPr>
          <p:cNvPr id="38" name="compat-accent-2">
            <a:extLst xmlns:a="http://schemas.openxmlformats.org/drawingml/2006/main">
              <a:ext uri="{FF2B5EF4-FFF2-40B4-BE49-F238E27FC236}">
                <a16:creationId xmlns:a16="http://schemas.microsoft.com/office/drawing/2014/main" id="{6D379EDB-817E-4F0B-91DB-DF83E8488E25}"/>
              </a:ext>
            </a:extLst>
          </p:cNvPr>
          <p:cNvSpPr>
            <a:spLocks xmlns:a="http://schemas.openxmlformats.org/drawingml/2006/main" noGrp="1"/>
          </p:cNvSpPr>
          <p:nvPr/>
        </p:nvSpPr>
        <p:spPr>
          <a:xfrm xmlns:a="http://schemas.openxmlformats.org/drawingml/2006/main">
            <a:off x="4381500" y="2228850"/>
            <a:ext cx="47625" cy="1047750"/>
          </a:xfrm>
          <a:prstGeom xmlns:a="http://schemas.openxmlformats.org/drawingml/2006/main" prst="rect">
            <a:avLst/>
          </a:prstGeom>
          <a:solidFill xmlns:a="http://schemas.openxmlformats.org/drawingml/2006/main">
            <a:srgbClr val="176BFF"/>
          </a:solidFill>
          <a:ln xmlns:a="http://schemas.openxmlformats.org/drawingml/2006/main" w="0">
            <a:noFill/>
            <a:prstDash val="solid"/>
          </a:ln>
        </p:spPr>
      </p:sp>
      <p:sp>
        <p:nvSpPr>
          <p:cNvPr id="39" name="compat-title-2">
            <a:extLst xmlns:a="http://schemas.openxmlformats.org/drawingml/2006/main">
              <a:ext uri="{FF2B5EF4-FFF2-40B4-BE49-F238E27FC236}">
                <a16:creationId xmlns:a16="http://schemas.microsoft.com/office/drawing/2014/main" id="{E6BC2108-034B-409A-ABE7-485519372F2C}"/>
              </a:ext>
            </a:extLst>
          </p:cNvPr>
          <p:cNvSpPr>
            <a:spLocks xmlns:a="http://schemas.openxmlformats.org/drawingml/2006/main" noGrp="1"/>
          </p:cNvSpPr>
          <p:nvPr/>
        </p:nvSpPr>
        <p:spPr>
          <a:xfrm xmlns:a="http://schemas.openxmlformats.org/drawingml/2006/main">
            <a:off x="4610100" y="2247900"/>
            <a:ext cx="27813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200" b="1">
                <a:solidFill>
                  <a:srgbClr val="176BFF"/>
                </a:solidFill>
                <a:latin typeface="Microsoft YaHei"/>
                <a:ea typeface="Microsoft YaHei"/>
                <a:cs typeface="Microsoft YaHei"/>
              </a:defRPr>
            </a:pPr>
            <a:r>
              <a:rPr sz="1200" b="1">
                <a:solidFill>
                  <a:srgbClr val="176BFF"/>
                </a:solidFill>
                <a:latin typeface="Microsoft YaHei"/>
                <a:ea typeface="Microsoft YaHei"/>
                <a:cs typeface="Microsoft YaHei"/>
              </a:rPr>
              <a:t>现有 Agent / Harness</a:t>
            </a:r>
          </a:p>
        </p:txBody>
      </p:sp>
      <p:sp>
        <p:nvSpPr>
          <p:cNvPr id="40" name="compat-name-2">
            <a:extLst xmlns:a="http://schemas.openxmlformats.org/drawingml/2006/main">
              <a:ext uri="{FF2B5EF4-FFF2-40B4-BE49-F238E27FC236}">
                <a16:creationId xmlns:a16="http://schemas.microsoft.com/office/drawing/2014/main" id="{53F45C2E-A901-407B-AAAB-6E9BA20F451C}"/>
              </a:ext>
            </a:extLst>
          </p:cNvPr>
          <p:cNvSpPr>
            <a:spLocks xmlns:a="http://schemas.openxmlformats.org/drawingml/2006/main" noGrp="1"/>
          </p:cNvSpPr>
          <p:nvPr/>
        </p:nvSpPr>
        <p:spPr>
          <a:xfrm xmlns:a="http://schemas.openxmlformats.org/drawingml/2006/main">
            <a:off x="4610100" y="2533650"/>
            <a:ext cx="27813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950" b="1">
                <a:solidFill>
                  <a:srgbClr val="111827"/>
                </a:solidFill>
                <a:latin typeface="Microsoft YaHei"/>
                <a:ea typeface="Microsoft YaHei"/>
                <a:cs typeface="Microsoft YaHei"/>
              </a:defRPr>
            </a:pPr>
            <a:r>
              <a:rPr sz="1950" b="1">
                <a:solidFill>
                  <a:srgbClr val="111827"/>
                </a:solidFill>
                <a:latin typeface="Microsoft YaHei"/>
                <a:ea typeface="Microsoft YaHei"/>
                <a:cs typeface="Microsoft YaHei"/>
              </a:rPr>
              <a:t>循环 · 工具 · 权限</a:t>
            </a:r>
          </a:p>
        </p:txBody>
      </p:sp>
      <p:sp>
        <p:nvSpPr>
          <p:cNvPr id="41" name="compat-desc-2">
            <a:extLst xmlns:a="http://schemas.openxmlformats.org/drawingml/2006/main">
              <a:ext uri="{FF2B5EF4-FFF2-40B4-BE49-F238E27FC236}">
                <a16:creationId xmlns:a16="http://schemas.microsoft.com/office/drawing/2014/main" id="{7857053F-D439-4C53-B6DB-03E22CF16485}"/>
              </a:ext>
            </a:extLst>
          </p:cNvPr>
          <p:cNvSpPr>
            <a:spLocks xmlns:a="http://schemas.openxmlformats.org/drawingml/2006/main" noGrp="1"/>
          </p:cNvSpPr>
          <p:nvPr/>
        </p:nvSpPr>
        <p:spPr>
          <a:xfrm xmlns:a="http://schemas.openxmlformats.org/drawingml/2006/main">
            <a:off x="4610100" y="2952750"/>
            <a:ext cx="28194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050">
                <a:solidFill>
                  <a:srgbClr val="64748B"/>
                </a:solidFill>
                <a:latin typeface="Microsoft YaHei"/>
                <a:ea typeface="Microsoft YaHei"/>
                <a:cs typeface="Microsoft YaHei"/>
              </a:defRPr>
            </a:pPr>
            <a:r>
              <a:rPr sz="1125" b="0">
                <a:solidFill>
                  <a:srgbClr val="667085"/>
                </a:solidFill>
                <a:latin typeface="Microsoft YaHei"/>
                <a:ea typeface="Microsoft YaHei"/>
                <a:cs typeface="Microsoft YaHei"/>
              </a:rPr>
              <a:t>会话 / 事件 / 插件 / 配置</a:t>
            </a:r>
          </a:p>
        </p:txBody>
      </p:sp>
      <p:sp>
        <p:nvSpPr>
          <p:cNvPr id="42" name="compat-card-fill-3-1">
            <a:extLst xmlns:a="http://schemas.openxmlformats.org/drawingml/2006/main">
              <a:ext uri="{FF2B5EF4-FFF2-40B4-BE49-F238E27FC236}">
                <a16:creationId xmlns:a16="http://schemas.microsoft.com/office/drawing/2014/main" id="{D02C6BBE-B855-49E3-9FFF-F9AAB4710C1E}"/>
              </a:ext>
            </a:extLst>
          </p:cNvPr>
          <p:cNvSpPr>
            <a:spLocks xmlns:a="http://schemas.openxmlformats.org/drawingml/2006/main" noGrp="1"/>
          </p:cNvSpPr>
          <p:nvPr/>
        </p:nvSpPr>
        <p:spPr>
          <a:xfrm xmlns:a="http://schemas.openxmlformats.org/drawingml/2006/main">
            <a:off x="7981950" y="2133600"/>
            <a:ext cx="3162300" cy="381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3" name="compat-card-fill-3-2">
            <a:extLst xmlns:a="http://schemas.openxmlformats.org/drawingml/2006/main">
              <a:ext uri="{FF2B5EF4-FFF2-40B4-BE49-F238E27FC236}">
                <a16:creationId xmlns:a16="http://schemas.microsoft.com/office/drawing/2014/main" id="{777F7FB1-AD1C-4E78-AC1C-0C013DEA09DB}"/>
              </a:ext>
            </a:extLst>
          </p:cNvPr>
          <p:cNvSpPr>
            <a:spLocks xmlns:a="http://schemas.openxmlformats.org/drawingml/2006/main" noGrp="1"/>
          </p:cNvSpPr>
          <p:nvPr/>
        </p:nvSpPr>
        <p:spPr>
          <a:xfrm xmlns:a="http://schemas.openxmlformats.org/drawingml/2006/main">
            <a:off x="7981950" y="2514600"/>
            <a:ext cx="3162300" cy="381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4" name="compat-card-fill-3-3">
            <a:extLst xmlns:a="http://schemas.openxmlformats.org/drawingml/2006/main">
              <a:ext uri="{FF2B5EF4-FFF2-40B4-BE49-F238E27FC236}">
                <a16:creationId xmlns:a16="http://schemas.microsoft.com/office/drawing/2014/main" id="{45AFEE63-5A0B-450B-8AC2-1BF30F6BF4B6}"/>
              </a:ext>
            </a:extLst>
          </p:cNvPr>
          <p:cNvSpPr>
            <a:spLocks xmlns:a="http://schemas.openxmlformats.org/drawingml/2006/main" noGrp="1"/>
          </p:cNvSpPr>
          <p:nvPr/>
        </p:nvSpPr>
        <p:spPr>
          <a:xfrm xmlns:a="http://schemas.openxmlformats.org/drawingml/2006/main">
            <a:off x="7981950" y="2895600"/>
            <a:ext cx="3162300" cy="4762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5" name="compat-card-3">
            <a:extLst xmlns:a="http://schemas.openxmlformats.org/drawingml/2006/main">
              <a:ext uri="{FF2B5EF4-FFF2-40B4-BE49-F238E27FC236}">
                <a16:creationId xmlns:a16="http://schemas.microsoft.com/office/drawing/2014/main" id="{EFD30262-A6C0-4D53-A7BF-1B52ACFE3797}"/>
              </a:ext>
            </a:extLst>
          </p:cNvPr>
          <p:cNvSpPr>
            <a:spLocks xmlns:a="http://schemas.openxmlformats.org/drawingml/2006/main" noGrp="1"/>
          </p:cNvSpPr>
          <p:nvPr/>
        </p:nvSpPr>
        <p:spPr>
          <a:xfrm xmlns:a="http://schemas.openxmlformats.org/drawingml/2006/main">
            <a:off x="7924800" y="2076450"/>
            <a:ext cx="3276600" cy="1352550"/>
          </a:xfrm>
          <a:prstGeom xmlns:a="http://schemas.openxmlformats.org/drawingml/2006/main" prst="roundRect">
            <a:avLst>
              <a:gd name="adj" fmla="val 5634"/>
            </a:avLst>
          </a:prstGeom>
          <a:noFill xmlns:a="http://schemas.openxmlformats.org/drawingml/2006/main"/>
          <a:ln xmlns:a="http://schemas.openxmlformats.org/drawingml/2006/main" w="9525">
            <a:solidFill>
              <a:srgbClr val="DDE7F5"/>
            </a:solidFill>
            <a:prstDash val="solid"/>
          </a:ln>
        </p:spPr>
      </p:sp>
      <p:sp>
        <p:nvSpPr>
          <p:cNvPr id="46" name="compat-accent-3">
            <a:extLst xmlns:a="http://schemas.openxmlformats.org/drawingml/2006/main">
              <a:ext uri="{FF2B5EF4-FFF2-40B4-BE49-F238E27FC236}">
                <a16:creationId xmlns:a16="http://schemas.microsoft.com/office/drawing/2014/main" id="{B425A560-FF61-42E2-8088-6874D276AB15}"/>
              </a:ext>
            </a:extLst>
          </p:cNvPr>
          <p:cNvSpPr>
            <a:spLocks xmlns:a="http://schemas.openxmlformats.org/drawingml/2006/main" noGrp="1"/>
          </p:cNvSpPr>
          <p:nvPr/>
        </p:nvSpPr>
        <p:spPr>
          <a:xfrm xmlns:a="http://schemas.openxmlformats.org/drawingml/2006/main">
            <a:off x="7924800" y="2228850"/>
            <a:ext cx="47625" cy="1047750"/>
          </a:xfrm>
          <a:prstGeom xmlns:a="http://schemas.openxmlformats.org/drawingml/2006/main" prst="rect">
            <a:avLst/>
          </a:prstGeom>
          <a:solidFill xmlns:a="http://schemas.openxmlformats.org/drawingml/2006/main">
            <a:srgbClr val="176BFF"/>
          </a:solidFill>
          <a:ln xmlns:a="http://schemas.openxmlformats.org/drawingml/2006/main" w="0">
            <a:noFill/>
            <a:prstDash val="solid"/>
          </a:ln>
        </p:spPr>
      </p:sp>
      <p:sp>
        <p:nvSpPr>
          <p:cNvPr id="47" name="compat-title-3">
            <a:extLst xmlns:a="http://schemas.openxmlformats.org/drawingml/2006/main">
              <a:ext uri="{FF2B5EF4-FFF2-40B4-BE49-F238E27FC236}">
                <a16:creationId xmlns:a16="http://schemas.microsoft.com/office/drawing/2014/main" id="{DE4D6871-BF98-4AEC-B845-AFDCEC1FCA89}"/>
              </a:ext>
            </a:extLst>
          </p:cNvPr>
          <p:cNvSpPr>
            <a:spLocks xmlns:a="http://schemas.openxmlformats.org/drawingml/2006/main" noGrp="1"/>
          </p:cNvSpPr>
          <p:nvPr/>
        </p:nvSpPr>
        <p:spPr>
          <a:xfrm xmlns:a="http://schemas.openxmlformats.org/drawingml/2006/main">
            <a:off x="8153400" y="2247900"/>
            <a:ext cx="27813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200" b="1">
                <a:solidFill>
                  <a:srgbClr val="176BFF"/>
                </a:solidFill>
                <a:latin typeface="Microsoft YaHei"/>
                <a:ea typeface="Microsoft YaHei"/>
                <a:cs typeface="Microsoft YaHei"/>
              </a:defRPr>
            </a:pPr>
            <a:r>
              <a:rPr sz="1200" b="1">
                <a:solidFill>
                  <a:srgbClr val="176BFF"/>
                </a:solidFill>
                <a:latin typeface="Microsoft YaHei"/>
                <a:ea typeface="Microsoft YaHei"/>
                <a:cs typeface="Microsoft YaHei"/>
              </a:rPr>
              <a:t>知识库与 RAG</a:t>
            </a:r>
          </a:p>
        </p:txBody>
      </p:sp>
      <p:sp>
        <p:nvSpPr>
          <p:cNvPr id="48" name="compat-name-3">
            <a:extLst xmlns:a="http://schemas.openxmlformats.org/drawingml/2006/main">
              <a:ext uri="{FF2B5EF4-FFF2-40B4-BE49-F238E27FC236}">
                <a16:creationId xmlns:a16="http://schemas.microsoft.com/office/drawing/2014/main" id="{DED0F3A4-98EC-4B28-99FD-5C1D27931BB8}"/>
              </a:ext>
            </a:extLst>
          </p:cNvPr>
          <p:cNvSpPr>
            <a:spLocks xmlns:a="http://schemas.openxmlformats.org/drawingml/2006/main" noGrp="1"/>
          </p:cNvSpPr>
          <p:nvPr/>
        </p:nvSpPr>
        <p:spPr>
          <a:xfrm xmlns:a="http://schemas.openxmlformats.org/drawingml/2006/main">
            <a:off x="8153400" y="2533650"/>
            <a:ext cx="27813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950" b="1">
                <a:solidFill>
                  <a:srgbClr val="111827"/>
                </a:solidFill>
                <a:latin typeface="Microsoft YaHei"/>
                <a:ea typeface="Microsoft YaHei"/>
                <a:cs typeface="Microsoft YaHei"/>
              </a:defRPr>
            </a:pPr>
            <a:r>
              <a:rPr sz="1950" b="1">
                <a:solidFill>
                  <a:srgbClr val="111827"/>
                </a:solidFill>
                <a:latin typeface="Microsoft YaHei"/>
                <a:ea typeface="Microsoft YaHei"/>
                <a:cs typeface="Microsoft YaHei"/>
              </a:rPr>
              <a:t>摄取 · 检索 · 引用</a:t>
            </a:r>
          </a:p>
        </p:txBody>
      </p:sp>
      <p:sp>
        <p:nvSpPr>
          <p:cNvPr id="49" name="compat-desc-3">
            <a:extLst xmlns:a="http://schemas.openxmlformats.org/drawingml/2006/main">
              <a:ext uri="{FF2B5EF4-FFF2-40B4-BE49-F238E27FC236}">
                <a16:creationId xmlns:a16="http://schemas.microsoft.com/office/drawing/2014/main" id="{18FAF0F3-633A-440E-8341-7797379702B4}"/>
              </a:ext>
            </a:extLst>
          </p:cNvPr>
          <p:cNvSpPr>
            <a:spLocks xmlns:a="http://schemas.openxmlformats.org/drawingml/2006/main" noGrp="1"/>
          </p:cNvSpPr>
          <p:nvPr/>
        </p:nvSpPr>
        <p:spPr>
          <a:xfrm xmlns:a="http://schemas.openxmlformats.org/drawingml/2006/main">
            <a:off x="8153400" y="2952750"/>
            <a:ext cx="28194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050">
                <a:solidFill>
                  <a:srgbClr val="64748B"/>
                </a:solidFill>
                <a:latin typeface="Microsoft YaHei"/>
                <a:ea typeface="Microsoft YaHei"/>
                <a:cs typeface="Microsoft YaHei"/>
              </a:defRPr>
            </a:pPr>
            <a:r>
              <a:rPr sz="1125" b="0">
                <a:solidFill>
                  <a:srgbClr val="667085"/>
                </a:solidFill>
                <a:latin typeface="Microsoft YaHei"/>
                <a:ea typeface="Microsoft YaHei"/>
                <a:cs typeface="Microsoft YaHei"/>
              </a:rPr>
              <a:t>来源 / 索引 / 重排 / ACL</a:t>
            </a:r>
          </a:p>
        </p:txBody>
      </p:sp>
      <p:sp>
        <p:nvSpPr>
          <p:cNvPr id="50" name="compat-card-fill-4-1">
            <a:extLst xmlns:a="http://schemas.openxmlformats.org/drawingml/2006/main">
              <a:ext uri="{FF2B5EF4-FFF2-40B4-BE49-F238E27FC236}">
                <a16:creationId xmlns:a16="http://schemas.microsoft.com/office/drawing/2014/main" id="{E0562B3F-3B89-4B8F-A3C5-10385080D496}"/>
              </a:ext>
            </a:extLst>
          </p:cNvPr>
          <p:cNvSpPr>
            <a:spLocks xmlns:a="http://schemas.openxmlformats.org/drawingml/2006/main" noGrp="1"/>
          </p:cNvSpPr>
          <p:nvPr/>
        </p:nvSpPr>
        <p:spPr>
          <a:xfrm xmlns:a="http://schemas.openxmlformats.org/drawingml/2006/main">
            <a:off x="895350" y="3695700"/>
            <a:ext cx="3162300" cy="381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51" name="compat-card-fill-4-2">
            <a:extLst xmlns:a="http://schemas.openxmlformats.org/drawingml/2006/main">
              <a:ext uri="{FF2B5EF4-FFF2-40B4-BE49-F238E27FC236}">
                <a16:creationId xmlns:a16="http://schemas.microsoft.com/office/drawing/2014/main" id="{48C12C69-CFB1-4C46-BBD9-D4625CCBA581}"/>
              </a:ext>
            </a:extLst>
          </p:cNvPr>
          <p:cNvSpPr>
            <a:spLocks xmlns:a="http://schemas.openxmlformats.org/drawingml/2006/main" noGrp="1"/>
          </p:cNvSpPr>
          <p:nvPr/>
        </p:nvSpPr>
        <p:spPr>
          <a:xfrm xmlns:a="http://schemas.openxmlformats.org/drawingml/2006/main">
            <a:off x="895350" y="4076700"/>
            <a:ext cx="3162300" cy="381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52" name="compat-card-fill-4-3">
            <a:extLst xmlns:a="http://schemas.openxmlformats.org/drawingml/2006/main">
              <a:ext uri="{FF2B5EF4-FFF2-40B4-BE49-F238E27FC236}">
                <a16:creationId xmlns:a16="http://schemas.microsoft.com/office/drawing/2014/main" id="{B526D05E-C47D-49D2-A72B-7996334C26A3}"/>
              </a:ext>
            </a:extLst>
          </p:cNvPr>
          <p:cNvSpPr>
            <a:spLocks xmlns:a="http://schemas.openxmlformats.org/drawingml/2006/main" noGrp="1"/>
          </p:cNvSpPr>
          <p:nvPr/>
        </p:nvSpPr>
        <p:spPr>
          <a:xfrm xmlns:a="http://schemas.openxmlformats.org/drawingml/2006/main">
            <a:off x="895350" y="4457700"/>
            <a:ext cx="3162300" cy="4762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53" name="compat-card-4">
            <a:extLst xmlns:a="http://schemas.openxmlformats.org/drawingml/2006/main">
              <a:ext uri="{FF2B5EF4-FFF2-40B4-BE49-F238E27FC236}">
                <a16:creationId xmlns:a16="http://schemas.microsoft.com/office/drawing/2014/main" id="{78665501-39CF-43AB-A709-09CE61C4A59E}"/>
              </a:ext>
            </a:extLst>
          </p:cNvPr>
          <p:cNvSpPr>
            <a:spLocks xmlns:a="http://schemas.openxmlformats.org/drawingml/2006/main" noGrp="1"/>
          </p:cNvSpPr>
          <p:nvPr/>
        </p:nvSpPr>
        <p:spPr>
          <a:xfrm xmlns:a="http://schemas.openxmlformats.org/drawingml/2006/main">
            <a:off x="838200" y="3638550"/>
            <a:ext cx="3276600" cy="1352550"/>
          </a:xfrm>
          <a:prstGeom xmlns:a="http://schemas.openxmlformats.org/drawingml/2006/main" prst="roundRect">
            <a:avLst>
              <a:gd name="adj" fmla="val 5634"/>
            </a:avLst>
          </a:prstGeom>
          <a:noFill xmlns:a="http://schemas.openxmlformats.org/drawingml/2006/main"/>
          <a:ln xmlns:a="http://schemas.openxmlformats.org/drawingml/2006/main" w="9525">
            <a:solidFill>
              <a:srgbClr val="DDE7F5"/>
            </a:solidFill>
            <a:prstDash val="solid"/>
          </a:ln>
        </p:spPr>
      </p:sp>
      <p:sp>
        <p:nvSpPr>
          <p:cNvPr id="54" name="compat-accent-4">
            <a:extLst xmlns:a="http://schemas.openxmlformats.org/drawingml/2006/main">
              <a:ext uri="{FF2B5EF4-FFF2-40B4-BE49-F238E27FC236}">
                <a16:creationId xmlns:a16="http://schemas.microsoft.com/office/drawing/2014/main" id="{49B9AA27-CD03-495D-9699-BB6DE584A024}"/>
              </a:ext>
            </a:extLst>
          </p:cNvPr>
          <p:cNvSpPr>
            <a:spLocks xmlns:a="http://schemas.openxmlformats.org/drawingml/2006/main" noGrp="1"/>
          </p:cNvSpPr>
          <p:nvPr/>
        </p:nvSpPr>
        <p:spPr>
          <a:xfrm xmlns:a="http://schemas.openxmlformats.org/drawingml/2006/main">
            <a:off x="838200" y="3790950"/>
            <a:ext cx="47625" cy="1047750"/>
          </a:xfrm>
          <a:prstGeom xmlns:a="http://schemas.openxmlformats.org/drawingml/2006/main" prst="rect">
            <a:avLst/>
          </a:prstGeom>
          <a:solidFill xmlns:a="http://schemas.openxmlformats.org/drawingml/2006/main">
            <a:srgbClr val="176BFF"/>
          </a:solidFill>
          <a:ln xmlns:a="http://schemas.openxmlformats.org/drawingml/2006/main" w="0">
            <a:noFill/>
            <a:prstDash val="solid"/>
          </a:ln>
        </p:spPr>
      </p:sp>
      <p:sp>
        <p:nvSpPr>
          <p:cNvPr id="55" name="compat-title-4">
            <a:extLst xmlns:a="http://schemas.openxmlformats.org/drawingml/2006/main">
              <a:ext uri="{FF2B5EF4-FFF2-40B4-BE49-F238E27FC236}">
                <a16:creationId xmlns:a16="http://schemas.microsoft.com/office/drawing/2014/main" id="{D90E428E-D28E-44FA-B3D2-A6261DEF9547}"/>
              </a:ext>
            </a:extLst>
          </p:cNvPr>
          <p:cNvSpPr>
            <a:spLocks xmlns:a="http://schemas.openxmlformats.org/drawingml/2006/main" noGrp="1"/>
          </p:cNvSpPr>
          <p:nvPr/>
        </p:nvSpPr>
        <p:spPr>
          <a:xfrm xmlns:a="http://schemas.openxmlformats.org/drawingml/2006/main">
            <a:off x="1066800" y="3810000"/>
            <a:ext cx="27813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200" b="1">
                <a:solidFill>
                  <a:srgbClr val="176BFF"/>
                </a:solidFill>
                <a:latin typeface="Microsoft YaHei"/>
                <a:ea typeface="Microsoft YaHei"/>
                <a:cs typeface="Microsoft YaHei"/>
              </a:defRPr>
            </a:pPr>
            <a:r>
              <a:rPr sz="1200" b="1">
                <a:solidFill>
                  <a:srgbClr val="176BFF"/>
                </a:solidFill>
                <a:latin typeface="Microsoft YaHei"/>
                <a:ea typeface="Microsoft YaHei"/>
                <a:cs typeface="Microsoft YaHei"/>
              </a:rPr>
              <a:t>MCP / CLI / API</a:t>
            </a:r>
          </a:p>
        </p:txBody>
      </p:sp>
      <p:sp>
        <p:nvSpPr>
          <p:cNvPr id="56" name="compat-name-4">
            <a:extLst xmlns:a="http://schemas.openxmlformats.org/drawingml/2006/main">
              <a:ext uri="{FF2B5EF4-FFF2-40B4-BE49-F238E27FC236}">
                <a16:creationId xmlns:a16="http://schemas.microsoft.com/office/drawing/2014/main" id="{D67341F5-F649-4091-824C-34F94796A6D1}"/>
              </a:ext>
            </a:extLst>
          </p:cNvPr>
          <p:cNvSpPr>
            <a:spLocks xmlns:a="http://schemas.openxmlformats.org/drawingml/2006/main" noGrp="1"/>
          </p:cNvSpPr>
          <p:nvPr/>
        </p:nvSpPr>
        <p:spPr>
          <a:xfrm xmlns:a="http://schemas.openxmlformats.org/drawingml/2006/main">
            <a:off x="1066800" y="4095750"/>
            <a:ext cx="27813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950" b="1">
                <a:solidFill>
                  <a:srgbClr val="111827"/>
                </a:solidFill>
                <a:latin typeface="Microsoft YaHei"/>
                <a:ea typeface="Microsoft YaHei"/>
                <a:cs typeface="Microsoft YaHei"/>
              </a:defRPr>
            </a:pPr>
            <a:r>
              <a:rPr sz="1950" b="1">
                <a:solidFill>
                  <a:srgbClr val="111827"/>
                </a:solidFill>
                <a:latin typeface="Microsoft YaHei"/>
                <a:ea typeface="Microsoft YaHei"/>
                <a:cs typeface="Microsoft YaHei"/>
              </a:rPr>
              <a:t>工具与连接器</a:t>
            </a:r>
          </a:p>
        </p:txBody>
      </p:sp>
      <p:sp>
        <p:nvSpPr>
          <p:cNvPr id="57" name="compat-desc-4">
            <a:extLst xmlns:a="http://schemas.openxmlformats.org/drawingml/2006/main">
              <a:ext uri="{FF2B5EF4-FFF2-40B4-BE49-F238E27FC236}">
                <a16:creationId xmlns:a16="http://schemas.microsoft.com/office/drawing/2014/main" id="{47CDDB18-5D86-4CBA-8410-B9E666436D93}"/>
              </a:ext>
            </a:extLst>
          </p:cNvPr>
          <p:cNvSpPr>
            <a:spLocks xmlns:a="http://schemas.openxmlformats.org/drawingml/2006/main" noGrp="1"/>
          </p:cNvSpPr>
          <p:nvPr/>
        </p:nvSpPr>
        <p:spPr>
          <a:xfrm xmlns:a="http://schemas.openxmlformats.org/drawingml/2006/main">
            <a:off x="1066800" y="4514850"/>
            <a:ext cx="28194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050">
                <a:solidFill>
                  <a:srgbClr val="64748B"/>
                </a:solidFill>
                <a:latin typeface="Microsoft YaHei"/>
                <a:ea typeface="Microsoft YaHei"/>
                <a:cs typeface="Microsoft YaHei"/>
              </a:defRPr>
            </a:pPr>
            <a:r>
              <a:rPr sz="1125" b="0">
                <a:solidFill>
                  <a:srgbClr val="667085"/>
                </a:solidFill>
                <a:latin typeface="Microsoft YaHei"/>
                <a:ea typeface="Microsoft YaHei"/>
                <a:cs typeface="Microsoft YaHei"/>
              </a:rPr>
              <a:t>契约 / 认证 / 错误 / 限流</a:t>
            </a:r>
          </a:p>
        </p:txBody>
      </p:sp>
      <p:sp>
        <p:nvSpPr>
          <p:cNvPr id="58" name="compat-card-fill-5-1">
            <a:extLst xmlns:a="http://schemas.openxmlformats.org/drawingml/2006/main">
              <a:ext uri="{FF2B5EF4-FFF2-40B4-BE49-F238E27FC236}">
                <a16:creationId xmlns:a16="http://schemas.microsoft.com/office/drawing/2014/main" id="{396A1AB6-3033-43F3-ACA5-9A38A7DB0437}"/>
              </a:ext>
            </a:extLst>
          </p:cNvPr>
          <p:cNvSpPr>
            <a:spLocks xmlns:a="http://schemas.openxmlformats.org/drawingml/2006/main" noGrp="1"/>
          </p:cNvSpPr>
          <p:nvPr/>
        </p:nvSpPr>
        <p:spPr>
          <a:xfrm xmlns:a="http://schemas.openxmlformats.org/drawingml/2006/main">
            <a:off x="4438650" y="3695700"/>
            <a:ext cx="3162300" cy="381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59" name="compat-card-fill-5-2">
            <a:extLst xmlns:a="http://schemas.openxmlformats.org/drawingml/2006/main">
              <a:ext uri="{FF2B5EF4-FFF2-40B4-BE49-F238E27FC236}">
                <a16:creationId xmlns:a16="http://schemas.microsoft.com/office/drawing/2014/main" id="{341658E3-D68B-4E28-80D8-EE43D6BFCBA3}"/>
              </a:ext>
            </a:extLst>
          </p:cNvPr>
          <p:cNvSpPr>
            <a:spLocks xmlns:a="http://schemas.openxmlformats.org/drawingml/2006/main" noGrp="1"/>
          </p:cNvSpPr>
          <p:nvPr/>
        </p:nvSpPr>
        <p:spPr>
          <a:xfrm xmlns:a="http://schemas.openxmlformats.org/drawingml/2006/main">
            <a:off x="4438650" y="4076700"/>
            <a:ext cx="3162300" cy="381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60" name="compat-card-fill-5-3">
            <a:extLst xmlns:a="http://schemas.openxmlformats.org/drawingml/2006/main">
              <a:ext uri="{FF2B5EF4-FFF2-40B4-BE49-F238E27FC236}">
                <a16:creationId xmlns:a16="http://schemas.microsoft.com/office/drawing/2014/main" id="{F78F7300-8212-4596-BBCE-56316A9D76A8}"/>
              </a:ext>
            </a:extLst>
          </p:cNvPr>
          <p:cNvSpPr>
            <a:spLocks xmlns:a="http://schemas.openxmlformats.org/drawingml/2006/main" noGrp="1"/>
          </p:cNvSpPr>
          <p:nvPr/>
        </p:nvSpPr>
        <p:spPr>
          <a:xfrm xmlns:a="http://schemas.openxmlformats.org/drawingml/2006/main">
            <a:off x="4438650" y="4457700"/>
            <a:ext cx="3162300" cy="4762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61" name="compat-card-5">
            <a:extLst xmlns:a="http://schemas.openxmlformats.org/drawingml/2006/main">
              <a:ext uri="{FF2B5EF4-FFF2-40B4-BE49-F238E27FC236}">
                <a16:creationId xmlns:a16="http://schemas.microsoft.com/office/drawing/2014/main" id="{9ADA23D9-4B4A-410F-95B5-E660DEDA7FBD}"/>
              </a:ext>
            </a:extLst>
          </p:cNvPr>
          <p:cNvSpPr>
            <a:spLocks xmlns:a="http://schemas.openxmlformats.org/drawingml/2006/main" noGrp="1"/>
          </p:cNvSpPr>
          <p:nvPr/>
        </p:nvSpPr>
        <p:spPr>
          <a:xfrm xmlns:a="http://schemas.openxmlformats.org/drawingml/2006/main">
            <a:off x="4381500" y="3638550"/>
            <a:ext cx="3276600" cy="1352550"/>
          </a:xfrm>
          <a:prstGeom xmlns:a="http://schemas.openxmlformats.org/drawingml/2006/main" prst="roundRect">
            <a:avLst>
              <a:gd name="adj" fmla="val 5634"/>
            </a:avLst>
          </a:prstGeom>
          <a:noFill xmlns:a="http://schemas.openxmlformats.org/drawingml/2006/main"/>
          <a:ln xmlns:a="http://schemas.openxmlformats.org/drawingml/2006/main" w="9525">
            <a:solidFill>
              <a:srgbClr val="DDE7F5"/>
            </a:solidFill>
            <a:prstDash val="solid"/>
          </a:ln>
        </p:spPr>
      </p:sp>
      <p:sp>
        <p:nvSpPr>
          <p:cNvPr id="62" name="compat-accent-5">
            <a:extLst xmlns:a="http://schemas.openxmlformats.org/drawingml/2006/main">
              <a:ext uri="{FF2B5EF4-FFF2-40B4-BE49-F238E27FC236}">
                <a16:creationId xmlns:a16="http://schemas.microsoft.com/office/drawing/2014/main" id="{211650E4-8E44-4E1D-B760-CDAD74E7CEF5}"/>
              </a:ext>
            </a:extLst>
          </p:cNvPr>
          <p:cNvSpPr>
            <a:spLocks xmlns:a="http://schemas.openxmlformats.org/drawingml/2006/main" noGrp="1"/>
          </p:cNvSpPr>
          <p:nvPr/>
        </p:nvSpPr>
        <p:spPr>
          <a:xfrm xmlns:a="http://schemas.openxmlformats.org/drawingml/2006/main">
            <a:off x="4381500" y="3790950"/>
            <a:ext cx="47625" cy="1047750"/>
          </a:xfrm>
          <a:prstGeom xmlns:a="http://schemas.openxmlformats.org/drawingml/2006/main" prst="rect">
            <a:avLst/>
          </a:prstGeom>
          <a:solidFill xmlns:a="http://schemas.openxmlformats.org/drawingml/2006/main">
            <a:srgbClr val="176BFF"/>
          </a:solidFill>
          <a:ln xmlns:a="http://schemas.openxmlformats.org/drawingml/2006/main" w="0">
            <a:noFill/>
            <a:prstDash val="solid"/>
          </a:ln>
        </p:spPr>
      </p:sp>
      <p:sp>
        <p:nvSpPr>
          <p:cNvPr id="63" name="compat-title-5">
            <a:extLst xmlns:a="http://schemas.openxmlformats.org/drawingml/2006/main">
              <a:ext uri="{FF2B5EF4-FFF2-40B4-BE49-F238E27FC236}">
                <a16:creationId xmlns:a16="http://schemas.microsoft.com/office/drawing/2014/main" id="{8E1DBBC4-BF46-47E4-A7DB-7D88F6BF0B25}"/>
              </a:ext>
            </a:extLst>
          </p:cNvPr>
          <p:cNvSpPr>
            <a:spLocks xmlns:a="http://schemas.openxmlformats.org/drawingml/2006/main" noGrp="1"/>
          </p:cNvSpPr>
          <p:nvPr/>
        </p:nvSpPr>
        <p:spPr>
          <a:xfrm xmlns:a="http://schemas.openxmlformats.org/drawingml/2006/main">
            <a:off x="4610100" y="3810000"/>
            <a:ext cx="27813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200" b="1">
                <a:solidFill>
                  <a:srgbClr val="176BFF"/>
                </a:solidFill>
                <a:latin typeface="Microsoft YaHei"/>
                <a:ea typeface="Microsoft YaHei"/>
                <a:cs typeface="Microsoft YaHei"/>
              </a:defRPr>
            </a:pPr>
            <a:r>
              <a:rPr sz="1200" b="1">
                <a:solidFill>
                  <a:srgbClr val="176BFF"/>
                </a:solidFill>
                <a:latin typeface="Microsoft YaHei"/>
                <a:ea typeface="Microsoft YaHei"/>
                <a:cs typeface="Microsoft YaHei"/>
              </a:rPr>
              <a:t>业务流程与 RPA</a:t>
            </a:r>
          </a:p>
        </p:txBody>
      </p:sp>
      <p:sp>
        <p:nvSpPr>
          <p:cNvPr id="64" name="compat-name-5">
            <a:extLst xmlns:a="http://schemas.openxmlformats.org/drawingml/2006/main">
              <a:ext uri="{FF2B5EF4-FFF2-40B4-BE49-F238E27FC236}">
                <a16:creationId xmlns:a16="http://schemas.microsoft.com/office/drawing/2014/main" id="{B47D0A35-7660-433A-889E-BA518CAD734D}"/>
              </a:ext>
            </a:extLst>
          </p:cNvPr>
          <p:cNvSpPr>
            <a:spLocks xmlns:a="http://schemas.openxmlformats.org/drawingml/2006/main" noGrp="1"/>
          </p:cNvSpPr>
          <p:nvPr/>
        </p:nvSpPr>
        <p:spPr>
          <a:xfrm xmlns:a="http://schemas.openxmlformats.org/drawingml/2006/main">
            <a:off x="4610100" y="4095750"/>
            <a:ext cx="27813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950" b="1">
                <a:solidFill>
                  <a:srgbClr val="111827"/>
                </a:solidFill>
                <a:latin typeface="Microsoft YaHei"/>
                <a:ea typeface="Microsoft YaHei"/>
                <a:cs typeface="Microsoft YaHei"/>
              </a:defRPr>
            </a:pPr>
            <a:r>
              <a:rPr sz="1950" b="1">
                <a:solidFill>
                  <a:srgbClr val="111827"/>
                </a:solidFill>
                <a:latin typeface="Microsoft YaHei"/>
                <a:ea typeface="Microsoft YaHei"/>
                <a:cs typeface="Microsoft YaHei"/>
              </a:rPr>
              <a:t>浏览器 ↔ 桌面</a:t>
            </a:r>
          </a:p>
        </p:txBody>
      </p:sp>
      <p:sp>
        <p:nvSpPr>
          <p:cNvPr id="65" name="compat-desc-5">
            <a:extLst xmlns:a="http://schemas.openxmlformats.org/drawingml/2006/main">
              <a:ext uri="{FF2B5EF4-FFF2-40B4-BE49-F238E27FC236}">
                <a16:creationId xmlns:a16="http://schemas.microsoft.com/office/drawing/2014/main" id="{31B375FF-D546-47FA-A589-63E7B6D57B05}"/>
              </a:ext>
            </a:extLst>
          </p:cNvPr>
          <p:cNvSpPr>
            <a:spLocks xmlns:a="http://schemas.openxmlformats.org/drawingml/2006/main" noGrp="1"/>
          </p:cNvSpPr>
          <p:nvPr/>
        </p:nvSpPr>
        <p:spPr>
          <a:xfrm xmlns:a="http://schemas.openxmlformats.org/drawingml/2006/main">
            <a:off x="4610100" y="4514850"/>
            <a:ext cx="28194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050">
                <a:solidFill>
                  <a:srgbClr val="64748B"/>
                </a:solidFill>
                <a:latin typeface="Microsoft YaHei"/>
                <a:ea typeface="Microsoft YaHei"/>
                <a:cs typeface="Microsoft YaHei"/>
              </a:defRPr>
            </a:pPr>
            <a:r>
              <a:rPr sz="1125" b="0">
                <a:solidFill>
                  <a:srgbClr val="667085"/>
                </a:solidFill>
                <a:latin typeface="Microsoft YaHei"/>
                <a:ea typeface="Microsoft YaHei"/>
                <a:cs typeface="Microsoft YaHei"/>
              </a:rPr>
              <a:t>表单 / 文件 / 检查点 / 审批</a:t>
            </a:r>
          </a:p>
        </p:txBody>
      </p:sp>
      <p:sp>
        <p:nvSpPr>
          <p:cNvPr id="66" name="compat-card-fill-6-1">
            <a:extLst xmlns:a="http://schemas.openxmlformats.org/drawingml/2006/main">
              <a:ext uri="{FF2B5EF4-FFF2-40B4-BE49-F238E27FC236}">
                <a16:creationId xmlns:a16="http://schemas.microsoft.com/office/drawing/2014/main" id="{ECA9979D-C56C-4AA7-AA58-5B1AEACB7C9B}"/>
              </a:ext>
            </a:extLst>
          </p:cNvPr>
          <p:cNvSpPr>
            <a:spLocks xmlns:a="http://schemas.openxmlformats.org/drawingml/2006/main" noGrp="1"/>
          </p:cNvSpPr>
          <p:nvPr/>
        </p:nvSpPr>
        <p:spPr>
          <a:xfrm xmlns:a="http://schemas.openxmlformats.org/drawingml/2006/main">
            <a:off x="7981950" y="3695700"/>
            <a:ext cx="3162300" cy="381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67" name="compat-card-fill-6-2">
            <a:extLst xmlns:a="http://schemas.openxmlformats.org/drawingml/2006/main">
              <a:ext uri="{FF2B5EF4-FFF2-40B4-BE49-F238E27FC236}">
                <a16:creationId xmlns:a16="http://schemas.microsoft.com/office/drawing/2014/main" id="{64024621-3F06-4AC9-9FF2-CF3E3393C103}"/>
              </a:ext>
            </a:extLst>
          </p:cNvPr>
          <p:cNvSpPr>
            <a:spLocks xmlns:a="http://schemas.openxmlformats.org/drawingml/2006/main" noGrp="1"/>
          </p:cNvSpPr>
          <p:nvPr/>
        </p:nvSpPr>
        <p:spPr>
          <a:xfrm xmlns:a="http://schemas.openxmlformats.org/drawingml/2006/main">
            <a:off x="7981950" y="4076700"/>
            <a:ext cx="3162300" cy="381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68" name="compat-card-fill-6-3">
            <a:extLst xmlns:a="http://schemas.openxmlformats.org/drawingml/2006/main">
              <a:ext uri="{FF2B5EF4-FFF2-40B4-BE49-F238E27FC236}">
                <a16:creationId xmlns:a16="http://schemas.microsoft.com/office/drawing/2014/main" id="{DC1041DE-C570-4450-8E05-373C0B3D6B9A}"/>
              </a:ext>
            </a:extLst>
          </p:cNvPr>
          <p:cNvSpPr>
            <a:spLocks xmlns:a="http://schemas.openxmlformats.org/drawingml/2006/main" noGrp="1"/>
          </p:cNvSpPr>
          <p:nvPr/>
        </p:nvSpPr>
        <p:spPr>
          <a:xfrm xmlns:a="http://schemas.openxmlformats.org/drawingml/2006/main">
            <a:off x="7981950" y="4457700"/>
            <a:ext cx="3162300" cy="4762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69" name="compat-card-6">
            <a:extLst xmlns:a="http://schemas.openxmlformats.org/drawingml/2006/main">
              <a:ext uri="{FF2B5EF4-FFF2-40B4-BE49-F238E27FC236}">
                <a16:creationId xmlns:a16="http://schemas.microsoft.com/office/drawing/2014/main" id="{A0845199-7DAE-4F90-B433-E53849F2B76F}"/>
              </a:ext>
            </a:extLst>
          </p:cNvPr>
          <p:cNvSpPr>
            <a:spLocks xmlns:a="http://schemas.openxmlformats.org/drawingml/2006/main" noGrp="1"/>
          </p:cNvSpPr>
          <p:nvPr/>
        </p:nvSpPr>
        <p:spPr>
          <a:xfrm xmlns:a="http://schemas.openxmlformats.org/drawingml/2006/main">
            <a:off x="7924800" y="3638550"/>
            <a:ext cx="3276600" cy="1352550"/>
          </a:xfrm>
          <a:prstGeom xmlns:a="http://schemas.openxmlformats.org/drawingml/2006/main" prst="roundRect">
            <a:avLst>
              <a:gd name="adj" fmla="val 5634"/>
            </a:avLst>
          </a:prstGeom>
          <a:noFill xmlns:a="http://schemas.openxmlformats.org/drawingml/2006/main"/>
          <a:ln xmlns:a="http://schemas.openxmlformats.org/drawingml/2006/main" w="9525">
            <a:solidFill>
              <a:srgbClr val="DDE7F5"/>
            </a:solidFill>
            <a:prstDash val="solid"/>
          </a:ln>
        </p:spPr>
      </p:sp>
      <p:sp>
        <p:nvSpPr>
          <p:cNvPr id="70" name="compat-accent-6">
            <a:extLst xmlns:a="http://schemas.openxmlformats.org/drawingml/2006/main">
              <a:ext uri="{FF2B5EF4-FFF2-40B4-BE49-F238E27FC236}">
                <a16:creationId xmlns:a16="http://schemas.microsoft.com/office/drawing/2014/main" id="{1EAA9EC5-B647-4985-93CD-2920FC7D0E2E}"/>
              </a:ext>
            </a:extLst>
          </p:cNvPr>
          <p:cNvSpPr>
            <a:spLocks xmlns:a="http://schemas.openxmlformats.org/drawingml/2006/main" noGrp="1"/>
          </p:cNvSpPr>
          <p:nvPr/>
        </p:nvSpPr>
        <p:spPr>
          <a:xfrm xmlns:a="http://schemas.openxmlformats.org/drawingml/2006/main">
            <a:off x="7924800" y="3790950"/>
            <a:ext cx="47625" cy="1047750"/>
          </a:xfrm>
          <a:prstGeom xmlns:a="http://schemas.openxmlformats.org/drawingml/2006/main" prst="rect">
            <a:avLst/>
          </a:prstGeom>
          <a:solidFill xmlns:a="http://schemas.openxmlformats.org/drawingml/2006/main">
            <a:srgbClr val="176BFF"/>
          </a:solidFill>
          <a:ln xmlns:a="http://schemas.openxmlformats.org/drawingml/2006/main" w="0">
            <a:noFill/>
            <a:prstDash val="solid"/>
          </a:ln>
        </p:spPr>
      </p:sp>
      <p:sp>
        <p:nvSpPr>
          <p:cNvPr id="71" name="compat-title-6">
            <a:extLst xmlns:a="http://schemas.openxmlformats.org/drawingml/2006/main">
              <a:ext uri="{FF2B5EF4-FFF2-40B4-BE49-F238E27FC236}">
                <a16:creationId xmlns:a16="http://schemas.microsoft.com/office/drawing/2014/main" id="{80C194AA-D60E-4C5B-BEA3-071A33ECE20D}"/>
              </a:ext>
            </a:extLst>
          </p:cNvPr>
          <p:cNvSpPr>
            <a:spLocks xmlns:a="http://schemas.openxmlformats.org/drawingml/2006/main" noGrp="1"/>
          </p:cNvSpPr>
          <p:nvPr/>
        </p:nvSpPr>
        <p:spPr>
          <a:xfrm xmlns:a="http://schemas.openxmlformats.org/drawingml/2006/main">
            <a:off x="8153400" y="3810000"/>
            <a:ext cx="27813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200" b="1">
                <a:solidFill>
                  <a:srgbClr val="176BFF"/>
                </a:solidFill>
                <a:latin typeface="Microsoft YaHei"/>
                <a:ea typeface="Microsoft YaHei"/>
                <a:cs typeface="Microsoft YaHei"/>
              </a:defRPr>
            </a:pPr>
            <a:r>
              <a:rPr sz="1200" b="1">
                <a:solidFill>
                  <a:srgbClr val="176BFF"/>
                </a:solidFill>
                <a:latin typeface="Microsoft YaHei"/>
                <a:ea typeface="Microsoft YaHei"/>
                <a:cs typeface="Microsoft YaHei"/>
              </a:rPr>
              <a:t>教学与组织资产</a:t>
            </a:r>
          </a:p>
        </p:txBody>
      </p:sp>
      <p:sp>
        <p:nvSpPr>
          <p:cNvPr id="72" name="compat-name-6">
            <a:extLst xmlns:a="http://schemas.openxmlformats.org/drawingml/2006/main">
              <a:ext uri="{FF2B5EF4-FFF2-40B4-BE49-F238E27FC236}">
                <a16:creationId xmlns:a16="http://schemas.microsoft.com/office/drawing/2014/main" id="{3405F951-01AF-4756-B8E9-74CA6384748F}"/>
              </a:ext>
            </a:extLst>
          </p:cNvPr>
          <p:cNvSpPr>
            <a:spLocks xmlns:a="http://schemas.openxmlformats.org/drawingml/2006/main" noGrp="1"/>
          </p:cNvSpPr>
          <p:nvPr/>
        </p:nvSpPr>
        <p:spPr>
          <a:xfrm xmlns:a="http://schemas.openxmlformats.org/drawingml/2006/main">
            <a:off x="8153400" y="4095750"/>
            <a:ext cx="27813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725" b="1">
                <a:solidFill>
                  <a:srgbClr val="111827"/>
                </a:solidFill>
                <a:latin typeface="Microsoft YaHei"/>
                <a:ea typeface="Microsoft YaHei"/>
                <a:cs typeface="Microsoft YaHei"/>
              </a:defRPr>
            </a:pPr>
            <a:r>
              <a:rPr sz="1725" b="1">
                <a:solidFill>
                  <a:srgbClr val="111827"/>
                </a:solidFill>
                <a:latin typeface="Microsoft YaHei"/>
                <a:ea typeface="Microsoft YaHei"/>
                <a:cs typeface="Microsoft YaHei"/>
              </a:rPr>
              <a:t>课程 · 文档 · 规则</a:t>
            </a:r>
          </a:p>
        </p:txBody>
      </p:sp>
      <p:sp>
        <p:nvSpPr>
          <p:cNvPr id="73" name="compat-desc-6">
            <a:extLst xmlns:a="http://schemas.openxmlformats.org/drawingml/2006/main">
              <a:ext uri="{FF2B5EF4-FFF2-40B4-BE49-F238E27FC236}">
                <a16:creationId xmlns:a16="http://schemas.microsoft.com/office/drawing/2014/main" id="{2ECFBFFD-E59A-4A3A-8724-DE3549232001}"/>
              </a:ext>
            </a:extLst>
          </p:cNvPr>
          <p:cNvSpPr>
            <a:spLocks xmlns:a="http://schemas.openxmlformats.org/drawingml/2006/main" noGrp="1"/>
          </p:cNvSpPr>
          <p:nvPr/>
        </p:nvSpPr>
        <p:spPr>
          <a:xfrm xmlns:a="http://schemas.openxmlformats.org/drawingml/2006/main">
            <a:off x="8153400" y="4514850"/>
            <a:ext cx="28194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050">
                <a:solidFill>
                  <a:srgbClr val="64748B"/>
                </a:solidFill>
                <a:latin typeface="Microsoft YaHei"/>
                <a:ea typeface="Microsoft YaHei"/>
                <a:cs typeface="Microsoft YaHei"/>
              </a:defRPr>
            </a:pPr>
            <a:r>
              <a:rPr sz="1125" b="0">
                <a:solidFill>
                  <a:srgbClr val="667085"/>
                </a:solidFill>
                <a:latin typeface="Microsoft YaHei"/>
                <a:ea typeface="Microsoft YaHei"/>
                <a:cs typeface="Microsoft YaHei"/>
              </a:rPr>
              <a:t>教案 / SOP / 表格 / 旧系统</a:t>
            </a:r>
          </a:p>
        </p:txBody>
      </p:sp>
    </p:spTree>
    <p:extLst>
      <p:ext uri="{BB962C8B-B14F-4D97-AF65-F5344CB8AC3E}">
        <p14:creationId xmlns:p14="http://schemas.microsoft.com/office/powerpoint/2010/main" val="1152093156"/>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3F8F04E4-5685-46EC-B7BF-FF503FC092B3}"/>
              </a:ext>
            </a:extLst>
          </p:cNvPr>
          <p:cNvSpPr>
            <a:spLocks xmlns:a="http://schemas.openxmlformats.org/drawingml/2006/main" noGrp="1"/>
          </p:cNvSpPr>
          <p:nvPr/>
        </p:nvSpPr>
        <p:spPr>
          <a:xfrm xmlns:a="http://schemas.openxmlformats.org/drawingml/2006/main">
            <a:off x="685800" y="40005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200" b="1" i="0">
                <a:solidFill>
                  <a:srgbClr val="176BFF"/>
                </a:solidFill>
                <a:latin typeface="Microsoft YaHei"/>
                <a:ea typeface="Microsoft YaHei"/>
                <a:cs typeface="Microsoft YaHei"/>
              </a:defRPr>
            </a:pPr>
            <a:r>
              <a:rPr sz="1200" b="1" i="0">
                <a:solidFill>
                  <a:srgbClr val="176BFF"/>
                </a:solidFill>
                <a:latin typeface="Microsoft YaHei"/>
                <a:ea typeface="Microsoft YaHei"/>
                <a:cs typeface="Microsoft YaHei"/>
              </a:rPr>
              <a:t>BLOCKIFICATION · 四类转换结果</a:t>
            </a:r>
          </a:p>
        </p:txBody>
      </p:sp>
      <p:sp>
        <p:nvSpPr>
          <p:cNvPr id="2" name="">
            <a:extLst xmlns:a="http://schemas.openxmlformats.org/drawingml/2006/main">
              <a:ext uri="{FF2B5EF4-FFF2-40B4-BE49-F238E27FC236}">
                <a16:creationId xmlns:a16="http://schemas.microsoft.com/office/drawing/2014/main" id="{D5FCCFBD-EC4D-495B-9570-BB048A245D84}"/>
              </a:ext>
            </a:extLst>
          </p:cNvPr>
          <p:cNvSpPr>
            <a:spLocks xmlns:a="http://schemas.openxmlformats.org/drawingml/2006/main" noGrp="1"/>
          </p:cNvSpPr>
          <p:nvPr/>
        </p:nvSpPr>
        <p:spPr>
          <a:xfrm xmlns:a="http://schemas.openxmlformats.org/drawingml/2006/main">
            <a:off x="685800" y="742950"/>
            <a:ext cx="108204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3150" b="1" i="0">
                <a:solidFill>
                  <a:srgbClr val="111827"/>
                </a:solidFill>
                <a:latin typeface="Microsoft YaHei"/>
                <a:ea typeface="Microsoft YaHei"/>
                <a:cs typeface="Microsoft YaHei"/>
              </a:defRPr>
            </a:pPr>
            <a:r>
              <a:rPr sz="3000" b="1" i="0">
                <a:solidFill>
                  <a:srgbClr val="111827"/>
                </a:solidFill>
                <a:latin typeface="Microsoft YaHei"/>
                <a:ea typeface="Microsoft YaHei"/>
                <a:cs typeface="Microsoft YaHei"/>
              </a:rPr>
              <a:t>项目积木化既释放能力，也保留真实边界</a:t>
            </a:r>
          </a:p>
        </p:txBody>
      </p:sp>
      <p:sp>
        <p:nvSpPr>
          <p:cNvPr id="3" name="">
            <a:extLst xmlns:a="http://schemas.openxmlformats.org/drawingml/2006/main">
              <a:ext uri="{FF2B5EF4-FFF2-40B4-BE49-F238E27FC236}">
                <a16:creationId xmlns:a16="http://schemas.microsoft.com/office/drawing/2014/main" id="{7CF493F2-5172-4084-94AC-6144F45F7099}"/>
              </a:ext>
            </a:extLst>
          </p:cNvPr>
          <p:cNvSpPr>
            <a:spLocks xmlns:a="http://schemas.openxmlformats.org/drawingml/2006/main" noGrp="1"/>
          </p:cNvSpPr>
          <p:nvPr/>
        </p:nvSpPr>
        <p:spPr>
          <a:xfrm xmlns:a="http://schemas.openxmlformats.org/drawingml/2006/main">
            <a:off x="685800" y="1381125"/>
            <a:ext cx="10820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500" b="0" i="0">
                <a:solidFill>
                  <a:srgbClr val="667085"/>
                </a:solidFill>
                <a:latin typeface="Microsoft YaHei"/>
                <a:ea typeface="Microsoft YaHei"/>
                <a:cs typeface="Microsoft YaHei"/>
              </a:defRPr>
            </a:pPr>
            <a:r>
              <a:rPr sz="1500" b="0" i="0">
                <a:solidFill>
                  <a:srgbClr val="667085"/>
                </a:solidFill>
                <a:latin typeface="Microsoft YaHei"/>
                <a:ea typeface="Microsoft YaHei"/>
                <a:cs typeface="Microsoft YaHei"/>
              </a:rPr>
              <a:t>同一项目可以同时生成四类产物：能拆则拆、能复用则复用、必须原生则明确保留。</a:t>
            </a:r>
          </a:p>
        </p:txBody>
      </p:sp>
      <p:sp>
        <p:nvSpPr>
          <p:cNvPr id="4" name="">
            <a:extLst xmlns:a="http://schemas.openxmlformats.org/drawingml/2006/main">
              <a:ext uri="{FF2B5EF4-FFF2-40B4-BE49-F238E27FC236}">
                <a16:creationId xmlns:a16="http://schemas.microsoft.com/office/drawing/2014/main" id="{9B084ED5-104D-4B3B-BA7D-6F35FC152F80}"/>
              </a:ext>
            </a:extLst>
          </p:cNvPr>
          <p:cNvSpPr>
            <a:spLocks xmlns:a="http://schemas.openxmlformats.org/drawingml/2006/main" noGrp="1"/>
          </p:cNvSpPr>
          <p:nvPr/>
        </p:nvSpPr>
        <p:spPr>
          <a:xfrm xmlns:a="http://schemas.openxmlformats.org/drawingml/2006/main">
            <a:off x="685800" y="2076450"/>
            <a:ext cx="2419350" cy="2781300"/>
          </a:xfrm>
          <a:prstGeom xmlns:a="http://schemas.openxmlformats.org/drawingml/2006/main" prst="roundRect">
            <a:avLst>
              <a:gd name="adj" fmla="val 8661"/>
            </a:avLst>
          </a:prstGeom>
          <a:solidFill xmlns:a="http://schemas.openxmlformats.org/drawingml/2006/main">
            <a:srgbClr val="F7F9FC"/>
          </a:solidFill>
          <a:ln xmlns:a="http://schemas.openxmlformats.org/drawingml/2006/main" w="9525">
            <a:solidFill>
              <a:srgbClr val="DCE6F5"/>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5" name="">
            <a:extLst xmlns:a="http://schemas.openxmlformats.org/drawingml/2006/main">
              <a:ext uri="{FF2B5EF4-FFF2-40B4-BE49-F238E27FC236}">
                <a16:creationId xmlns:a16="http://schemas.microsoft.com/office/drawing/2014/main" id="{E8BE7AD9-2F88-4BEC-9E9A-6C8E2BE2CBCB}"/>
              </a:ext>
            </a:extLst>
          </p:cNvPr>
          <p:cNvSpPr>
            <a:spLocks xmlns:a="http://schemas.openxmlformats.org/drawingml/2006/main" noGrp="1"/>
          </p:cNvSpPr>
          <p:nvPr/>
        </p:nvSpPr>
        <p:spPr>
          <a:xfrm xmlns:a="http://schemas.openxmlformats.org/drawingml/2006/main">
            <a:off x="895350" y="2286000"/>
            <a:ext cx="571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i="0">
                <a:solidFill>
                  <a:srgbClr val="FFFFFF"/>
                </a:solidFill>
                <a:latin typeface="Microsoft YaHei"/>
                <a:ea typeface="Microsoft YaHei"/>
                <a:cs typeface="Microsoft YaHei"/>
              </a:defRPr>
            </a:pPr>
            <a:r>
              <a:rPr sz="1200" b="1" i="0">
                <a:solidFill>
                  <a:srgbClr val="176BFF"/>
                </a:solidFill>
                <a:latin typeface="Microsoft YaHei"/>
                <a:ea typeface="Microsoft YaHei"/>
                <a:cs typeface="Microsoft YaHei"/>
              </a:rPr>
              <a:t>01</a:t>
            </a:r>
          </a:p>
        </p:txBody>
      </p:sp>
      <p:sp>
        <p:nvSpPr>
          <p:cNvPr id="6" name="">
            <a:extLst xmlns:a="http://schemas.openxmlformats.org/drawingml/2006/main">
              <a:ext uri="{FF2B5EF4-FFF2-40B4-BE49-F238E27FC236}">
                <a16:creationId xmlns:a16="http://schemas.microsoft.com/office/drawing/2014/main" id="{C141301F-E876-4E53-B5B1-F226FE85931A}"/>
              </a:ext>
            </a:extLst>
          </p:cNvPr>
          <p:cNvSpPr>
            <a:spLocks xmlns:a="http://schemas.openxmlformats.org/drawingml/2006/main" noGrp="1"/>
          </p:cNvSpPr>
          <p:nvPr/>
        </p:nvSpPr>
        <p:spPr>
          <a:xfrm xmlns:a="http://schemas.openxmlformats.org/drawingml/2006/main">
            <a:off x="895350" y="2781300"/>
            <a:ext cx="20002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550" b="1" i="0">
                <a:solidFill>
                  <a:srgbClr val="FFFFFF"/>
                </a:solidFill>
                <a:latin typeface="Microsoft YaHei"/>
                <a:ea typeface="Microsoft YaHei"/>
                <a:cs typeface="Microsoft YaHei"/>
              </a:defRPr>
            </a:pPr>
            <a:r>
              <a:rPr sz="2550" b="1" i="0">
                <a:solidFill>
                  <a:srgbClr val="111827"/>
                </a:solidFill>
                <a:latin typeface="Microsoft YaHei"/>
                <a:ea typeface="Microsoft YaHei"/>
                <a:cs typeface="Microsoft YaHei"/>
              </a:rPr>
              <a:t>自定义积木</a:t>
            </a:r>
          </a:p>
        </p:txBody>
      </p:sp>
      <p:sp>
        <p:nvSpPr>
          <p:cNvPr id="7" name="">
            <a:extLst xmlns:a="http://schemas.openxmlformats.org/drawingml/2006/main">
              <a:ext uri="{FF2B5EF4-FFF2-40B4-BE49-F238E27FC236}">
                <a16:creationId xmlns:a16="http://schemas.microsoft.com/office/drawing/2014/main" id="{1F20170A-1964-4746-B530-F4E1E4EF4D7E}"/>
              </a:ext>
            </a:extLst>
          </p:cNvPr>
          <p:cNvSpPr>
            <a:spLocks xmlns:a="http://schemas.openxmlformats.org/drawingml/2006/main" noGrp="1"/>
          </p:cNvSpPr>
          <p:nvPr/>
        </p:nvSpPr>
        <p:spPr>
          <a:xfrm xmlns:a="http://schemas.openxmlformats.org/drawingml/2006/main">
            <a:off x="895350" y="3562350"/>
            <a:ext cx="200025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500" b="0" i="0">
                <a:solidFill>
                  <a:srgbClr val="FFFFFF"/>
                </a:solidFill>
                <a:latin typeface="Microsoft YaHei"/>
                <a:ea typeface="Microsoft YaHei"/>
                <a:cs typeface="Microsoft YaHei"/>
              </a:defRPr>
            </a:pPr>
            <a:r>
              <a:rPr sz="1200" b="0" i="0">
                <a:solidFill>
                  <a:srgbClr val="667085"/>
                </a:solidFill>
                <a:latin typeface="Microsoft YaHei"/>
                <a:ea typeface="Microsoft YaHei"/>
                <a:cs typeface="Microsoft YaHei"/>
              </a:rPr>
              <a:t>适合｜稳定组件 / SDK</a:t>
            </a:r>
          </a:p>
          <a:p xmlns:a="http://schemas.openxmlformats.org/drawingml/2006/main">
            <a:pPr algn="l">
              <a:buNone/>
              <a:defRPr sz="1500" b="0" i="0">
                <a:solidFill>
                  <a:srgbClr val="FFFFFF"/>
                </a:solidFill>
                <a:latin typeface="Microsoft YaHei"/>
                <a:ea typeface="Microsoft YaHei"/>
                <a:cs typeface="Microsoft YaHei"/>
              </a:defRPr>
            </a:pPr>
            <a:r>
              <a:rPr sz="1200" b="0" i="0">
                <a:solidFill>
                  <a:srgbClr val="667085"/>
                </a:solidFill>
                <a:latin typeface="Microsoft YaHei"/>
                <a:ea typeface="Microsoft YaHei"/>
                <a:cs typeface="Microsoft YaHei"/>
              </a:rPr>
              <a:t>结果｜类型化输入输出</a:t>
            </a:r>
          </a:p>
          <a:p xmlns:a="http://schemas.openxmlformats.org/drawingml/2006/main">
            <a:pPr algn="l">
              <a:buNone/>
              <a:defRPr sz="1500" b="0" i="0">
                <a:solidFill>
                  <a:srgbClr val="FFFFFF"/>
                </a:solidFill>
                <a:latin typeface="Microsoft YaHei"/>
                <a:ea typeface="Microsoft YaHei"/>
                <a:cs typeface="Microsoft YaHei"/>
              </a:defRPr>
            </a:pPr>
            <a:r>
              <a:rPr sz="1200" b="0" i="0">
                <a:solidFill>
                  <a:srgbClr val="667085"/>
                </a:solidFill>
                <a:latin typeface="Microsoft YaHei"/>
                <a:ea typeface="Microsoft YaHei"/>
                <a:cs typeface="Microsoft YaHei"/>
              </a:rPr>
              <a:t>价值｜跨项目复用</a:t>
            </a:r>
          </a:p>
        </p:txBody>
      </p:sp>
      <p:sp>
        <p:nvSpPr>
          <p:cNvPr id="8" name="">
            <a:extLst xmlns:a="http://schemas.openxmlformats.org/drawingml/2006/main">
              <a:ext uri="{FF2B5EF4-FFF2-40B4-BE49-F238E27FC236}">
                <a16:creationId xmlns:a16="http://schemas.microsoft.com/office/drawing/2014/main" id="{4262643C-E4A7-4144-849B-26D585C55746}"/>
              </a:ext>
            </a:extLst>
          </p:cNvPr>
          <p:cNvSpPr>
            <a:spLocks xmlns:a="http://schemas.openxmlformats.org/drawingml/2006/main" noGrp="1"/>
          </p:cNvSpPr>
          <p:nvPr/>
        </p:nvSpPr>
        <p:spPr>
          <a:xfrm xmlns:a="http://schemas.openxmlformats.org/drawingml/2006/main">
            <a:off x="3390900" y="2076450"/>
            <a:ext cx="2419350" cy="2781300"/>
          </a:xfrm>
          <a:prstGeom xmlns:a="http://schemas.openxmlformats.org/drawingml/2006/main" prst="roundRect">
            <a:avLst>
              <a:gd name="adj" fmla="val 8661"/>
            </a:avLst>
          </a:prstGeom>
          <a:solidFill xmlns:a="http://schemas.openxmlformats.org/drawingml/2006/main">
            <a:srgbClr val="F7F9FC"/>
          </a:solidFill>
          <a:ln xmlns:a="http://schemas.openxmlformats.org/drawingml/2006/main" w="9525">
            <a:solidFill>
              <a:srgbClr val="DCE6F5"/>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9" name="">
            <a:extLst xmlns:a="http://schemas.openxmlformats.org/drawingml/2006/main">
              <a:ext uri="{FF2B5EF4-FFF2-40B4-BE49-F238E27FC236}">
                <a16:creationId xmlns:a16="http://schemas.microsoft.com/office/drawing/2014/main" id="{FC841C02-BC0E-44C6-8C20-F2749EB78096}"/>
              </a:ext>
            </a:extLst>
          </p:cNvPr>
          <p:cNvSpPr>
            <a:spLocks xmlns:a="http://schemas.openxmlformats.org/drawingml/2006/main" noGrp="1"/>
          </p:cNvSpPr>
          <p:nvPr/>
        </p:nvSpPr>
        <p:spPr>
          <a:xfrm xmlns:a="http://schemas.openxmlformats.org/drawingml/2006/main">
            <a:off x="3600450" y="2286000"/>
            <a:ext cx="571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i="0">
                <a:solidFill>
                  <a:srgbClr val="176BFF"/>
                </a:solidFill>
                <a:latin typeface="Microsoft YaHei"/>
                <a:ea typeface="Microsoft YaHei"/>
                <a:cs typeface="Microsoft YaHei"/>
              </a:defRPr>
            </a:pPr>
            <a:r>
              <a:rPr sz="1200" b="1" i="0">
                <a:solidFill>
                  <a:srgbClr val="176BFF"/>
                </a:solidFill>
                <a:latin typeface="Microsoft YaHei"/>
                <a:ea typeface="Microsoft YaHei"/>
                <a:cs typeface="Microsoft YaHei"/>
              </a:rPr>
              <a:t>02</a:t>
            </a:r>
          </a:p>
        </p:txBody>
      </p:sp>
      <p:sp>
        <p:nvSpPr>
          <p:cNvPr id="10" name="">
            <a:extLst xmlns:a="http://schemas.openxmlformats.org/drawingml/2006/main">
              <a:ext uri="{FF2B5EF4-FFF2-40B4-BE49-F238E27FC236}">
                <a16:creationId xmlns:a16="http://schemas.microsoft.com/office/drawing/2014/main" id="{0F212ABA-CC1D-4413-A11C-66EFF83035EB}"/>
              </a:ext>
            </a:extLst>
          </p:cNvPr>
          <p:cNvSpPr>
            <a:spLocks xmlns:a="http://schemas.openxmlformats.org/drawingml/2006/main" noGrp="1"/>
          </p:cNvSpPr>
          <p:nvPr/>
        </p:nvSpPr>
        <p:spPr>
          <a:xfrm xmlns:a="http://schemas.openxmlformats.org/drawingml/2006/main">
            <a:off x="3600450" y="2781300"/>
            <a:ext cx="20002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550" b="1" i="0">
                <a:solidFill>
                  <a:srgbClr val="111827"/>
                </a:solidFill>
                <a:latin typeface="Microsoft YaHei"/>
                <a:ea typeface="Microsoft YaHei"/>
                <a:cs typeface="Microsoft YaHei"/>
              </a:defRPr>
            </a:pPr>
            <a:r>
              <a:rPr sz="2550" b="1" i="0">
                <a:solidFill>
                  <a:srgbClr val="111827"/>
                </a:solidFill>
                <a:latin typeface="Microsoft YaHei"/>
                <a:ea typeface="Microsoft YaHei"/>
                <a:cs typeface="Microsoft YaHei"/>
              </a:rPr>
              <a:t>可展开蓝图</a:t>
            </a:r>
          </a:p>
        </p:txBody>
      </p:sp>
      <p:sp>
        <p:nvSpPr>
          <p:cNvPr id="11" name="">
            <a:extLst xmlns:a="http://schemas.openxmlformats.org/drawingml/2006/main">
              <a:ext uri="{FF2B5EF4-FFF2-40B4-BE49-F238E27FC236}">
                <a16:creationId xmlns:a16="http://schemas.microsoft.com/office/drawing/2014/main" id="{5917920F-5001-4FBE-B984-FF8CDE84CD9B}"/>
              </a:ext>
            </a:extLst>
          </p:cNvPr>
          <p:cNvSpPr>
            <a:spLocks xmlns:a="http://schemas.openxmlformats.org/drawingml/2006/main" noGrp="1"/>
          </p:cNvSpPr>
          <p:nvPr/>
        </p:nvSpPr>
        <p:spPr>
          <a:xfrm xmlns:a="http://schemas.openxmlformats.org/drawingml/2006/main">
            <a:off x="3600450" y="3562350"/>
            <a:ext cx="200025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500" b="0" i="0">
                <a:solidFill>
                  <a:srgbClr val="667085"/>
                </a:solidFill>
                <a:latin typeface="Microsoft YaHei"/>
                <a:ea typeface="Microsoft YaHei"/>
                <a:cs typeface="Microsoft YaHei"/>
              </a:defRPr>
            </a:pPr>
            <a:r>
              <a:rPr sz="1200" b="0" i="0">
                <a:solidFill>
                  <a:srgbClr val="667085"/>
                </a:solidFill>
                <a:latin typeface="Microsoft YaHei"/>
                <a:ea typeface="Microsoft YaHei"/>
                <a:cs typeface="Microsoft YaHei"/>
              </a:rPr>
              <a:t>适合｜多步通用流程</a:t>
            </a:r>
          </a:p>
          <a:p xmlns:a="http://schemas.openxmlformats.org/drawingml/2006/main">
            <a:pPr algn="l">
              <a:buNone/>
              <a:defRPr sz="1500" b="0" i="0">
                <a:solidFill>
                  <a:srgbClr val="667085"/>
                </a:solidFill>
                <a:latin typeface="Microsoft YaHei"/>
                <a:ea typeface="Microsoft YaHei"/>
                <a:cs typeface="Microsoft YaHei"/>
              </a:defRPr>
            </a:pPr>
            <a:r>
              <a:rPr sz="1200" b="0" i="0">
                <a:solidFill>
                  <a:srgbClr val="667085"/>
                </a:solidFill>
                <a:latin typeface="Microsoft YaHei"/>
                <a:ea typeface="Microsoft YaHei"/>
                <a:cs typeface="Microsoft YaHei"/>
              </a:rPr>
              <a:t>结果｜可学习可改造</a:t>
            </a:r>
          </a:p>
          <a:p xmlns:a="http://schemas.openxmlformats.org/drawingml/2006/main">
            <a:pPr algn="l">
              <a:buNone/>
              <a:defRPr sz="1500" b="0" i="0">
                <a:solidFill>
                  <a:srgbClr val="667085"/>
                </a:solidFill>
                <a:latin typeface="Microsoft YaHei"/>
                <a:ea typeface="Microsoft YaHei"/>
                <a:cs typeface="Microsoft YaHei"/>
              </a:defRPr>
            </a:pPr>
            <a:r>
              <a:rPr sz="1200" b="0" i="0">
                <a:solidFill>
                  <a:srgbClr val="667085"/>
                </a:solidFill>
                <a:latin typeface="Microsoft YaHei"/>
                <a:ea typeface="Microsoft YaHei"/>
                <a:cs typeface="Microsoft YaHei"/>
              </a:rPr>
              <a:t>价值｜降低上手门槛</a:t>
            </a:r>
          </a:p>
        </p:txBody>
      </p:sp>
      <p:sp>
        <p:nvSpPr>
          <p:cNvPr id="12" name="">
            <a:extLst xmlns:a="http://schemas.openxmlformats.org/drawingml/2006/main">
              <a:ext uri="{FF2B5EF4-FFF2-40B4-BE49-F238E27FC236}">
                <a16:creationId xmlns:a16="http://schemas.microsoft.com/office/drawing/2014/main" id="{6B39D476-BFC0-467D-953B-DAD47B6E173C}"/>
              </a:ext>
            </a:extLst>
          </p:cNvPr>
          <p:cNvSpPr>
            <a:spLocks xmlns:a="http://schemas.openxmlformats.org/drawingml/2006/main" noGrp="1"/>
          </p:cNvSpPr>
          <p:nvPr/>
        </p:nvSpPr>
        <p:spPr>
          <a:xfrm xmlns:a="http://schemas.openxmlformats.org/drawingml/2006/main">
            <a:off x="6096000" y="2076450"/>
            <a:ext cx="2419350" cy="2781300"/>
          </a:xfrm>
          <a:prstGeom xmlns:a="http://schemas.openxmlformats.org/drawingml/2006/main" prst="roundRect">
            <a:avLst>
              <a:gd name="adj" fmla="val 8661"/>
            </a:avLst>
          </a:prstGeom>
          <a:solidFill xmlns:a="http://schemas.openxmlformats.org/drawingml/2006/main">
            <a:srgbClr val="F7F9FC"/>
          </a:solidFill>
          <a:ln xmlns:a="http://schemas.openxmlformats.org/drawingml/2006/main" w="9525">
            <a:solidFill>
              <a:srgbClr val="DCE6F5"/>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3" name="">
            <a:extLst xmlns:a="http://schemas.openxmlformats.org/drawingml/2006/main">
              <a:ext uri="{FF2B5EF4-FFF2-40B4-BE49-F238E27FC236}">
                <a16:creationId xmlns:a16="http://schemas.microsoft.com/office/drawing/2014/main" id="{C1DBFFE6-3806-4E0B-B8B2-4849CEE10EDB}"/>
              </a:ext>
            </a:extLst>
          </p:cNvPr>
          <p:cNvSpPr>
            <a:spLocks xmlns:a="http://schemas.openxmlformats.org/drawingml/2006/main" noGrp="1"/>
          </p:cNvSpPr>
          <p:nvPr/>
        </p:nvSpPr>
        <p:spPr>
          <a:xfrm xmlns:a="http://schemas.openxmlformats.org/drawingml/2006/main">
            <a:off x="6305550" y="2286000"/>
            <a:ext cx="571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i="0">
                <a:solidFill>
                  <a:srgbClr val="176BFF"/>
                </a:solidFill>
                <a:latin typeface="Microsoft YaHei"/>
                <a:ea typeface="Microsoft YaHei"/>
                <a:cs typeface="Microsoft YaHei"/>
              </a:defRPr>
            </a:pPr>
            <a:r>
              <a:rPr sz="1200" b="1" i="0">
                <a:solidFill>
                  <a:srgbClr val="176BFF"/>
                </a:solidFill>
                <a:latin typeface="Microsoft YaHei"/>
                <a:ea typeface="Microsoft YaHei"/>
                <a:cs typeface="Microsoft YaHei"/>
              </a:rPr>
              <a:t>03</a:t>
            </a:r>
          </a:p>
        </p:txBody>
      </p:sp>
      <p:sp>
        <p:nvSpPr>
          <p:cNvPr id="14" name="">
            <a:extLst xmlns:a="http://schemas.openxmlformats.org/drawingml/2006/main">
              <a:ext uri="{FF2B5EF4-FFF2-40B4-BE49-F238E27FC236}">
                <a16:creationId xmlns:a16="http://schemas.microsoft.com/office/drawing/2014/main" id="{8EA4E758-33B1-4B19-AC92-39FB3CD8E43C}"/>
              </a:ext>
            </a:extLst>
          </p:cNvPr>
          <p:cNvSpPr>
            <a:spLocks xmlns:a="http://schemas.openxmlformats.org/drawingml/2006/main" noGrp="1"/>
          </p:cNvSpPr>
          <p:nvPr/>
        </p:nvSpPr>
        <p:spPr>
          <a:xfrm xmlns:a="http://schemas.openxmlformats.org/drawingml/2006/main">
            <a:off x="6305550" y="2781300"/>
            <a:ext cx="20002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550" b="1" i="0">
                <a:solidFill>
                  <a:srgbClr val="111827"/>
                </a:solidFill>
                <a:latin typeface="Microsoft YaHei"/>
                <a:ea typeface="Microsoft YaHei"/>
                <a:cs typeface="Microsoft YaHei"/>
              </a:defRPr>
            </a:pPr>
            <a:r>
              <a:rPr sz="2550" b="1" i="0">
                <a:solidFill>
                  <a:srgbClr val="111827"/>
                </a:solidFill>
                <a:latin typeface="Microsoft YaHei"/>
                <a:ea typeface="Microsoft YaHei"/>
                <a:cs typeface="Microsoft YaHei"/>
              </a:rPr>
              <a:t>兼容模板草案</a:t>
            </a:r>
          </a:p>
        </p:txBody>
      </p:sp>
      <p:sp>
        <p:nvSpPr>
          <p:cNvPr id="15" name="">
            <a:extLst xmlns:a="http://schemas.openxmlformats.org/drawingml/2006/main">
              <a:ext uri="{FF2B5EF4-FFF2-40B4-BE49-F238E27FC236}">
                <a16:creationId xmlns:a16="http://schemas.microsoft.com/office/drawing/2014/main" id="{263D6523-38D3-4000-876A-1730A7882E6A}"/>
              </a:ext>
            </a:extLst>
          </p:cNvPr>
          <p:cNvSpPr>
            <a:spLocks xmlns:a="http://schemas.openxmlformats.org/drawingml/2006/main" noGrp="1"/>
          </p:cNvSpPr>
          <p:nvPr/>
        </p:nvSpPr>
        <p:spPr>
          <a:xfrm xmlns:a="http://schemas.openxmlformats.org/drawingml/2006/main">
            <a:off x="6305550" y="3562350"/>
            <a:ext cx="200025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500" b="0" i="0">
                <a:solidFill>
                  <a:srgbClr val="667085"/>
                </a:solidFill>
                <a:latin typeface="Microsoft YaHei"/>
                <a:ea typeface="Microsoft YaHei"/>
                <a:cs typeface="Microsoft YaHei"/>
              </a:defRPr>
            </a:pPr>
            <a:r>
              <a:rPr sz="1200" b="0" i="0">
                <a:solidFill>
                  <a:srgbClr val="667085"/>
                </a:solidFill>
                <a:latin typeface="Microsoft YaHei"/>
                <a:ea typeface="Microsoft YaHei"/>
                <a:cs typeface="Microsoft YaHei"/>
              </a:rPr>
              <a:t>适合｜完整 Agent Harness</a:t>
            </a:r>
          </a:p>
          <a:p xmlns:a="http://schemas.openxmlformats.org/drawingml/2006/main">
            <a:pPr algn="l">
              <a:buNone/>
              <a:defRPr sz="1500" b="0" i="0">
                <a:solidFill>
                  <a:srgbClr val="667085"/>
                </a:solidFill>
                <a:latin typeface="Microsoft YaHei"/>
                <a:ea typeface="Microsoft YaHei"/>
                <a:cs typeface="Microsoft YaHei"/>
              </a:defRPr>
            </a:pPr>
            <a:r>
              <a:rPr sz="1200" b="0" i="0">
                <a:solidFill>
                  <a:srgbClr val="667085"/>
                </a:solidFill>
                <a:latin typeface="Microsoft YaHei"/>
                <a:ea typeface="Microsoft YaHei"/>
                <a:cs typeface="Microsoft YaHei"/>
              </a:rPr>
              <a:t>结果｜运行时 + 可逆投影</a:t>
            </a:r>
          </a:p>
          <a:p xmlns:a="http://schemas.openxmlformats.org/drawingml/2006/main">
            <a:pPr algn="l">
              <a:buNone/>
              <a:defRPr sz="1500" b="0" i="0">
                <a:solidFill>
                  <a:srgbClr val="667085"/>
                </a:solidFill>
                <a:latin typeface="Microsoft YaHei"/>
                <a:ea typeface="Microsoft YaHei"/>
                <a:cs typeface="Microsoft YaHei"/>
              </a:defRPr>
            </a:pPr>
            <a:r>
              <a:rPr sz="1200" b="0" i="0">
                <a:solidFill>
                  <a:srgbClr val="667085"/>
                </a:solidFill>
                <a:latin typeface="Microsoft YaHei"/>
                <a:ea typeface="Microsoft YaHei"/>
                <a:cs typeface="Microsoft YaHei"/>
              </a:rPr>
              <a:t>价值｜保留行为与升级</a:t>
            </a:r>
          </a:p>
        </p:txBody>
      </p:sp>
      <p:sp>
        <p:nvSpPr>
          <p:cNvPr id="16" name="">
            <a:extLst xmlns:a="http://schemas.openxmlformats.org/drawingml/2006/main">
              <a:ext uri="{FF2B5EF4-FFF2-40B4-BE49-F238E27FC236}">
                <a16:creationId xmlns:a16="http://schemas.microsoft.com/office/drawing/2014/main" id="{18784C53-44C1-42A2-B33A-A95ACBEBF750}"/>
              </a:ext>
            </a:extLst>
          </p:cNvPr>
          <p:cNvSpPr>
            <a:spLocks xmlns:a="http://schemas.openxmlformats.org/drawingml/2006/main" noGrp="1"/>
          </p:cNvSpPr>
          <p:nvPr/>
        </p:nvSpPr>
        <p:spPr>
          <a:xfrm xmlns:a="http://schemas.openxmlformats.org/drawingml/2006/main">
            <a:off x="8801100" y="2076450"/>
            <a:ext cx="2419350" cy="2781300"/>
          </a:xfrm>
          <a:prstGeom xmlns:a="http://schemas.openxmlformats.org/drawingml/2006/main" prst="roundRect">
            <a:avLst>
              <a:gd name="adj" fmla="val 8661"/>
            </a:avLst>
          </a:prstGeom>
          <a:solidFill xmlns:a="http://schemas.openxmlformats.org/drawingml/2006/main">
            <a:srgbClr val="F7F9FC"/>
          </a:solidFill>
          <a:ln xmlns:a="http://schemas.openxmlformats.org/drawingml/2006/main" w="9525">
            <a:solidFill>
              <a:srgbClr val="DCE6F5"/>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7" name="">
            <a:extLst xmlns:a="http://schemas.openxmlformats.org/drawingml/2006/main">
              <a:ext uri="{FF2B5EF4-FFF2-40B4-BE49-F238E27FC236}">
                <a16:creationId xmlns:a16="http://schemas.microsoft.com/office/drawing/2014/main" id="{00ED2EAD-8316-4D07-B9D2-EF0FD529EFE1}"/>
              </a:ext>
            </a:extLst>
          </p:cNvPr>
          <p:cNvSpPr>
            <a:spLocks xmlns:a="http://schemas.openxmlformats.org/drawingml/2006/main" noGrp="1"/>
          </p:cNvSpPr>
          <p:nvPr/>
        </p:nvSpPr>
        <p:spPr>
          <a:xfrm xmlns:a="http://schemas.openxmlformats.org/drawingml/2006/main">
            <a:off x="9010650" y="2286000"/>
            <a:ext cx="571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i="0">
                <a:solidFill>
                  <a:srgbClr val="176BFF"/>
                </a:solidFill>
                <a:latin typeface="Microsoft YaHei"/>
                <a:ea typeface="Microsoft YaHei"/>
                <a:cs typeface="Microsoft YaHei"/>
              </a:defRPr>
            </a:pPr>
            <a:r>
              <a:rPr sz="1200" b="1" i="0">
                <a:solidFill>
                  <a:srgbClr val="176BFF"/>
                </a:solidFill>
                <a:latin typeface="Microsoft YaHei"/>
                <a:ea typeface="Microsoft YaHei"/>
                <a:cs typeface="Microsoft YaHei"/>
              </a:rPr>
              <a:t>04</a:t>
            </a:r>
          </a:p>
        </p:txBody>
      </p:sp>
      <p:sp>
        <p:nvSpPr>
          <p:cNvPr id="18" name="">
            <a:extLst xmlns:a="http://schemas.openxmlformats.org/drawingml/2006/main">
              <a:ext uri="{FF2B5EF4-FFF2-40B4-BE49-F238E27FC236}">
                <a16:creationId xmlns:a16="http://schemas.microsoft.com/office/drawing/2014/main" id="{EFE2529C-D364-4829-A0AC-71E3C7BE2542}"/>
              </a:ext>
            </a:extLst>
          </p:cNvPr>
          <p:cNvSpPr>
            <a:spLocks xmlns:a="http://schemas.openxmlformats.org/drawingml/2006/main" noGrp="1"/>
          </p:cNvSpPr>
          <p:nvPr/>
        </p:nvSpPr>
        <p:spPr>
          <a:xfrm xmlns:a="http://schemas.openxmlformats.org/drawingml/2006/main">
            <a:off x="9010650" y="2781300"/>
            <a:ext cx="20002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550" b="1" i="0">
                <a:solidFill>
                  <a:srgbClr val="111827"/>
                </a:solidFill>
                <a:latin typeface="Microsoft YaHei"/>
                <a:ea typeface="Microsoft YaHei"/>
                <a:cs typeface="Microsoft YaHei"/>
              </a:defRPr>
            </a:pPr>
            <a:r>
              <a:rPr sz="2550" b="1" i="0">
                <a:solidFill>
                  <a:srgbClr val="111827"/>
                </a:solidFill>
                <a:latin typeface="Microsoft YaHei"/>
                <a:ea typeface="Microsoft YaHei"/>
                <a:cs typeface="Microsoft YaHei"/>
              </a:rPr>
              <a:t>原生保留报告</a:t>
            </a:r>
          </a:p>
        </p:txBody>
      </p:sp>
      <p:sp>
        <p:nvSpPr>
          <p:cNvPr id="19" name="">
            <a:extLst xmlns:a="http://schemas.openxmlformats.org/drawingml/2006/main">
              <a:ext uri="{FF2B5EF4-FFF2-40B4-BE49-F238E27FC236}">
                <a16:creationId xmlns:a16="http://schemas.microsoft.com/office/drawing/2014/main" id="{D4EB2C4D-2107-42C6-974F-818DE79A7C15}"/>
              </a:ext>
            </a:extLst>
          </p:cNvPr>
          <p:cNvSpPr>
            <a:spLocks xmlns:a="http://schemas.openxmlformats.org/drawingml/2006/main" noGrp="1"/>
          </p:cNvSpPr>
          <p:nvPr/>
        </p:nvSpPr>
        <p:spPr>
          <a:xfrm xmlns:a="http://schemas.openxmlformats.org/drawingml/2006/main">
            <a:off x="9010650" y="3562350"/>
            <a:ext cx="200025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500" b="0" i="0">
                <a:solidFill>
                  <a:srgbClr val="667085"/>
                </a:solidFill>
                <a:latin typeface="Microsoft YaHei"/>
                <a:ea typeface="Microsoft YaHei"/>
                <a:cs typeface="Microsoft YaHei"/>
              </a:defRPr>
            </a:pPr>
            <a:r>
              <a:rPr sz="1200" b="0" i="0">
                <a:solidFill>
                  <a:srgbClr val="667085"/>
                </a:solidFill>
                <a:latin typeface="Microsoft YaHei"/>
                <a:ea typeface="Microsoft YaHei"/>
                <a:cs typeface="Microsoft YaHei"/>
              </a:rPr>
              <a:t>适合｜许可 / 性能 / 动态边界</a:t>
            </a:r>
          </a:p>
          <a:p xmlns:a="http://schemas.openxmlformats.org/drawingml/2006/main">
            <a:pPr algn="l">
              <a:buNone/>
              <a:defRPr sz="1500" b="0" i="0">
                <a:solidFill>
                  <a:srgbClr val="667085"/>
                </a:solidFill>
                <a:latin typeface="Microsoft YaHei"/>
                <a:ea typeface="Microsoft YaHei"/>
                <a:cs typeface="Microsoft YaHei"/>
              </a:defRPr>
            </a:pPr>
            <a:r>
              <a:rPr sz="1200" b="0" i="0">
                <a:solidFill>
                  <a:srgbClr val="667085"/>
                </a:solidFill>
                <a:latin typeface="Microsoft YaHei"/>
                <a:ea typeface="Microsoft YaHei"/>
                <a:cs typeface="Microsoft YaHei"/>
              </a:rPr>
              <a:t>结果｜定位与兼容说明</a:t>
            </a:r>
          </a:p>
          <a:p xmlns:a="http://schemas.openxmlformats.org/drawingml/2006/main">
            <a:pPr algn="l">
              <a:buNone/>
              <a:defRPr sz="1500" b="0" i="0">
                <a:solidFill>
                  <a:srgbClr val="667085"/>
                </a:solidFill>
                <a:latin typeface="Microsoft YaHei"/>
                <a:ea typeface="Microsoft YaHei"/>
                <a:cs typeface="Microsoft YaHei"/>
              </a:defRPr>
            </a:pPr>
            <a:r>
              <a:rPr sz="1200" b="0" i="0">
                <a:solidFill>
                  <a:srgbClr val="667085"/>
                </a:solidFill>
                <a:latin typeface="Microsoft YaHei"/>
                <a:ea typeface="Microsoft YaHei"/>
                <a:cs typeface="Microsoft YaHei"/>
              </a:rPr>
              <a:t>价值｜不伪装转换成功</a:t>
            </a:r>
          </a:p>
        </p:txBody>
      </p:sp>
      <p:sp>
        <p:nvSpPr>
          <p:cNvPr id="20" name="">
            <a:extLst xmlns:a="http://schemas.openxmlformats.org/drawingml/2006/main">
              <a:ext uri="{FF2B5EF4-FFF2-40B4-BE49-F238E27FC236}">
                <a16:creationId xmlns:a16="http://schemas.microsoft.com/office/drawing/2014/main" id="{96CB4DB1-39DE-46AA-9842-ACA8ED2F9E1E}"/>
              </a:ext>
            </a:extLst>
          </p:cNvPr>
          <p:cNvSpPr>
            <a:spLocks xmlns:a="http://schemas.openxmlformats.org/drawingml/2006/main" noGrp="1"/>
          </p:cNvSpPr>
          <p:nvPr/>
        </p:nvSpPr>
        <p:spPr>
          <a:xfrm xmlns:a="http://schemas.openxmlformats.org/drawingml/2006/main">
            <a:off x="1676400" y="5219700"/>
            <a:ext cx="8839200" cy="685800"/>
          </a:xfrm>
          <a:prstGeom xmlns:a="http://schemas.openxmlformats.org/drawingml/2006/main" prst="roundRect">
            <a:avLst>
              <a:gd name="adj" fmla="val 25000"/>
            </a:avLst>
          </a:prstGeom>
          <a:solidFill xmlns:a="http://schemas.openxmlformats.org/drawingml/2006/main">
            <a:srgbClr val="EAF2FF"/>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40885AED-F686-45CE-BACD-85EAF9B1C6F7}"/>
              </a:ext>
            </a:extLst>
          </p:cNvPr>
          <p:cNvSpPr>
            <a:spLocks xmlns:a="http://schemas.openxmlformats.org/drawingml/2006/main" noGrp="1"/>
          </p:cNvSpPr>
          <p:nvPr/>
        </p:nvSpPr>
        <p:spPr>
          <a:xfrm xmlns:a="http://schemas.openxmlformats.org/drawingml/2006/main">
            <a:off x="1905000" y="5410200"/>
            <a:ext cx="8382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575" b="1" i="0">
                <a:solidFill>
                  <a:srgbClr val="F79009"/>
                </a:solidFill>
                <a:latin typeface="Microsoft YaHei"/>
                <a:ea typeface="Microsoft YaHei"/>
                <a:cs typeface="Microsoft YaHei"/>
              </a:defRPr>
            </a:pPr>
            <a:r>
              <a:rPr sz="1500" b="1" i="0">
                <a:solidFill>
                  <a:srgbClr val="176BFF"/>
                </a:solidFill>
                <a:latin typeface="Microsoft YaHei"/>
                <a:ea typeface="Microsoft YaHei"/>
                <a:cs typeface="Microsoft YaHei"/>
              </a:rPr>
              <a:t>一份源码可拆出积木、蓝图与模板；修改后仍可追溯来源、差异与权限</a:t>
            </a:r>
          </a:p>
        </p:txBody>
      </p:sp>
      <p:sp>
        <p:nvSpPr>
          <p:cNvPr id="22" name="">
            <a:extLst xmlns:a="http://schemas.openxmlformats.org/drawingml/2006/main">
              <a:ext uri="{FF2B5EF4-FFF2-40B4-BE49-F238E27FC236}">
                <a16:creationId xmlns:a16="http://schemas.microsoft.com/office/drawing/2014/main" id="{0FF81F25-CA1D-42EA-95BF-4FA2DCB1B727}"/>
              </a:ext>
            </a:extLst>
          </p:cNvPr>
          <p:cNvSpPr>
            <a:spLocks xmlns:a="http://schemas.openxmlformats.org/drawingml/2006/main" noGrp="1"/>
          </p:cNvSpPr>
          <p:nvPr/>
        </p:nvSpPr>
        <p:spPr>
          <a:xfrm xmlns:a="http://schemas.openxmlformats.org/drawingml/2006/main">
            <a:off x="685800" y="6496050"/>
            <a:ext cx="10820400" cy="9525"/>
          </a:xfrm>
          <a:prstGeom xmlns:a="http://schemas.openxmlformats.org/drawingml/2006/main" prst="rect">
            <a:avLst/>
          </a:prstGeom>
          <a:solidFill xmlns:a="http://schemas.openxmlformats.org/drawingml/2006/main">
            <a:srgbClr val="DCE3EC"/>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111AEA12-AB50-4D32-8FDF-96E4B5B4CC6F}"/>
              </a:ext>
            </a:extLst>
          </p:cNvPr>
          <p:cNvSpPr>
            <a:spLocks xmlns:a="http://schemas.openxmlformats.org/drawingml/2006/main" noGrp="1"/>
          </p:cNvSpPr>
          <p:nvPr/>
        </p:nvSpPr>
        <p:spPr>
          <a:xfrm xmlns:a="http://schemas.openxmlformats.org/drawingml/2006/main">
            <a:off x="685800" y="6553200"/>
            <a:ext cx="476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975" b="0" i="0">
                <a:solidFill>
                  <a:srgbClr val="98A2B3"/>
                </a:solidFill>
                <a:latin typeface="Microsoft YaHei"/>
                <a:ea typeface="Microsoft YaHei"/>
                <a:cs typeface="Microsoft YaHei"/>
              </a:defRPr>
            </a:pPr>
            <a:r>
              <a:rPr sz="975" b="0" i="0">
                <a:solidFill>
                  <a:srgbClr val="98A2B3"/>
                </a:solidFill>
                <a:latin typeface="Microsoft YaHei"/>
                <a:ea typeface="Microsoft YaHei"/>
                <a:cs typeface="Microsoft YaHei"/>
              </a:rPr>
              <a:t>Blocky Studio · Agent 搭建教育</a:t>
            </a:r>
          </a:p>
        </p:txBody>
      </p:sp>
      <p:sp>
        <p:nvSpPr>
          <p:cNvPr id="24" name="">
            <a:extLst xmlns:a="http://schemas.openxmlformats.org/drawingml/2006/main">
              <a:ext uri="{FF2B5EF4-FFF2-40B4-BE49-F238E27FC236}">
                <a16:creationId xmlns:a16="http://schemas.microsoft.com/office/drawing/2014/main" id="{515CDD87-5796-4A69-900F-7A9A60775B88}"/>
              </a:ext>
            </a:extLst>
          </p:cNvPr>
          <p:cNvSpPr>
            <a:spLocks xmlns:a="http://schemas.openxmlformats.org/drawingml/2006/main" noGrp="1"/>
          </p:cNvSpPr>
          <p:nvPr/>
        </p:nvSpPr>
        <p:spPr>
          <a:xfrm xmlns:a="http://schemas.openxmlformats.org/drawingml/2006/main">
            <a:off x="10953750" y="6553200"/>
            <a:ext cx="552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975" b="0" i="0">
                <a:solidFill>
                  <a:srgbClr val="98A2B3"/>
                </a:solidFill>
                <a:latin typeface="Microsoft YaHei"/>
                <a:ea typeface="Microsoft YaHei"/>
                <a:cs typeface="Microsoft YaHei"/>
              </a:defRPr>
            </a:pPr>
            <a:r>
              <a:rPr sz="975" b="0" i="0">
                <a:solidFill>
                  <a:srgbClr val="98A2B3"/>
                </a:solidFill>
                <a:latin typeface="Microsoft YaHei"/>
                <a:ea typeface="Microsoft YaHei"/>
                <a:cs typeface="Microsoft YaHei"/>
              </a:rPr>
              <a:t>17</a:t>
            </a:r>
          </a:p>
        </p:txBody>
      </p:sp>
      <p:pic>
        <p:nvPicPr>
          <p:cNvPr id="51" name=""/>
          <p:cNvPicPr>
            <a:picLocks xmlns:a="http://schemas.openxmlformats.org/drawingml/2006/main" noChangeAspect="1"/>
          </p:cNvPicPr>
          <p:nvPr/>
        </p:nvPicPr>
        <p:blipFill>
          <a:blip xmlns:r="http://schemas.openxmlformats.org/officeDocument/2006/relationships" xmlns:a="http://schemas.openxmlformats.org/drawingml/2006/main" r:embed="R6b7daf5b42d04439"/>
          <a:stretch xmlns:a="http://schemas.openxmlformats.org/drawingml/2006/main"/>
        </p:blipFill>
        <p:spPr>
          <a:xfrm xmlns:a="http://schemas.openxmlformats.org/drawingml/2006/main">
            <a:off x="9667875" y="228600"/>
            <a:ext cx="1504950" cy="1504950"/>
          </a:xfrm>
          <a:prstGeom xmlns:a="http://schemas.openxmlformats.org/drawingml/2006/main" prst="rect">
            <a:avLst/>
          </a:prstGeom>
        </p:spPr>
      </p:pic>
    </p:spTree>
    <p:extLst>
      <p:ext uri="{BB962C8B-B14F-4D97-AF65-F5344CB8AC3E}">
        <p14:creationId xmlns:p14="http://schemas.microsoft.com/office/powerpoint/2010/main" val="1537898588"/>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7DFB98D4-8A9E-4310-AC05-96F1315D6B3C}"/>
              </a:ext>
            </a:extLst>
          </p:cNvPr>
          <p:cNvSpPr>
            <a:spLocks xmlns:a="http://schemas.openxmlformats.org/drawingml/2006/main" noGrp="1"/>
          </p:cNvSpPr>
          <p:nvPr/>
        </p:nvSpPr>
        <p:spPr>
          <a:xfrm xmlns:a="http://schemas.openxmlformats.org/drawingml/2006/main">
            <a:off x="685800" y="40005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200" b="1" i="0">
                <a:solidFill>
                  <a:srgbClr val="176BFF"/>
                </a:solidFill>
                <a:latin typeface="Microsoft YaHei"/>
                <a:ea typeface="Microsoft YaHei"/>
                <a:cs typeface="Microsoft YaHei"/>
              </a:defRPr>
            </a:pPr>
            <a:r>
              <a:rPr sz="1200" b="1" i="0">
                <a:solidFill>
                  <a:srgbClr val="176BFF"/>
                </a:solidFill>
                <a:latin typeface="Microsoft YaHei"/>
                <a:ea typeface="Microsoft YaHei"/>
                <a:cs typeface="Microsoft YaHei"/>
              </a:rPr>
              <a:t>INTERFACE · CLI / 官方 Skills</a:t>
            </a:r>
          </a:p>
        </p:txBody>
      </p:sp>
      <p:sp>
        <p:nvSpPr>
          <p:cNvPr id="2" name="">
            <a:extLst xmlns:a="http://schemas.openxmlformats.org/drawingml/2006/main">
              <a:ext uri="{FF2B5EF4-FFF2-40B4-BE49-F238E27FC236}">
                <a16:creationId xmlns:a16="http://schemas.microsoft.com/office/drawing/2014/main" id="{1EB70E22-46A8-4D3F-A933-FA5CB30DFEE0}"/>
              </a:ext>
            </a:extLst>
          </p:cNvPr>
          <p:cNvSpPr>
            <a:spLocks xmlns:a="http://schemas.openxmlformats.org/drawingml/2006/main" noGrp="1"/>
          </p:cNvSpPr>
          <p:nvPr/>
        </p:nvSpPr>
        <p:spPr>
          <a:xfrm xmlns:a="http://schemas.openxmlformats.org/drawingml/2006/main">
            <a:off x="685800" y="742950"/>
            <a:ext cx="108204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3150" b="1" i="0">
                <a:solidFill>
                  <a:srgbClr val="111827"/>
                </a:solidFill>
                <a:latin typeface="Microsoft YaHei"/>
                <a:ea typeface="Microsoft YaHei"/>
                <a:cs typeface="Microsoft YaHei"/>
              </a:defRPr>
            </a:pPr>
            <a:r>
              <a:rPr sz="2700" b="1" i="0">
                <a:solidFill>
                  <a:srgbClr val="111827"/>
                </a:solidFill>
                <a:latin typeface="Microsoft YaHei"/>
                <a:ea typeface="Microsoft YaHei"/>
                <a:cs typeface="Microsoft YaHei"/>
              </a:rPr>
              <a:t>图形页、构建助手、CLI 与四个 Skills 共用同一语义内核</a:t>
            </a:r>
          </a:p>
        </p:txBody>
      </p:sp>
      <p:sp>
        <p:nvSpPr>
          <p:cNvPr id="3" name="">
            <a:extLst xmlns:a="http://schemas.openxmlformats.org/drawingml/2006/main">
              <a:ext uri="{FF2B5EF4-FFF2-40B4-BE49-F238E27FC236}">
                <a16:creationId xmlns:a16="http://schemas.microsoft.com/office/drawing/2014/main" id="{A57B9416-8927-4FDD-917D-66714D817F13}"/>
              </a:ext>
            </a:extLst>
          </p:cNvPr>
          <p:cNvSpPr>
            <a:spLocks xmlns:a="http://schemas.openxmlformats.org/drawingml/2006/main" noGrp="1"/>
          </p:cNvSpPr>
          <p:nvPr/>
        </p:nvSpPr>
        <p:spPr>
          <a:xfrm xmlns:a="http://schemas.openxmlformats.org/drawingml/2006/main">
            <a:off x="685800" y="1381125"/>
            <a:ext cx="10820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500" b="0" i="0">
                <a:solidFill>
                  <a:srgbClr val="64748B"/>
                </a:solidFill>
                <a:latin typeface="Microsoft YaHei"/>
                <a:ea typeface="Microsoft YaHei"/>
                <a:cs typeface="Microsoft YaHei"/>
              </a:defRPr>
            </a:pPr>
            <a:r>
              <a:rPr sz="1425" b="0" i="0">
                <a:solidFill>
                  <a:srgbClr val="667085"/>
                </a:solidFill>
                <a:latin typeface="Microsoft YaHei"/>
                <a:ea typeface="Microsoft YaHei"/>
                <a:cs typeface="Microsoft YaHei"/>
              </a:rPr>
              <a:t>无论人或 Agent 操作，都通过 Build Spec、语义补丁、编译器和权限契约改变同一份项目。</a:t>
            </a:r>
          </a:p>
        </p:txBody>
      </p:sp>
      <p:sp>
        <p:nvSpPr>
          <p:cNvPr id="4" name="">
            <a:extLst xmlns:a="http://schemas.openxmlformats.org/drawingml/2006/main">
              <a:ext uri="{FF2B5EF4-FFF2-40B4-BE49-F238E27FC236}">
                <a16:creationId xmlns:a16="http://schemas.microsoft.com/office/drawing/2014/main" id="{D5B99917-4785-4FF2-9985-F6BA06501A99}"/>
              </a:ext>
            </a:extLst>
          </p:cNvPr>
          <p:cNvSpPr>
            <a:spLocks xmlns:a="http://schemas.openxmlformats.org/drawingml/2006/main" noGrp="1"/>
          </p:cNvSpPr>
          <p:nvPr/>
        </p:nvSpPr>
        <p:spPr>
          <a:xfrm xmlns:a="http://schemas.openxmlformats.org/drawingml/2006/main">
            <a:off x="2343150" y="3095625"/>
            <a:ext cx="742950" cy="38100"/>
          </a:xfrm>
          <a:prstGeom xmlns:a="http://schemas.openxmlformats.org/drawingml/2006/main" prst="rect">
            <a:avLst/>
          </a:prstGeom>
          <a:solidFill xmlns:a="http://schemas.openxmlformats.org/drawingml/2006/main">
            <a:srgbClr val="DCE3EC"/>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03B5AC8B-8B9F-4695-9A04-96E9C71C918E}"/>
              </a:ext>
            </a:extLst>
          </p:cNvPr>
          <p:cNvSpPr>
            <a:spLocks xmlns:a="http://schemas.openxmlformats.org/drawingml/2006/main" noGrp="1"/>
          </p:cNvSpPr>
          <p:nvPr/>
        </p:nvSpPr>
        <p:spPr>
          <a:xfrm xmlns:a="http://schemas.openxmlformats.org/drawingml/2006/main">
            <a:off x="2543175" y="2847975"/>
            <a:ext cx="3429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2025" b="1" i="0">
                <a:solidFill>
                  <a:srgbClr val="176BFF"/>
                </a:solidFill>
                <a:latin typeface="Microsoft YaHei"/>
                <a:ea typeface="Microsoft YaHei"/>
                <a:cs typeface="Microsoft YaHei"/>
              </a:defRPr>
            </a:pPr>
            <a:r>
              <a:rPr sz="2025" b="1" i="0">
                <a:solidFill>
                  <a:srgbClr val="176BFF"/>
                </a:solidFill>
                <a:latin typeface="Microsoft YaHei"/>
                <a:ea typeface="Microsoft YaHei"/>
                <a:cs typeface="Microsoft YaHei"/>
              </a:rPr>
              <a:t>→</a:t>
            </a:r>
          </a:p>
        </p:txBody>
      </p:sp>
      <p:sp>
        <p:nvSpPr>
          <p:cNvPr id="6" name="">
            <a:extLst xmlns:a="http://schemas.openxmlformats.org/drawingml/2006/main">
              <a:ext uri="{FF2B5EF4-FFF2-40B4-BE49-F238E27FC236}">
                <a16:creationId xmlns:a16="http://schemas.microsoft.com/office/drawing/2014/main" id="{7F3CCDC8-7024-494D-AA95-7BFAEFB3498F}"/>
              </a:ext>
            </a:extLst>
          </p:cNvPr>
          <p:cNvSpPr>
            <a:spLocks xmlns:a="http://schemas.openxmlformats.org/drawingml/2006/main" noGrp="1"/>
          </p:cNvSpPr>
          <p:nvPr/>
        </p:nvSpPr>
        <p:spPr>
          <a:xfrm xmlns:a="http://schemas.openxmlformats.org/drawingml/2006/main">
            <a:off x="4495800" y="3095625"/>
            <a:ext cx="742950" cy="38100"/>
          </a:xfrm>
          <a:prstGeom xmlns:a="http://schemas.openxmlformats.org/drawingml/2006/main" prst="rect">
            <a:avLst/>
          </a:prstGeom>
          <a:solidFill xmlns:a="http://schemas.openxmlformats.org/drawingml/2006/main">
            <a:srgbClr val="DCE3EC"/>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458FE4A2-B622-4C5E-AFC6-49E01F515B67}"/>
              </a:ext>
            </a:extLst>
          </p:cNvPr>
          <p:cNvSpPr>
            <a:spLocks xmlns:a="http://schemas.openxmlformats.org/drawingml/2006/main" noGrp="1"/>
          </p:cNvSpPr>
          <p:nvPr/>
        </p:nvSpPr>
        <p:spPr>
          <a:xfrm xmlns:a="http://schemas.openxmlformats.org/drawingml/2006/main">
            <a:off x="4695825" y="2847975"/>
            <a:ext cx="3429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2025" b="1" i="0">
                <a:solidFill>
                  <a:srgbClr val="176BFF"/>
                </a:solidFill>
                <a:latin typeface="Microsoft YaHei"/>
                <a:ea typeface="Microsoft YaHei"/>
                <a:cs typeface="Microsoft YaHei"/>
              </a:defRPr>
            </a:pPr>
            <a:r>
              <a:rPr sz="2025" b="1" i="0">
                <a:solidFill>
                  <a:srgbClr val="176BFF"/>
                </a:solidFill>
                <a:latin typeface="Microsoft YaHei"/>
                <a:ea typeface="Microsoft YaHei"/>
                <a:cs typeface="Microsoft YaHei"/>
              </a:rPr>
              <a:t>→</a:t>
            </a:r>
          </a:p>
        </p:txBody>
      </p:sp>
      <p:sp>
        <p:nvSpPr>
          <p:cNvPr id="8" name="">
            <a:extLst xmlns:a="http://schemas.openxmlformats.org/drawingml/2006/main">
              <a:ext uri="{FF2B5EF4-FFF2-40B4-BE49-F238E27FC236}">
                <a16:creationId xmlns:a16="http://schemas.microsoft.com/office/drawing/2014/main" id="{E05E4D1E-C2BE-43FE-97BC-475FE4A6E679}"/>
              </a:ext>
            </a:extLst>
          </p:cNvPr>
          <p:cNvSpPr>
            <a:spLocks xmlns:a="http://schemas.openxmlformats.org/drawingml/2006/main" noGrp="1"/>
          </p:cNvSpPr>
          <p:nvPr/>
        </p:nvSpPr>
        <p:spPr>
          <a:xfrm xmlns:a="http://schemas.openxmlformats.org/drawingml/2006/main">
            <a:off x="6648450" y="3095625"/>
            <a:ext cx="742950" cy="38100"/>
          </a:xfrm>
          <a:prstGeom xmlns:a="http://schemas.openxmlformats.org/drawingml/2006/main" prst="rect">
            <a:avLst/>
          </a:prstGeom>
          <a:solidFill xmlns:a="http://schemas.openxmlformats.org/drawingml/2006/main">
            <a:srgbClr val="DCE3EC"/>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1D9FA4B3-0E29-4B42-9E8B-B19439EE3E86}"/>
              </a:ext>
            </a:extLst>
          </p:cNvPr>
          <p:cNvSpPr>
            <a:spLocks xmlns:a="http://schemas.openxmlformats.org/drawingml/2006/main" noGrp="1"/>
          </p:cNvSpPr>
          <p:nvPr/>
        </p:nvSpPr>
        <p:spPr>
          <a:xfrm xmlns:a="http://schemas.openxmlformats.org/drawingml/2006/main">
            <a:off x="6848475" y="2847975"/>
            <a:ext cx="3429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2025" b="1" i="0">
                <a:solidFill>
                  <a:srgbClr val="176BFF"/>
                </a:solidFill>
                <a:latin typeface="Microsoft YaHei"/>
                <a:ea typeface="Microsoft YaHei"/>
                <a:cs typeface="Microsoft YaHei"/>
              </a:defRPr>
            </a:pPr>
            <a:r>
              <a:rPr sz="2025" b="1" i="0">
                <a:solidFill>
                  <a:srgbClr val="176BFF"/>
                </a:solidFill>
                <a:latin typeface="Microsoft YaHei"/>
                <a:ea typeface="Microsoft YaHei"/>
                <a:cs typeface="Microsoft YaHei"/>
              </a:rPr>
              <a:t>→</a:t>
            </a:r>
          </a:p>
        </p:txBody>
      </p:sp>
      <p:sp>
        <p:nvSpPr>
          <p:cNvPr id="10" name="">
            <a:extLst xmlns:a="http://schemas.openxmlformats.org/drawingml/2006/main">
              <a:ext uri="{FF2B5EF4-FFF2-40B4-BE49-F238E27FC236}">
                <a16:creationId xmlns:a16="http://schemas.microsoft.com/office/drawing/2014/main" id="{E0E01B1A-FBF1-410D-A8FE-40496C9C23D5}"/>
              </a:ext>
            </a:extLst>
          </p:cNvPr>
          <p:cNvSpPr>
            <a:spLocks xmlns:a="http://schemas.openxmlformats.org/drawingml/2006/main" noGrp="1"/>
          </p:cNvSpPr>
          <p:nvPr/>
        </p:nvSpPr>
        <p:spPr>
          <a:xfrm xmlns:a="http://schemas.openxmlformats.org/drawingml/2006/main">
            <a:off x="8801100" y="3095625"/>
            <a:ext cx="742950" cy="38100"/>
          </a:xfrm>
          <a:prstGeom xmlns:a="http://schemas.openxmlformats.org/drawingml/2006/main" prst="rect">
            <a:avLst/>
          </a:prstGeom>
          <a:solidFill xmlns:a="http://schemas.openxmlformats.org/drawingml/2006/main">
            <a:srgbClr val="DCE3EC"/>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B4327299-7A47-4BD8-8DDF-623868A858F8}"/>
              </a:ext>
            </a:extLst>
          </p:cNvPr>
          <p:cNvSpPr>
            <a:spLocks xmlns:a="http://schemas.openxmlformats.org/drawingml/2006/main" noGrp="1"/>
          </p:cNvSpPr>
          <p:nvPr/>
        </p:nvSpPr>
        <p:spPr>
          <a:xfrm xmlns:a="http://schemas.openxmlformats.org/drawingml/2006/main">
            <a:off x="9001125" y="2847975"/>
            <a:ext cx="3429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2025" b="1" i="0">
                <a:solidFill>
                  <a:srgbClr val="176BFF"/>
                </a:solidFill>
                <a:latin typeface="Microsoft YaHei"/>
                <a:ea typeface="Microsoft YaHei"/>
                <a:cs typeface="Microsoft YaHei"/>
              </a:defRPr>
            </a:pPr>
            <a:r>
              <a:rPr sz="2025" b="1" i="0">
                <a:solidFill>
                  <a:srgbClr val="176BFF"/>
                </a:solidFill>
                <a:latin typeface="Microsoft YaHei"/>
                <a:ea typeface="Microsoft YaHei"/>
                <a:cs typeface="Microsoft YaHei"/>
              </a:rPr>
              <a:t>→</a:t>
            </a:r>
          </a:p>
        </p:txBody>
      </p:sp>
      <p:sp>
        <p:nvSpPr>
          <p:cNvPr id="12" name="">
            <a:extLst xmlns:a="http://schemas.openxmlformats.org/drawingml/2006/main">
              <a:ext uri="{FF2B5EF4-FFF2-40B4-BE49-F238E27FC236}">
                <a16:creationId xmlns:a16="http://schemas.microsoft.com/office/drawing/2014/main" id="{21809E88-4FD6-4362-9922-851886FF0330}"/>
              </a:ext>
            </a:extLst>
          </p:cNvPr>
          <p:cNvSpPr>
            <a:spLocks xmlns:a="http://schemas.openxmlformats.org/drawingml/2006/main" noGrp="1"/>
          </p:cNvSpPr>
          <p:nvPr/>
        </p:nvSpPr>
        <p:spPr>
          <a:xfrm xmlns:a="http://schemas.openxmlformats.org/drawingml/2006/main">
            <a:off x="685800" y="2286000"/>
            <a:ext cx="1676400" cy="1676400"/>
          </a:xfrm>
          <a:prstGeom xmlns:a="http://schemas.openxmlformats.org/drawingml/2006/main" prst="roundRect">
            <a:avLst>
              <a:gd name="adj" fmla="val 12500"/>
            </a:avLst>
          </a:prstGeom>
          <a:solidFill xmlns:a="http://schemas.openxmlformats.org/drawingml/2006/main">
            <a:srgbClr val="F4F7FB"/>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B4A020EA-0F76-4C5F-99C3-F8E787B2D439}"/>
              </a:ext>
            </a:extLst>
          </p:cNvPr>
          <p:cNvSpPr>
            <a:spLocks xmlns:a="http://schemas.openxmlformats.org/drawingml/2006/main" noGrp="1"/>
          </p:cNvSpPr>
          <p:nvPr/>
        </p:nvSpPr>
        <p:spPr>
          <a:xfrm xmlns:a="http://schemas.openxmlformats.org/drawingml/2006/main">
            <a:off x="838200" y="2628900"/>
            <a:ext cx="13716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97222"/>
          </a:bodyPr>
          <a:lstStyle xmlns:a="http://schemas.openxmlformats.org/drawingml/2006/main"/>
          <a:p xmlns:a="http://schemas.openxmlformats.org/drawingml/2006/main">
            <a:r>
              <a:t>搭建 Agent</a:t>
            </a:r>
          </a:p>
          <a:p xmlns:a="http://schemas.openxmlformats.org/drawingml/2006/main">
            <a:r>
              <a:t>$build</a:t>
            </a:r>
          </a:p>
        </p:txBody>
      </p:sp>
      <p:sp>
        <p:nvSpPr>
          <p:cNvPr id="14" name="">
            <a:extLst xmlns:a="http://schemas.openxmlformats.org/drawingml/2006/main">
              <a:ext uri="{FF2B5EF4-FFF2-40B4-BE49-F238E27FC236}">
                <a16:creationId xmlns:a16="http://schemas.microsoft.com/office/drawing/2014/main" id="{54209DFC-0DB0-4F03-997E-ED022F5387FD}"/>
              </a:ext>
            </a:extLst>
          </p:cNvPr>
          <p:cNvSpPr>
            <a:spLocks xmlns:a="http://schemas.openxmlformats.org/drawingml/2006/main" noGrp="1"/>
          </p:cNvSpPr>
          <p:nvPr/>
        </p:nvSpPr>
        <p:spPr>
          <a:xfrm xmlns:a="http://schemas.openxmlformats.org/drawingml/2006/main">
            <a:off x="819150" y="3371850"/>
            <a:ext cx="14097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52083"/>
          </a:bodyPr>
          <a:lstStyle xmlns:a="http://schemas.openxmlformats.org/drawingml/2006/main"/>
          <a:p xmlns:a="http://schemas.openxmlformats.org/drawingml/2006/main">
            <a:r>
              <a:t>$build-blocky-agents</a:t>
            </a:r>
          </a:p>
          <a:p xmlns:a="http://schemas.openxmlformats.org/drawingml/2006/main">
            <a:r>
              <a:t>创建 / 修改 / 解释</a:t>
            </a:r>
          </a:p>
        </p:txBody>
      </p:sp>
      <p:sp>
        <p:nvSpPr>
          <p:cNvPr id="15" name="">
            <a:extLst xmlns:a="http://schemas.openxmlformats.org/drawingml/2006/main">
              <a:ext uri="{FF2B5EF4-FFF2-40B4-BE49-F238E27FC236}">
                <a16:creationId xmlns:a16="http://schemas.microsoft.com/office/drawing/2014/main" id="{5FE863CB-E606-406C-8E49-63E027468A18}"/>
              </a:ext>
            </a:extLst>
          </p:cNvPr>
          <p:cNvSpPr>
            <a:spLocks xmlns:a="http://schemas.openxmlformats.org/drawingml/2006/main" noGrp="1"/>
          </p:cNvSpPr>
          <p:nvPr/>
        </p:nvSpPr>
        <p:spPr>
          <a:xfrm xmlns:a="http://schemas.openxmlformats.org/drawingml/2006/main">
            <a:off x="2838450" y="2286000"/>
            <a:ext cx="1676400" cy="1676400"/>
          </a:xfrm>
          <a:prstGeom xmlns:a="http://schemas.openxmlformats.org/drawingml/2006/main" prst="roundRect">
            <a:avLst>
              <a:gd name="adj" fmla="val 12500"/>
            </a:avLst>
          </a:prstGeom>
          <a:solidFill xmlns:a="http://schemas.openxmlformats.org/drawingml/2006/main">
            <a:srgbClr val="F4F7FB"/>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37EBB333-8FEB-4A68-A6D7-A07BB5A5EF49}"/>
              </a:ext>
            </a:extLst>
          </p:cNvPr>
          <p:cNvSpPr>
            <a:spLocks xmlns:a="http://schemas.openxmlformats.org/drawingml/2006/main" noGrp="1"/>
          </p:cNvSpPr>
          <p:nvPr/>
        </p:nvSpPr>
        <p:spPr>
          <a:xfrm xmlns:a="http://schemas.openxmlformats.org/drawingml/2006/main">
            <a:off x="2990850" y="2628900"/>
            <a:ext cx="13716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97222"/>
          </a:bodyPr>
          <a:lstStyle xmlns:a="http://schemas.openxmlformats.org/drawingml/2006/main"/>
          <a:p xmlns:a="http://schemas.openxmlformats.org/drawingml/2006/main">
            <a:r>
              <a:t>创建积木</a:t>
            </a:r>
          </a:p>
          <a:p xmlns:a="http://schemas.openxmlformats.org/drawingml/2006/main">
            <a:r>
              <a:t>$create</a:t>
            </a:r>
          </a:p>
        </p:txBody>
      </p:sp>
      <p:sp>
        <p:nvSpPr>
          <p:cNvPr id="17" name="">
            <a:extLst xmlns:a="http://schemas.openxmlformats.org/drawingml/2006/main">
              <a:ext uri="{FF2B5EF4-FFF2-40B4-BE49-F238E27FC236}">
                <a16:creationId xmlns:a16="http://schemas.microsoft.com/office/drawing/2014/main" id="{F0CA3A16-F7D2-4375-AD05-98B39C160E7B}"/>
              </a:ext>
            </a:extLst>
          </p:cNvPr>
          <p:cNvSpPr>
            <a:spLocks xmlns:a="http://schemas.openxmlformats.org/drawingml/2006/main" noGrp="1"/>
          </p:cNvSpPr>
          <p:nvPr/>
        </p:nvSpPr>
        <p:spPr>
          <a:xfrm xmlns:a="http://schemas.openxmlformats.org/drawingml/2006/main">
            <a:off x="2971800" y="3371850"/>
            <a:ext cx="14097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52083"/>
          </a:bodyPr>
          <a:lstStyle xmlns:a="http://schemas.openxmlformats.org/drawingml/2006/main"/>
          <a:p xmlns:a="http://schemas.openxmlformats.org/drawingml/2006/main">
            <a:r>
              <a:t>$create-blocky-blocks</a:t>
            </a:r>
          </a:p>
          <a:p xmlns:a="http://schemas.openxmlformats.org/drawingml/2006/main">
            <a:r>
              <a:t>可视 / 代码自定义</a:t>
            </a:r>
          </a:p>
        </p:txBody>
      </p:sp>
      <p:sp>
        <p:nvSpPr>
          <p:cNvPr id="18" name="">
            <a:extLst xmlns:a="http://schemas.openxmlformats.org/drawingml/2006/main">
              <a:ext uri="{FF2B5EF4-FFF2-40B4-BE49-F238E27FC236}">
                <a16:creationId xmlns:a16="http://schemas.microsoft.com/office/drawing/2014/main" id="{6ABBCBCB-D598-47CF-A31D-DE2AFCFB5AD4}"/>
              </a:ext>
            </a:extLst>
          </p:cNvPr>
          <p:cNvSpPr>
            <a:spLocks xmlns:a="http://schemas.openxmlformats.org/drawingml/2006/main" noGrp="1"/>
          </p:cNvSpPr>
          <p:nvPr/>
        </p:nvSpPr>
        <p:spPr>
          <a:xfrm xmlns:a="http://schemas.openxmlformats.org/drawingml/2006/main">
            <a:off x="4991100" y="2286000"/>
            <a:ext cx="1676400" cy="1676400"/>
          </a:xfrm>
          <a:prstGeom xmlns:a="http://schemas.openxmlformats.org/drawingml/2006/main" prst="roundRect">
            <a:avLst>
              <a:gd name="adj" fmla="val 12500"/>
            </a:avLst>
          </a:prstGeom>
          <a:solidFill xmlns:a="http://schemas.openxmlformats.org/drawingml/2006/main">
            <a:srgbClr val="F4F7FB"/>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0DB15EC2-77A0-44D3-961C-3C1B64DF7D93}"/>
              </a:ext>
            </a:extLst>
          </p:cNvPr>
          <p:cNvSpPr>
            <a:spLocks xmlns:a="http://schemas.openxmlformats.org/drawingml/2006/main" noGrp="1"/>
          </p:cNvSpPr>
          <p:nvPr/>
        </p:nvSpPr>
        <p:spPr>
          <a:xfrm xmlns:a="http://schemas.openxmlformats.org/drawingml/2006/main">
            <a:off x="5143500" y="2628900"/>
            <a:ext cx="13716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97222"/>
          </a:bodyPr>
          <a:lstStyle xmlns:a="http://schemas.openxmlformats.org/drawingml/2006/main"/>
          <a:p xmlns:a="http://schemas.openxmlformats.org/drawingml/2006/main">
            <a:r>
              <a:t>项目积木化</a:t>
            </a:r>
          </a:p>
          <a:p xmlns:a="http://schemas.openxmlformats.org/drawingml/2006/main">
            <a:r>
              <a:t>$convert</a:t>
            </a:r>
          </a:p>
        </p:txBody>
      </p:sp>
      <p:sp>
        <p:nvSpPr>
          <p:cNvPr id="20" name="">
            <a:extLst xmlns:a="http://schemas.openxmlformats.org/drawingml/2006/main">
              <a:ext uri="{FF2B5EF4-FFF2-40B4-BE49-F238E27FC236}">
                <a16:creationId xmlns:a16="http://schemas.microsoft.com/office/drawing/2014/main" id="{B4BA4644-3DF6-4D5D-A39E-7633F3E10712}"/>
              </a:ext>
            </a:extLst>
          </p:cNvPr>
          <p:cNvSpPr>
            <a:spLocks xmlns:a="http://schemas.openxmlformats.org/drawingml/2006/main" noGrp="1"/>
          </p:cNvSpPr>
          <p:nvPr/>
        </p:nvSpPr>
        <p:spPr>
          <a:xfrm xmlns:a="http://schemas.openxmlformats.org/drawingml/2006/main">
            <a:off x="5124450" y="3371850"/>
            <a:ext cx="14097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52083"/>
          </a:bodyPr>
          <a:lstStyle xmlns:a="http://schemas.openxmlformats.org/drawingml/2006/main"/>
          <a:p xmlns:a="http://schemas.openxmlformats.org/drawingml/2006/main">
            <a:r>
              <a:t>GitHub / 本地项目</a:t>
            </a:r>
          </a:p>
          <a:p xmlns:a="http://schemas.openxmlformats.org/drawingml/2006/main">
            <a:r>
              <a:t>积木 / 蓝图 / 模板</a:t>
            </a:r>
          </a:p>
        </p:txBody>
      </p:sp>
      <p:sp>
        <p:nvSpPr>
          <p:cNvPr id="21" name="">
            <a:extLst xmlns:a="http://schemas.openxmlformats.org/drawingml/2006/main">
              <a:ext uri="{FF2B5EF4-FFF2-40B4-BE49-F238E27FC236}">
                <a16:creationId xmlns:a16="http://schemas.microsoft.com/office/drawing/2014/main" id="{689DA042-F4B5-409E-A55D-9D81D4EE3ECA}"/>
              </a:ext>
            </a:extLst>
          </p:cNvPr>
          <p:cNvSpPr>
            <a:spLocks xmlns:a="http://schemas.openxmlformats.org/drawingml/2006/main" noGrp="1"/>
          </p:cNvSpPr>
          <p:nvPr/>
        </p:nvSpPr>
        <p:spPr>
          <a:xfrm xmlns:a="http://schemas.openxmlformats.org/drawingml/2006/main">
            <a:off x="7143750" y="2286000"/>
            <a:ext cx="1676400" cy="1676400"/>
          </a:xfrm>
          <a:prstGeom xmlns:a="http://schemas.openxmlformats.org/drawingml/2006/main" prst="roundRect">
            <a:avLst>
              <a:gd name="adj" fmla="val 12500"/>
            </a:avLst>
          </a:prstGeom>
          <a:solidFill xmlns:a="http://schemas.openxmlformats.org/drawingml/2006/main">
            <a:srgbClr val="F4F7FB"/>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25EA51D8-9E31-4734-9C09-B3CF40E059D5}"/>
              </a:ext>
            </a:extLst>
          </p:cNvPr>
          <p:cNvSpPr>
            <a:spLocks xmlns:a="http://schemas.openxmlformats.org/drawingml/2006/main" noGrp="1"/>
          </p:cNvSpPr>
          <p:nvPr/>
        </p:nvSpPr>
        <p:spPr>
          <a:xfrm xmlns:a="http://schemas.openxmlformats.org/drawingml/2006/main">
            <a:off x="7296150" y="2628900"/>
            <a:ext cx="13716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97222"/>
          </a:bodyPr>
          <a:lstStyle xmlns:a="http://schemas.openxmlformats.org/drawingml/2006/main"/>
          <a:p xmlns:a="http://schemas.openxmlformats.org/drawingml/2006/main">
            <a:r>
              <a:t>逆向 Agent</a:t>
            </a:r>
          </a:p>
          <a:p xmlns:a="http://schemas.openxmlformats.org/drawingml/2006/main">
            <a:r>
              <a:t>$reverse</a:t>
            </a:r>
          </a:p>
        </p:txBody>
      </p:sp>
      <p:sp>
        <p:nvSpPr>
          <p:cNvPr id="23" name="">
            <a:extLst xmlns:a="http://schemas.openxmlformats.org/drawingml/2006/main">
              <a:ext uri="{FF2B5EF4-FFF2-40B4-BE49-F238E27FC236}">
                <a16:creationId xmlns:a16="http://schemas.microsoft.com/office/drawing/2014/main" id="{EAE9A07E-9C57-41E0-98BE-FB36F1B3427A}"/>
              </a:ext>
            </a:extLst>
          </p:cNvPr>
          <p:cNvSpPr>
            <a:spLocks xmlns:a="http://schemas.openxmlformats.org/drawingml/2006/main" noGrp="1"/>
          </p:cNvSpPr>
          <p:nvPr/>
        </p:nvSpPr>
        <p:spPr>
          <a:xfrm xmlns:a="http://schemas.openxmlformats.org/drawingml/2006/main">
            <a:off x="7277100" y="3371850"/>
            <a:ext cx="14097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52083"/>
          </a:bodyPr>
          <a:lstStyle xmlns:a="http://schemas.openxmlformats.org/drawingml/2006/main"/>
          <a:p xmlns:a="http://schemas.openxmlformats.org/drawingml/2006/main">
            <a:r>
              <a:t>结构 / 配置 / 行为</a:t>
            </a:r>
          </a:p>
          <a:p xmlns:a="http://schemas.openxmlformats.org/drawingml/2006/main">
            <a:r>
              <a:t>证据 / 覆盖 / 保留</a:t>
            </a:r>
          </a:p>
        </p:txBody>
      </p:sp>
      <p:sp>
        <p:nvSpPr>
          <p:cNvPr id="24" name="">
            <a:extLst xmlns:a="http://schemas.openxmlformats.org/drawingml/2006/main">
              <a:ext uri="{FF2B5EF4-FFF2-40B4-BE49-F238E27FC236}">
                <a16:creationId xmlns:a16="http://schemas.microsoft.com/office/drawing/2014/main" id="{E7D7090C-B895-46C1-8E74-265295F9DE71}"/>
              </a:ext>
            </a:extLst>
          </p:cNvPr>
          <p:cNvSpPr>
            <a:spLocks xmlns:a="http://schemas.openxmlformats.org/drawingml/2006/main" noGrp="1"/>
          </p:cNvSpPr>
          <p:nvPr/>
        </p:nvSpPr>
        <p:spPr>
          <a:xfrm xmlns:a="http://schemas.openxmlformats.org/drawingml/2006/main">
            <a:off x="9296400" y="2286000"/>
            <a:ext cx="1676400" cy="1676400"/>
          </a:xfrm>
          <a:prstGeom xmlns:a="http://schemas.openxmlformats.org/drawingml/2006/main" prst="roundRect">
            <a:avLst>
              <a:gd name="adj" fmla="val 12500"/>
            </a:avLst>
          </a:prstGeom>
          <a:solidFill xmlns:a="http://schemas.openxmlformats.org/drawingml/2006/main">
            <a:srgbClr val="F4F7FB"/>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5E1F2994-A241-41AC-A0A0-8832A0CF7358}"/>
              </a:ext>
            </a:extLst>
          </p:cNvPr>
          <p:cNvSpPr>
            <a:spLocks xmlns:a="http://schemas.openxmlformats.org/drawingml/2006/main" noGrp="1"/>
          </p:cNvSpPr>
          <p:nvPr/>
        </p:nvSpPr>
        <p:spPr>
          <a:xfrm xmlns:a="http://schemas.openxmlformats.org/drawingml/2006/main">
            <a:off x="9448800" y="2628900"/>
            <a:ext cx="13716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97222"/>
          </a:bodyPr>
          <a:lstStyle xmlns:a="http://schemas.openxmlformats.org/drawingml/2006/main"/>
          <a:p xmlns:a="http://schemas.openxmlformats.org/drawingml/2006/main">
            <a:r>
              <a:t>CLI 验证</a:t>
            </a:r>
          </a:p>
          <a:p xmlns:a="http://schemas.openxmlformats.org/drawingml/2006/main">
            <a:r>
              <a:t>同一契约</a:t>
            </a:r>
          </a:p>
        </p:txBody>
      </p:sp>
      <p:sp>
        <p:nvSpPr>
          <p:cNvPr id="26" name="">
            <a:extLst xmlns:a="http://schemas.openxmlformats.org/drawingml/2006/main">
              <a:ext uri="{FF2B5EF4-FFF2-40B4-BE49-F238E27FC236}">
                <a16:creationId xmlns:a16="http://schemas.microsoft.com/office/drawing/2014/main" id="{E3C53ED7-2762-4673-B1D7-3AD8965A0DD8}"/>
              </a:ext>
            </a:extLst>
          </p:cNvPr>
          <p:cNvSpPr>
            <a:spLocks xmlns:a="http://schemas.openxmlformats.org/drawingml/2006/main" noGrp="1"/>
          </p:cNvSpPr>
          <p:nvPr/>
        </p:nvSpPr>
        <p:spPr>
          <a:xfrm xmlns:a="http://schemas.openxmlformats.org/drawingml/2006/main">
            <a:off x="9429750" y="3371850"/>
            <a:ext cx="14097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52083"/>
          </a:bodyPr>
          <a:lstStyle xmlns:a="http://schemas.openxmlformats.org/drawingml/2006/main"/>
          <a:p xmlns:a="http://schemas.openxmlformats.org/drawingml/2006/main">
            <a:r>
              <a:t>validate / compile / test</a:t>
            </a:r>
          </a:p>
          <a:p xmlns:a="http://schemas.openxmlformats.org/drawingml/2006/main">
            <a:r>
              <a:t>inspect / pack / apply</a:t>
            </a:r>
          </a:p>
        </p:txBody>
      </p:sp>
      <p:sp>
        <p:nvSpPr>
          <p:cNvPr id="27" name="">
            <a:extLst xmlns:a="http://schemas.openxmlformats.org/drawingml/2006/main">
              <a:ext uri="{FF2B5EF4-FFF2-40B4-BE49-F238E27FC236}">
                <a16:creationId xmlns:a16="http://schemas.microsoft.com/office/drawing/2014/main" id="{9FD28F7F-9AB1-4D9F-9291-E09FBFEFEFBC}"/>
              </a:ext>
            </a:extLst>
          </p:cNvPr>
          <p:cNvSpPr>
            <a:spLocks xmlns:a="http://schemas.openxmlformats.org/drawingml/2006/main" noGrp="1"/>
          </p:cNvSpPr>
          <p:nvPr/>
        </p:nvSpPr>
        <p:spPr>
          <a:xfrm xmlns:a="http://schemas.openxmlformats.org/drawingml/2006/main">
            <a:off x="1562100" y="4533900"/>
            <a:ext cx="9067800" cy="1066800"/>
          </a:xfrm>
          <a:prstGeom xmlns:a="http://schemas.openxmlformats.org/drawingml/2006/main" prst="roundRect">
            <a:avLst>
              <a:gd name="adj" fmla="val 17857"/>
            </a:avLst>
          </a:prstGeom>
          <a:solidFill xmlns:a="http://schemas.openxmlformats.org/drawingml/2006/main">
            <a:srgbClr val="EAF2FF"/>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5FBA31EE-5FD9-4E8B-B02A-C5D35D3ED247}"/>
              </a:ext>
            </a:extLst>
          </p:cNvPr>
          <p:cNvSpPr>
            <a:spLocks xmlns:a="http://schemas.openxmlformats.org/drawingml/2006/main" noGrp="1"/>
          </p:cNvSpPr>
          <p:nvPr/>
        </p:nvSpPr>
        <p:spPr>
          <a:xfrm xmlns:a="http://schemas.openxmlformats.org/drawingml/2006/main">
            <a:off x="1828800" y="4762500"/>
            <a:ext cx="85344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875" b="1" i="0">
                <a:solidFill>
                  <a:srgbClr val="FF8A00"/>
                </a:solidFill>
                <a:latin typeface="Microsoft YaHei"/>
                <a:ea typeface="Microsoft YaHei"/>
                <a:cs typeface="Microsoft YaHei"/>
              </a:defRPr>
            </a:pPr>
            <a:r>
              <a:rPr sz="1500" b="1" i="0">
                <a:solidFill>
                  <a:srgbClr val="176BFF"/>
                </a:solidFill>
                <a:latin typeface="Microsoft YaHei"/>
                <a:ea typeface="Microsoft YaHei"/>
                <a:cs typeface="Microsoft YaHei"/>
              </a:rPr>
              <a:t>同一 Project Manifest · Workspace · IR · RuntimeEvent</a:t>
            </a:r>
          </a:p>
        </p:txBody>
      </p:sp>
      <p:sp>
        <p:nvSpPr>
          <p:cNvPr id="29" name="">
            <a:extLst xmlns:a="http://schemas.openxmlformats.org/drawingml/2006/main">
              <a:ext uri="{FF2B5EF4-FFF2-40B4-BE49-F238E27FC236}">
                <a16:creationId xmlns:a16="http://schemas.microsoft.com/office/drawing/2014/main" id="{D28A8729-2378-4A20-A1EE-2FBF3D7D7D34}"/>
              </a:ext>
            </a:extLst>
          </p:cNvPr>
          <p:cNvSpPr>
            <a:spLocks xmlns:a="http://schemas.openxmlformats.org/drawingml/2006/main" noGrp="1"/>
          </p:cNvSpPr>
          <p:nvPr/>
        </p:nvSpPr>
        <p:spPr>
          <a:xfrm xmlns:a="http://schemas.openxmlformats.org/drawingml/2006/main">
            <a:off x="1828800" y="5143500"/>
            <a:ext cx="85344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200" b="0" i="0">
                <a:solidFill>
                  <a:srgbClr val="111827"/>
                </a:solidFill>
                <a:latin typeface="Microsoft YaHei"/>
                <a:ea typeface="Microsoft YaHei"/>
                <a:cs typeface="Microsoft YaHei"/>
              </a:defRPr>
            </a:pPr>
            <a:r>
              <a:rPr sz="975" b="0" i="0">
                <a:solidFill>
                  <a:srgbClr val="111827"/>
                </a:solidFill>
                <a:latin typeface="Microsoft YaHei"/>
                <a:ea typeface="Microsoft YaHei"/>
                <a:cs typeface="Microsoft YaHei"/>
              </a:rPr>
              <a:t>四个 Skills 是专业入口，不是四套隐藏语言</a:t>
            </a:r>
          </a:p>
          <a:p xmlns:a="http://schemas.openxmlformats.org/drawingml/2006/main">
            <a:pPr algn="ctr">
              <a:buNone/>
              <a:defRPr sz="1200" b="0" i="0">
                <a:solidFill>
                  <a:srgbClr val="111827"/>
                </a:solidFill>
                <a:latin typeface="Microsoft YaHei"/>
                <a:ea typeface="Microsoft YaHei"/>
                <a:cs typeface="Microsoft YaHei"/>
              </a:defRPr>
            </a:pPr>
            <a:r>
              <a:rPr sz="975" b="0" i="0">
                <a:solidFill>
                  <a:srgbClr val="111827"/>
                </a:solidFill>
                <a:latin typeface="Microsoft YaHei"/>
                <a:ea typeface="Microsoft YaHei"/>
                <a:cs typeface="Microsoft YaHei"/>
              </a:rPr>
              <a:t>$build-blocky-agents · $create-blocky-blocks · $convert-github-project-to-blocky · $reverse-agent-to-blocky</a:t>
            </a:r>
          </a:p>
        </p:txBody>
      </p:sp>
      <p:sp>
        <p:nvSpPr>
          <p:cNvPr id="30" name="">
            <a:extLst xmlns:a="http://schemas.openxmlformats.org/drawingml/2006/main">
              <a:ext uri="{FF2B5EF4-FFF2-40B4-BE49-F238E27FC236}">
                <a16:creationId xmlns:a16="http://schemas.microsoft.com/office/drawing/2014/main" id="{66E5C844-E2E1-463A-B081-124788438DCC}"/>
              </a:ext>
            </a:extLst>
          </p:cNvPr>
          <p:cNvSpPr>
            <a:spLocks xmlns:a="http://schemas.openxmlformats.org/drawingml/2006/main" noGrp="1"/>
          </p:cNvSpPr>
          <p:nvPr/>
        </p:nvSpPr>
        <p:spPr>
          <a:xfrm xmlns:a="http://schemas.openxmlformats.org/drawingml/2006/main">
            <a:off x="685800" y="6496050"/>
            <a:ext cx="10820400" cy="9525"/>
          </a:xfrm>
          <a:prstGeom xmlns:a="http://schemas.openxmlformats.org/drawingml/2006/main" prst="rect">
            <a:avLst/>
          </a:prstGeom>
          <a:solidFill xmlns:a="http://schemas.openxmlformats.org/drawingml/2006/main">
            <a:srgbClr val="DCE3EC"/>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F98B031E-3513-477C-9387-EAA6713695DE}"/>
              </a:ext>
            </a:extLst>
          </p:cNvPr>
          <p:cNvSpPr>
            <a:spLocks xmlns:a="http://schemas.openxmlformats.org/drawingml/2006/main" noGrp="1"/>
          </p:cNvSpPr>
          <p:nvPr/>
        </p:nvSpPr>
        <p:spPr>
          <a:xfrm xmlns:a="http://schemas.openxmlformats.org/drawingml/2006/main">
            <a:off x="685800" y="6553200"/>
            <a:ext cx="476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975" b="0" i="0">
                <a:solidFill>
                  <a:srgbClr val="98A2B3"/>
                </a:solidFill>
                <a:latin typeface="Microsoft YaHei"/>
                <a:ea typeface="Microsoft YaHei"/>
                <a:cs typeface="Microsoft YaHei"/>
              </a:defRPr>
            </a:pPr>
            <a:r>
              <a:rPr sz="975" b="0" i="0">
                <a:solidFill>
                  <a:srgbClr val="98A2B3"/>
                </a:solidFill>
                <a:latin typeface="Microsoft YaHei"/>
                <a:ea typeface="Microsoft YaHei"/>
                <a:cs typeface="Microsoft YaHei"/>
              </a:rPr>
              <a:t>Blocky Studio · Agent 搭建教育</a:t>
            </a:r>
          </a:p>
        </p:txBody>
      </p:sp>
      <p:sp>
        <p:nvSpPr>
          <p:cNvPr id="32" name="">
            <a:extLst xmlns:a="http://schemas.openxmlformats.org/drawingml/2006/main">
              <a:ext uri="{FF2B5EF4-FFF2-40B4-BE49-F238E27FC236}">
                <a16:creationId xmlns:a16="http://schemas.microsoft.com/office/drawing/2014/main" id="{2396D7D8-64FA-4C92-BE0C-FC36C84792DE}"/>
              </a:ext>
            </a:extLst>
          </p:cNvPr>
          <p:cNvSpPr>
            <a:spLocks xmlns:a="http://schemas.openxmlformats.org/drawingml/2006/main" noGrp="1"/>
          </p:cNvSpPr>
          <p:nvPr/>
        </p:nvSpPr>
        <p:spPr>
          <a:xfrm xmlns:a="http://schemas.openxmlformats.org/drawingml/2006/main">
            <a:off x="10953750" y="6553200"/>
            <a:ext cx="552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975" b="0" i="0">
                <a:solidFill>
                  <a:srgbClr val="98A2B3"/>
                </a:solidFill>
                <a:latin typeface="Microsoft YaHei"/>
                <a:ea typeface="Microsoft YaHei"/>
                <a:cs typeface="Microsoft YaHei"/>
              </a:defRPr>
            </a:pPr>
            <a:r>
              <a:rPr sz="975" b="0" i="0">
                <a:solidFill>
                  <a:srgbClr val="98A2B3"/>
                </a:solidFill>
                <a:latin typeface="Microsoft YaHei"/>
                <a:ea typeface="Microsoft YaHei"/>
                <a:cs typeface="Microsoft YaHei"/>
              </a:rPr>
              <a:t>18</a:t>
            </a:r>
          </a:p>
        </p:txBody>
      </p:sp>
    </p:spTree>
    <p:extLst>
      <p:ext uri="{BB962C8B-B14F-4D97-AF65-F5344CB8AC3E}">
        <p14:creationId xmlns:p14="http://schemas.microsoft.com/office/powerpoint/2010/main" val="850101897"/>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8" name="">
            <a:extLst xmlns:a="http://schemas.openxmlformats.org/drawingml/2006/main">
              <a:ext uri="{FF2B5EF4-FFF2-40B4-BE49-F238E27FC236}">
                <a16:creationId xmlns:a16="http://schemas.microsoft.com/office/drawing/2014/main" id="{EF5900A0-923A-4E1C-846F-F3A5107244EF}"/>
              </a:ext>
            </a:extLst>
          </p:cNvPr>
          <p:cNvSpPr>
            <a:spLocks xmlns:a="http://schemas.openxmlformats.org/drawingml/2006/main" noGrp="1"/>
          </p:cNvSpPr>
          <p:nvPr/>
        </p:nvSpPr>
        <p:spPr>
          <a:xfrm xmlns:a="http://schemas.openxmlformats.org/drawingml/2006/main">
            <a:off x="685800" y="40005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i="0">
                <a:solidFill>
                  <a:srgbClr val="176BFF"/>
                </a:solidFill>
                <a:latin typeface="Microsoft YaHei"/>
                <a:ea typeface="Microsoft YaHei"/>
                <a:cs typeface="Microsoft YaHei"/>
              </a:defRPr>
            </a:pPr>
            <a:r>
              <a:rPr sz="1200" b="1" i="0">
                <a:solidFill>
                  <a:srgbClr val="176BFF"/>
                </a:solidFill>
                <a:latin typeface="Microsoft YaHei"/>
                <a:ea typeface="Microsoft YaHei"/>
                <a:cs typeface="Microsoft YaHei"/>
              </a:rPr>
              <a:t>COMMUNITY · 开放生态</a:t>
            </a:r>
          </a:p>
        </p:txBody>
      </p:sp>
      <p:sp>
        <p:nvSpPr>
          <p:cNvPr id="2" name="">
            <a:extLst xmlns:a="http://schemas.openxmlformats.org/drawingml/2006/main">
              <a:ext uri="{FF2B5EF4-FFF2-40B4-BE49-F238E27FC236}">
                <a16:creationId xmlns:a16="http://schemas.microsoft.com/office/drawing/2014/main" id="{75AB7AA0-9727-4E4C-BBF2-EEFD311E9B4E}"/>
              </a:ext>
            </a:extLst>
          </p:cNvPr>
          <p:cNvSpPr>
            <a:spLocks xmlns:a="http://schemas.openxmlformats.org/drawingml/2006/main" noGrp="1"/>
          </p:cNvSpPr>
          <p:nvPr/>
        </p:nvSpPr>
        <p:spPr>
          <a:xfrm xmlns:a="http://schemas.openxmlformats.org/drawingml/2006/main">
            <a:off x="685800" y="742950"/>
            <a:ext cx="108204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3150" b="1" i="0">
                <a:solidFill>
                  <a:srgbClr val="111827"/>
                </a:solidFill>
                <a:latin typeface="Microsoft YaHei"/>
                <a:ea typeface="Microsoft YaHei"/>
                <a:cs typeface="Microsoft YaHei"/>
              </a:defRPr>
            </a:pPr>
            <a:r>
              <a:rPr sz="2850" b="1" i="0">
                <a:solidFill>
                  <a:srgbClr val="111827"/>
                </a:solidFill>
                <a:latin typeface="Microsoft YaHei"/>
                <a:ea typeface="Microsoft YaHei"/>
                <a:cs typeface="Microsoft YaHei"/>
              </a:rPr>
              <a:t>社区分发的是可审查能力，不是不可见的黑盒</a:t>
            </a:r>
          </a:p>
        </p:txBody>
      </p:sp>
      <p:sp>
        <p:nvSpPr>
          <p:cNvPr id="3" name="">
            <a:extLst xmlns:a="http://schemas.openxmlformats.org/drawingml/2006/main">
              <a:ext uri="{FF2B5EF4-FFF2-40B4-BE49-F238E27FC236}">
                <a16:creationId xmlns:a16="http://schemas.microsoft.com/office/drawing/2014/main" id="{37B59B95-7AD1-45F7-BF1A-D167D669074D}"/>
              </a:ext>
            </a:extLst>
          </p:cNvPr>
          <p:cNvSpPr>
            <a:spLocks xmlns:a="http://schemas.openxmlformats.org/drawingml/2006/main" noGrp="1"/>
          </p:cNvSpPr>
          <p:nvPr/>
        </p:nvSpPr>
        <p:spPr>
          <a:xfrm xmlns:a="http://schemas.openxmlformats.org/drawingml/2006/main">
            <a:off x="685800" y="1381125"/>
            <a:ext cx="10820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425" b="0" i="0">
                <a:solidFill>
                  <a:srgbClr val="64748B"/>
                </a:solidFill>
                <a:latin typeface="Microsoft YaHei"/>
                <a:ea typeface="Microsoft YaHei"/>
                <a:cs typeface="Microsoft YaHei"/>
              </a:defRPr>
            </a:pPr>
            <a:r>
              <a:rPr sz="1425" b="0" i="0">
                <a:solidFill>
                  <a:srgbClr val="667085"/>
                </a:solidFill>
                <a:latin typeface="Microsoft YaHei"/>
                <a:ea typeface="Microsoft YaHei"/>
                <a:cs typeface="Microsoft YaHei"/>
              </a:rPr>
              <a:t>纯模板、组合积木、代码扩展与原生兼容包分型；安装与更新都展示来源、许可、权限、依赖和差异。</a:t>
            </a:r>
          </a:p>
        </p:txBody>
      </p:sp>
      <p:sp>
        <p:nvSpPr>
          <p:cNvPr id="4" name="">
            <a:extLst xmlns:a="http://schemas.openxmlformats.org/drawingml/2006/main">
              <a:ext uri="{FF2B5EF4-FFF2-40B4-BE49-F238E27FC236}">
                <a16:creationId xmlns:a16="http://schemas.microsoft.com/office/drawing/2014/main" id="{B9CFA51A-88FD-4410-B098-83E927B78C40}"/>
              </a:ext>
            </a:extLst>
          </p:cNvPr>
          <p:cNvSpPr>
            <a:spLocks xmlns:a="http://schemas.openxmlformats.org/drawingml/2006/main" noGrp="1"/>
          </p:cNvSpPr>
          <p:nvPr/>
        </p:nvSpPr>
        <p:spPr>
          <a:xfrm xmlns:a="http://schemas.openxmlformats.org/drawingml/2006/main">
            <a:off x="685800" y="1924050"/>
            <a:ext cx="6572250" cy="3790950"/>
          </a:xfrm>
          <a:prstGeom xmlns:a="http://schemas.openxmlformats.org/drawingml/2006/main" prst="roundRect">
            <a:avLst>
              <a:gd name="adj" fmla="val 5528"/>
            </a:avLst>
          </a:prstGeom>
          <a:solidFill xmlns:a="http://schemas.openxmlformats.org/drawingml/2006/main">
            <a:srgbClr val="0B122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E261A894-4ED3-4098-A787-A216B85C609B}"/>
              </a:ext>
            </a:extLst>
          </p:cNvPr>
          <p:cNvSpPr>
            <a:spLocks xmlns:a="http://schemas.openxmlformats.org/drawingml/2006/main" noGrp="1"/>
          </p:cNvSpPr>
          <p:nvPr/>
        </p:nvSpPr>
        <p:spPr>
          <a:xfrm xmlns:a="http://schemas.openxmlformats.org/drawingml/2006/main">
            <a:off x="971550" y="5162550"/>
            <a:ext cx="2419350" cy="323850"/>
          </a:xfrm>
          <a:prstGeom xmlns:a="http://schemas.openxmlformats.org/drawingml/2006/main" prst="roundRect">
            <a:avLst>
              <a:gd name="adj" fmla="val 50000"/>
            </a:avLst>
          </a:prstGeom>
          <a:solidFill xmlns:a="http://schemas.openxmlformats.org/drawingml/2006/main">
            <a:srgbClr val="0B1220"/>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89E048C9-2F90-43B2-9A6E-237B4222655B}"/>
              </a:ext>
            </a:extLst>
          </p:cNvPr>
          <p:cNvSpPr>
            <a:spLocks xmlns:a="http://schemas.openxmlformats.org/drawingml/2006/main" noGrp="1"/>
          </p:cNvSpPr>
          <p:nvPr/>
        </p:nvSpPr>
        <p:spPr>
          <a:xfrm xmlns:a="http://schemas.openxmlformats.org/drawingml/2006/main">
            <a:off x="1066800" y="5229225"/>
            <a:ext cx="22288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83875"/>
          </a:bodyPr>
          <a:lstStyle xmlns:a="http://schemas.openxmlformats.org/drawingml/2006/main"/>
          <a:p xmlns:a="http://schemas.openxmlformats.org/drawingml/2006/main">
            <a:pPr algn="ctr">
              <a:buNone/>
              <a:defRPr sz="1050" b="1" i="0">
                <a:solidFill>
                  <a:srgbClr val="FFFFFF"/>
                </a:solidFill>
                <a:latin typeface="Microsoft YaHei"/>
                <a:ea typeface="Microsoft YaHei"/>
                <a:cs typeface="Microsoft YaHei"/>
              </a:defRPr>
            </a:pPr>
            <a:r>
              <a:rPr sz="1050" b="1" i="0">
                <a:solidFill>
                  <a:srgbClr val="FFFFFF"/>
                </a:solidFill>
                <a:latin typeface="Microsoft YaHei"/>
                <a:ea typeface="Microsoft YaHei"/>
                <a:cs typeface="Microsoft YaHei"/>
              </a:rPr>
              <a:t>概念示意 · 来源、权限、版本与签名分层可见</a:t>
            </a:r>
          </a:p>
        </p:txBody>
      </p:sp>
      <p:sp>
        <p:nvSpPr>
          <p:cNvPr id="8" name="">
            <a:extLst xmlns:a="http://schemas.openxmlformats.org/drawingml/2006/main">
              <a:ext uri="{FF2B5EF4-FFF2-40B4-BE49-F238E27FC236}">
                <a16:creationId xmlns:a16="http://schemas.microsoft.com/office/drawing/2014/main" id="{155A2940-0D37-4B5C-88BF-0A81177F04BB}"/>
              </a:ext>
            </a:extLst>
          </p:cNvPr>
          <p:cNvSpPr>
            <a:spLocks xmlns:a="http://schemas.openxmlformats.org/drawingml/2006/main" noGrp="1"/>
          </p:cNvSpPr>
          <p:nvPr/>
        </p:nvSpPr>
        <p:spPr>
          <a:xfrm xmlns:a="http://schemas.openxmlformats.org/drawingml/2006/main">
            <a:off x="7734300" y="1962150"/>
            <a:ext cx="3238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875" b="1" i="0">
                <a:solidFill>
                  <a:srgbClr val="111827"/>
                </a:solidFill>
                <a:latin typeface="Microsoft YaHei"/>
                <a:ea typeface="Microsoft YaHei"/>
                <a:cs typeface="Microsoft YaHei"/>
              </a:defRPr>
            </a:pPr>
            <a:r>
              <a:rPr sz="1875" b="1" i="0">
                <a:solidFill>
                  <a:srgbClr val="111827"/>
                </a:solidFill>
                <a:latin typeface="Microsoft YaHei"/>
                <a:ea typeface="Microsoft YaHei"/>
                <a:cs typeface="Microsoft YaHei"/>
              </a:rPr>
              <a:t>四类对象 + 三道治理</a:t>
            </a:r>
          </a:p>
        </p:txBody>
      </p:sp>
      <p:sp>
        <p:nvSpPr>
          <p:cNvPr id="9" name="">
            <a:extLst xmlns:a="http://schemas.openxmlformats.org/drawingml/2006/main">
              <a:ext uri="{FF2B5EF4-FFF2-40B4-BE49-F238E27FC236}">
                <a16:creationId xmlns:a16="http://schemas.microsoft.com/office/drawing/2014/main" id="{0620E0F9-1BA2-45FA-A5DC-B1170BEE77DB}"/>
              </a:ext>
            </a:extLst>
          </p:cNvPr>
          <p:cNvSpPr>
            <a:spLocks xmlns:a="http://schemas.openxmlformats.org/drawingml/2006/main" noGrp="1"/>
          </p:cNvSpPr>
          <p:nvPr/>
        </p:nvSpPr>
        <p:spPr>
          <a:xfrm xmlns:a="http://schemas.openxmlformats.org/drawingml/2006/main">
            <a:off x="7734300" y="2514600"/>
            <a:ext cx="1466850" cy="457200"/>
          </a:xfrm>
          <a:prstGeom xmlns:a="http://schemas.openxmlformats.org/drawingml/2006/main" prst="roundRect">
            <a:avLst>
              <a:gd name="adj" fmla="val 29167"/>
            </a:avLst>
          </a:prstGeom>
          <a:solidFill xmlns:a="http://schemas.openxmlformats.org/drawingml/2006/main">
            <a:srgbClr val="F4F7FB"/>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FB6DA326-0AB4-44AA-B072-DC5B94BDB2DF}"/>
              </a:ext>
            </a:extLst>
          </p:cNvPr>
          <p:cNvSpPr>
            <a:spLocks xmlns:a="http://schemas.openxmlformats.org/drawingml/2006/main" noGrp="1"/>
          </p:cNvSpPr>
          <p:nvPr/>
        </p:nvSpPr>
        <p:spPr>
          <a:xfrm xmlns:a="http://schemas.openxmlformats.org/drawingml/2006/main">
            <a:off x="7848600" y="2638425"/>
            <a:ext cx="1238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1" i="0">
                <a:solidFill>
                  <a:srgbClr val="111827"/>
                </a:solidFill>
                <a:latin typeface="Microsoft YaHei"/>
                <a:ea typeface="Microsoft YaHei"/>
                <a:cs typeface="Microsoft YaHei"/>
              </a:defRPr>
            </a:pPr>
            <a:r>
              <a:rPr sz="1350" b="1" i="0">
                <a:solidFill>
                  <a:srgbClr val="111827"/>
                </a:solidFill>
                <a:latin typeface="Microsoft YaHei"/>
                <a:ea typeface="Microsoft YaHei"/>
                <a:cs typeface="Microsoft YaHei"/>
              </a:rPr>
              <a:t>纯模板</a:t>
            </a:r>
          </a:p>
        </p:txBody>
      </p:sp>
      <p:sp>
        <p:nvSpPr>
          <p:cNvPr id="11" name="">
            <a:extLst xmlns:a="http://schemas.openxmlformats.org/drawingml/2006/main">
              <a:ext uri="{FF2B5EF4-FFF2-40B4-BE49-F238E27FC236}">
                <a16:creationId xmlns:a16="http://schemas.microsoft.com/office/drawing/2014/main" id="{F74AD1FB-B3C4-4112-B08A-E37E65537F63}"/>
              </a:ext>
            </a:extLst>
          </p:cNvPr>
          <p:cNvSpPr>
            <a:spLocks xmlns:a="http://schemas.openxmlformats.org/drawingml/2006/main" noGrp="1"/>
          </p:cNvSpPr>
          <p:nvPr/>
        </p:nvSpPr>
        <p:spPr>
          <a:xfrm xmlns:a="http://schemas.openxmlformats.org/drawingml/2006/main">
            <a:off x="9410700" y="2514600"/>
            <a:ext cx="1466850" cy="457200"/>
          </a:xfrm>
          <a:prstGeom xmlns:a="http://schemas.openxmlformats.org/drawingml/2006/main" prst="roundRect">
            <a:avLst>
              <a:gd name="adj" fmla="val 29167"/>
            </a:avLst>
          </a:prstGeom>
          <a:solidFill xmlns:a="http://schemas.openxmlformats.org/drawingml/2006/main">
            <a:srgbClr val="F4F7FB"/>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8B8B38E6-C18D-4E35-B6A5-8AA91FDE5CB1}"/>
              </a:ext>
            </a:extLst>
          </p:cNvPr>
          <p:cNvSpPr>
            <a:spLocks xmlns:a="http://schemas.openxmlformats.org/drawingml/2006/main" noGrp="1"/>
          </p:cNvSpPr>
          <p:nvPr/>
        </p:nvSpPr>
        <p:spPr>
          <a:xfrm xmlns:a="http://schemas.openxmlformats.org/drawingml/2006/main">
            <a:off x="9525000" y="2638425"/>
            <a:ext cx="1238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1" i="0">
                <a:solidFill>
                  <a:srgbClr val="111827"/>
                </a:solidFill>
                <a:latin typeface="Microsoft YaHei"/>
                <a:ea typeface="Microsoft YaHei"/>
                <a:cs typeface="Microsoft YaHei"/>
              </a:defRPr>
            </a:pPr>
            <a:r>
              <a:rPr sz="1350" b="1" i="0">
                <a:solidFill>
                  <a:srgbClr val="111827"/>
                </a:solidFill>
                <a:latin typeface="Microsoft YaHei"/>
                <a:ea typeface="Microsoft YaHei"/>
                <a:cs typeface="Microsoft YaHei"/>
              </a:rPr>
              <a:t>组合积木</a:t>
            </a:r>
          </a:p>
        </p:txBody>
      </p:sp>
      <p:sp>
        <p:nvSpPr>
          <p:cNvPr id="13" name="">
            <a:extLst xmlns:a="http://schemas.openxmlformats.org/drawingml/2006/main">
              <a:ext uri="{FF2B5EF4-FFF2-40B4-BE49-F238E27FC236}">
                <a16:creationId xmlns:a16="http://schemas.microsoft.com/office/drawing/2014/main" id="{BE7209BE-AF05-4C3A-938C-A41B2F8E1AB8}"/>
              </a:ext>
            </a:extLst>
          </p:cNvPr>
          <p:cNvSpPr>
            <a:spLocks xmlns:a="http://schemas.openxmlformats.org/drawingml/2006/main" noGrp="1"/>
          </p:cNvSpPr>
          <p:nvPr/>
        </p:nvSpPr>
        <p:spPr>
          <a:xfrm xmlns:a="http://schemas.openxmlformats.org/drawingml/2006/main">
            <a:off x="7734300" y="3143250"/>
            <a:ext cx="1466850" cy="457200"/>
          </a:xfrm>
          <a:prstGeom xmlns:a="http://schemas.openxmlformats.org/drawingml/2006/main" prst="roundRect">
            <a:avLst>
              <a:gd name="adj" fmla="val 29167"/>
            </a:avLst>
          </a:prstGeom>
          <a:solidFill xmlns:a="http://schemas.openxmlformats.org/drawingml/2006/main">
            <a:srgbClr val="F4F7FB"/>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0DF6BB91-EC5F-4ABB-B3A5-5DF4EABB1CF9}"/>
              </a:ext>
            </a:extLst>
          </p:cNvPr>
          <p:cNvSpPr>
            <a:spLocks xmlns:a="http://schemas.openxmlformats.org/drawingml/2006/main" noGrp="1"/>
          </p:cNvSpPr>
          <p:nvPr/>
        </p:nvSpPr>
        <p:spPr>
          <a:xfrm xmlns:a="http://schemas.openxmlformats.org/drawingml/2006/main">
            <a:off x="7848600" y="3267075"/>
            <a:ext cx="1238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1" i="0">
                <a:solidFill>
                  <a:srgbClr val="111827"/>
                </a:solidFill>
                <a:latin typeface="Microsoft YaHei"/>
                <a:ea typeface="Microsoft YaHei"/>
                <a:cs typeface="Microsoft YaHei"/>
              </a:defRPr>
            </a:pPr>
            <a:r>
              <a:rPr sz="1350" b="1" i="0">
                <a:solidFill>
                  <a:srgbClr val="111827"/>
                </a:solidFill>
                <a:latin typeface="Microsoft YaHei"/>
                <a:ea typeface="Microsoft YaHei"/>
                <a:cs typeface="Microsoft YaHei"/>
              </a:rPr>
              <a:t>代码扩展</a:t>
            </a:r>
          </a:p>
        </p:txBody>
      </p:sp>
      <p:sp>
        <p:nvSpPr>
          <p:cNvPr id="15" name="">
            <a:extLst xmlns:a="http://schemas.openxmlformats.org/drawingml/2006/main">
              <a:ext uri="{FF2B5EF4-FFF2-40B4-BE49-F238E27FC236}">
                <a16:creationId xmlns:a16="http://schemas.microsoft.com/office/drawing/2014/main" id="{634DC32F-04E8-4D1B-A6E1-CB7BAC03A0EB}"/>
              </a:ext>
            </a:extLst>
          </p:cNvPr>
          <p:cNvSpPr>
            <a:spLocks xmlns:a="http://schemas.openxmlformats.org/drawingml/2006/main" noGrp="1"/>
          </p:cNvSpPr>
          <p:nvPr/>
        </p:nvSpPr>
        <p:spPr>
          <a:xfrm xmlns:a="http://schemas.openxmlformats.org/drawingml/2006/main">
            <a:off x="9410700" y="3143250"/>
            <a:ext cx="1466850" cy="457200"/>
          </a:xfrm>
          <a:prstGeom xmlns:a="http://schemas.openxmlformats.org/drawingml/2006/main" prst="roundRect">
            <a:avLst>
              <a:gd name="adj" fmla="val 29167"/>
            </a:avLst>
          </a:prstGeom>
          <a:solidFill xmlns:a="http://schemas.openxmlformats.org/drawingml/2006/main">
            <a:srgbClr val="F4F7FB"/>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2F2E0D15-2836-4F23-99A8-0A64734DDA40}"/>
              </a:ext>
            </a:extLst>
          </p:cNvPr>
          <p:cNvSpPr>
            <a:spLocks xmlns:a="http://schemas.openxmlformats.org/drawingml/2006/main" noGrp="1"/>
          </p:cNvSpPr>
          <p:nvPr/>
        </p:nvSpPr>
        <p:spPr>
          <a:xfrm xmlns:a="http://schemas.openxmlformats.org/drawingml/2006/main">
            <a:off x="9525000" y="3267075"/>
            <a:ext cx="1238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1" i="0">
                <a:solidFill>
                  <a:srgbClr val="111827"/>
                </a:solidFill>
                <a:latin typeface="Microsoft YaHei"/>
                <a:ea typeface="Microsoft YaHei"/>
                <a:cs typeface="Microsoft YaHei"/>
              </a:defRPr>
            </a:pPr>
            <a:r>
              <a:rPr sz="1350" b="1" i="0">
                <a:solidFill>
                  <a:srgbClr val="111827"/>
                </a:solidFill>
                <a:latin typeface="Microsoft YaHei"/>
                <a:ea typeface="Microsoft YaHei"/>
                <a:cs typeface="Microsoft YaHei"/>
              </a:rPr>
              <a:t>兼容包</a:t>
            </a:r>
          </a:p>
        </p:txBody>
      </p:sp>
      <p:sp>
        <p:nvSpPr>
          <p:cNvPr id="17" name="">
            <a:extLst xmlns:a="http://schemas.openxmlformats.org/drawingml/2006/main">
              <a:ext uri="{FF2B5EF4-FFF2-40B4-BE49-F238E27FC236}">
                <a16:creationId xmlns:a16="http://schemas.microsoft.com/office/drawing/2014/main" id="{F7666679-9916-4127-93CF-54C50FC49DEA}"/>
              </a:ext>
            </a:extLst>
          </p:cNvPr>
          <p:cNvSpPr>
            <a:spLocks xmlns:a="http://schemas.openxmlformats.org/drawingml/2006/main" noGrp="1"/>
          </p:cNvSpPr>
          <p:nvPr/>
        </p:nvSpPr>
        <p:spPr>
          <a:xfrm xmlns:a="http://schemas.openxmlformats.org/drawingml/2006/main">
            <a:off x="7734300" y="3771900"/>
            <a:ext cx="1466850" cy="457200"/>
          </a:xfrm>
          <a:prstGeom xmlns:a="http://schemas.openxmlformats.org/drawingml/2006/main" prst="roundRect">
            <a:avLst>
              <a:gd name="adj" fmla="val 29167"/>
            </a:avLst>
          </a:prstGeom>
          <a:solidFill xmlns:a="http://schemas.openxmlformats.org/drawingml/2006/main">
            <a:srgbClr val="F4F7FB"/>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0E51C3D2-2DDE-40D5-91FD-9B30DF022013}"/>
              </a:ext>
            </a:extLst>
          </p:cNvPr>
          <p:cNvSpPr>
            <a:spLocks xmlns:a="http://schemas.openxmlformats.org/drawingml/2006/main" noGrp="1"/>
          </p:cNvSpPr>
          <p:nvPr/>
        </p:nvSpPr>
        <p:spPr>
          <a:xfrm xmlns:a="http://schemas.openxmlformats.org/drawingml/2006/main">
            <a:off x="7848600" y="3895725"/>
            <a:ext cx="1238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1" i="0">
                <a:solidFill>
                  <a:srgbClr val="111827"/>
                </a:solidFill>
                <a:latin typeface="Microsoft YaHei"/>
                <a:ea typeface="Microsoft YaHei"/>
                <a:cs typeface="Microsoft YaHei"/>
              </a:defRPr>
            </a:pPr>
            <a:r>
              <a:rPr sz="1350" b="1" i="0">
                <a:solidFill>
                  <a:srgbClr val="111827"/>
                </a:solidFill>
                <a:latin typeface="Microsoft YaHei"/>
                <a:ea typeface="Microsoft YaHei"/>
                <a:cs typeface="Microsoft YaHei"/>
              </a:rPr>
              <a:t>版本锁</a:t>
            </a:r>
          </a:p>
        </p:txBody>
      </p:sp>
      <p:sp>
        <p:nvSpPr>
          <p:cNvPr id="19" name="">
            <a:extLst xmlns:a="http://schemas.openxmlformats.org/drawingml/2006/main">
              <a:ext uri="{FF2B5EF4-FFF2-40B4-BE49-F238E27FC236}">
                <a16:creationId xmlns:a16="http://schemas.microsoft.com/office/drawing/2014/main" id="{8BDD0FF4-49F3-46E6-958D-DE773733879A}"/>
              </a:ext>
            </a:extLst>
          </p:cNvPr>
          <p:cNvSpPr>
            <a:spLocks xmlns:a="http://schemas.openxmlformats.org/drawingml/2006/main" noGrp="1"/>
          </p:cNvSpPr>
          <p:nvPr/>
        </p:nvSpPr>
        <p:spPr>
          <a:xfrm xmlns:a="http://schemas.openxmlformats.org/drawingml/2006/main">
            <a:off x="9410700" y="3771900"/>
            <a:ext cx="1466850" cy="457200"/>
          </a:xfrm>
          <a:prstGeom xmlns:a="http://schemas.openxmlformats.org/drawingml/2006/main" prst="roundRect">
            <a:avLst>
              <a:gd name="adj" fmla="val 29167"/>
            </a:avLst>
          </a:prstGeom>
          <a:solidFill xmlns:a="http://schemas.openxmlformats.org/drawingml/2006/main">
            <a:srgbClr val="F4F7FB"/>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E1D576F6-9BD2-41A0-8E5B-F4513EA728BD}"/>
              </a:ext>
            </a:extLst>
          </p:cNvPr>
          <p:cNvSpPr>
            <a:spLocks xmlns:a="http://schemas.openxmlformats.org/drawingml/2006/main" noGrp="1"/>
          </p:cNvSpPr>
          <p:nvPr/>
        </p:nvSpPr>
        <p:spPr>
          <a:xfrm xmlns:a="http://schemas.openxmlformats.org/drawingml/2006/main">
            <a:off x="9525000" y="3895725"/>
            <a:ext cx="1238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1" i="0">
                <a:solidFill>
                  <a:srgbClr val="111827"/>
                </a:solidFill>
                <a:latin typeface="Microsoft YaHei"/>
                <a:ea typeface="Microsoft YaHei"/>
                <a:cs typeface="Microsoft YaHei"/>
              </a:defRPr>
            </a:pPr>
            <a:r>
              <a:rPr sz="1350" b="1" i="0">
                <a:solidFill>
                  <a:srgbClr val="111827"/>
                </a:solidFill>
                <a:latin typeface="Microsoft YaHei"/>
                <a:ea typeface="Microsoft YaHei"/>
                <a:cs typeface="Microsoft YaHei"/>
              </a:rPr>
              <a:t>权限审查</a:t>
            </a:r>
          </a:p>
        </p:txBody>
      </p:sp>
      <p:sp>
        <p:nvSpPr>
          <p:cNvPr id="21" name="">
            <a:extLst xmlns:a="http://schemas.openxmlformats.org/drawingml/2006/main">
              <a:ext uri="{FF2B5EF4-FFF2-40B4-BE49-F238E27FC236}">
                <a16:creationId xmlns:a16="http://schemas.microsoft.com/office/drawing/2014/main" id="{2F5A1C88-A08D-4D68-8ED0-EF46CECCF404}"/>
              </a:ext>
            </a:extLst>
          </p:cNvPr>
          <p:cNvSpPr>
            <a:spLocks xmlns:a="http://schemas.openxmlformats.org/drawingml/2006/main" noGrp="1"/>
          </p:cNvSpPr>
          <p:nvPr/>
        </p:nvSpPr>
        <p:spPr>
          <a:xfrm xmlns:a="http://schemas.openxmlformats.org/drawingml/2006/main">
            <a:off x="7734300" y="4400550"/>
            <a:ext cx="1466850" cy="457200"/>
          </a:xfrm>
          <a:prstGeom xmlns:a="http://schemas.openxmlformats.org/drawingml/2006/main" prst="roundRect">
            <a:avLst>
              <a:gd name="adj" fmla="val 29167"/>
            </a:avLst>
          </a:prstGeom>
          <a:solidFill xmlns:a="http://schemas.openxmlformats.org/drawingml/2006/main">
            <a:srgbClr val="F4F7FB"/>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5B89A2F2-3DD2-4C06-A9F0-228B03F4ED01}"/>
              </a:ext>
            </a:extLst>
          </p:cNvPr>
          <p:cNvSpPr>
            <a:spLocks xmlns:a="http://schemas.openxmlformats.org/drawingml/2006/main" noGrp="1"/>
          </p:cNvSpPr>
          <p:nvPr/>
        </p:nvSpPr>
        <p:spPr>
          <a:xfrm xmlns:a="http://schemas.openxmlformats.org/drawingml/2006/main">
            <a:off x="7848600" y="4524375"/>
            <a:ext cx="1238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1" i="0">
                <a:solidFill>
                  <a:srgbClr val="FFFFFF"/>
                </a:solidFill>
                <a:latin typeface="Microsoft YaHei"/>
                <a:ea typeface="Microsoft YaHei"/>
                <a:cs typeface="Microsoft YaHei"/>
              </a:defRPr>
            </a:pPr>
            <a:r>
              <a:rPr sz="1350" b="1" i="0">
                <a:solidFill>
                  <a:srgbClr val="111827"/>
                </a:solidFill>
                <a:latin typeface="Microsoft YaHei"/>
                <a:ea typeface="Microsoft YaHei"/>
                <a:cs typeface="Microsoft YaHei"/>
              </a:rPr>
              <a:t>签名撤回</a:t>
            </a:r>
          </a:p>
        </p:txBody>
      </p:sp>
      <p:sp>
        <p:nvSpPr>
          <p:cNvPr id="23" name="">
            <a:extLst xmlns:a="http://schemas.openxmlformats.org/drawingml/2006/main">
              <a:ext uri="{FF2B5EF4-FFF2-40B4-BE49-F238E27FC236}">
                <a16:creationId xmlns:a16="http://schemas.microsoft.com/office/drawing/2014/main" id="{9C33F627-823A-489F-94C4-FC9D9CE71389}"/>
              </a:ext>
            </a:extLst>
          </p:cNvPr>
          <p:cNvSpPr>
            <a:spLocks xmlns:a="http://schemas.openxmlformats.org/drawingml/2006/main" noGrp="1"/>
          </p:cNvSpPr>
          <p:nvPr/>
        </p:nvSpPr>
        <p:spPr>
          <a:xfrm xmlns:a="http://schemas.openxmlformats.org/drawingml/2006/main">
            <a:off x="7734300" y="5200650"/>
            <a:ext cx="3238500" cy="514350"/>
          </a:xfrm>
          <a:prstGeom xmlns:a="http://schemas.openxmlformats.org/drawingml/2006/main" prst="roundRect">
            <a:avLst>
              <a:gd name="adj" fmla="val 25926"/>
            </a:avLst>
          </a:prstGeom>
          <a:solidFill xmlns:a="http://schemas.openxmlformats.org/drawingml/2006/main">
            <a:srgbClr val="EAF2FF"/>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906272D5-C6B4-478C-9CFF-B9CFF8A839B0}"/>
              </a:ext>
            </a:extLst>
          </p:cNvPr>
          <p:cNvSpPr>
            <a:spLocks xmlns:a="http://schemas.openxmlformats.org/drawingml/2006/main" noGrp="1"/>
          </p:cNvSpPr>
          <p:nvPr/>
        </p:nvSpPr>
        <p:spPr>
          <a:xfrm xmlns:a="http://schemas.openxmlformats.org/drawingml/2006/main">
            <a:off x="7867650" y="5229225"/>
            <a:ext cx="29718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050" b="1" i="0">
                <a:solidFill>
                  <a:srgbClr val="111827"/>
                </a:solidFill>
                <a:latin typeface="Microsoft YaHei"/>
                <a:ea typeface="Microsoft YaHei"/>
                <a:cs typeface="Microsoft YaHei"/>
              </a:defRPr>
            </a:pPr>
            <a:r>
              <a:rPr sz="1125" b="1" i="0">
                <a:solidFill>
                  <a:srgbClr val="111827"/>
                </a:solidFill>
                <a:latin typeface="Microsoft YaHei"/>
                <a:ea typeface="Microsoft YaHei"/>
                <a:cs typeface="Microsoft YaHei"/>
              </a:rPr>
              <a:t>统一 Agent 项目格式</a:t>
            </a:r>
          </a:p>
          <a:p xmlns:a="http://schemas.openxmlformats.org/drawingml/2006/main">
            <a:pPr algn="ctr">
              <a:buNone/>
              <a:defRPr sz="1050" b="1" i="0">
                <a:solidFill>
                  <a:srgbClr val="111827"/>
                </a:solidFill>
                <a:latin typeface="Microsoft YaHei"/>
                <a:ea typeface="Microsoft YaHei"/>
                <a:cs typeface="Microsoft YaHei"/>
              </a:defRPr>
            </a:pPr>
            <a:r>
              <a:rPr sz="1125" b="1" i="0">
                <a:solidFill>
                  <a:srgbClr val="111827"/>
                </a:solidFill>
                <a:latin typeface="Microsoft YaHei"/>
                <a:ea typeface="Microsoft YaHei"/>
                <a:cs typeface="Microsoft YaHei"/>
              </a:rPr>
              <a:t>共享 IR、运行内核、轨迹与权限模型</a:t>
            </a:r>
          </a:p>
        </p:txBody>
      </p:sp>
      <p:sp>
        <p:nvSpPr>
          <p:cNvPr id="25" name="">
            <a:extLst xmlns:a="http://schemas.openxmlformats.org/drawingml/2006/main">
              <a:ext uri="{FF2B5EF4-FFF2-40B4-BE49-F238E27FC236}">
                <a16:creationId xmlns:a16="http://schemas.microsoft.com/office/drawing/2014/main" id="{B9A25289-91C1-4471-8AA3-88C75A96652B}"/>
              </a:ext>
            </a:extLst>
          </p:cNvPr>
          <p:cNvSpPr>
            <a:spLocks xmlns:a="http://schemas.openxmlformats.org/drawingml/2006/main" noGrp="1"/>
          </p:cNvSpPr>
          <p:nvPr/>
        </p:nvSpPr>
        <p:spPr>
          <a:xfrm xmlns:a="http://schemas.openxmlformats.org/drawingml/2006/main">
            <a:off x="685800" y="6496050"/>
            <a:ext cx="10820400" cy="9525"/>
          </a:xfrm>
          <a:prstGeom xmlns:a="http://schemas.openxmlformats.org/drawingml/2006/main" prst="rect">
            <a:avLst/>
          </a:prstGeom>
          <a:solidFill xmlns:a="http://schemas.openxmlformats.org/drawingml/2006/main">
            <a:srgbClr val="DCE3EC"/>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2B7B57DB-12D0-452A-88EA-454AE1E72B99}"/>
              </a:ext>
            </a:extLst>
          </p:cNvPr>
          <p:cNvSpPr>
            <a:spLocks xmlns:a="http://schemas.openxmlformats.org/drawingml/2006/main" noGrp="1"/>
          </p:cNvSpPr>
          <p:nvPr/>
        </p:nvSpPr>
        <p:spPr>
          <a:xfrm xmlns:a="http://schemas.openxmlformats.org/drawingml/2006/main">
            <a:off x="685800" y="6553200"/>
            <a:ext cx="476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975" b="0" i="0">
                <a:solidFill>
                  <a:srgbClr val="98A2B3"/>
                </a:solidFill>
                <a:latin typeface="Microsoft YaHei"/>
                <a:ea typeface="Microsoft YaHei"/>
                <a:cs typeface="Microsoft YaHei"/>
              </a:defRPr>
            </a:pPr>
            <a:r>
              <a:rPr sz="975" b="0" i="0">
                <a:solidFill>
                  <a:srgbClr val="98A2B3"/>
                </a:solidFill>
                <a:latin typeface="Microsoft YaHei"/>
                <a:ea typeface="Microsoft YaHei"/>
                <a:cs typeface="Microsoft YaHei"/>
              </a:rPr>
              <a:t>Blocky Studio · Agent 搭建教育</a:t>
            </a:r>
          </a:p>
        </p:txBody>
      </p:sp>
      <p:sp>
        <p:nvSpPr>
          <p:cNvPr id="27" name="">
            <a:extLst xmlns:a="http://schemas.openxmlformats.org/drawingml/2006/main">
              <a:ext uri="{FF2B5EF4-FFF2-40B4-BE49-F238E27FC236}">
                <a16:creationId xmlns:a16="http://schemas.microsoft.com/office/drawing/2014/main" id="{B99F2206-526C-4EC7-9D06-DFA927D68B68}"/>
              </a:ext>
            </a:extLst>
          </p:cNvPr>
          <p:cNvSpPr>
            <a:spLocks xmlns:a="http://schemas.openxmlformats.org/drawingml/2006/main" noGrp="1"/>
          </p:cNvSpPr>
          <p:nvPr/>
        </p:nvSpPr>
        <p:spPr>
          <a:xfrm xmlns:a="http://schemas.openxmlformats.org/drawingml/2006/main">
            <a:off x="10953750" y="6553200"/>
            <a:ext cx="552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975" b="0" i="0">
                <a:solidFill>
                  <a:srgbClr val="98A2B3"/>
                </a:solidFill>
                <a:latin typeface="Microsoft YaHei"/>
                <a:ea typeface="Microsoft YaHei"/>
                <a:cs typeface="Microsoft YaHei"/>
              </a:defRPr>
            </a:pPr>
            <a:r>
              <a:rPr sz="975" b="0" i="0">
                <a:solidFill>
                  <a:srgbClr val="98A2B3"/>
                </a:solidFill>
                <a:latin typeface="Microsoft YaHei"/>
                <a:ea typeface="Microsoft YaHei"/>
                <a:cs typeface="Microsoft YaHei"/>
              </a:rPr>
              <a:t>19</a:t>
            </a:r>
          </a:p>
        </p:txBody>
      </p:sp>
      <p:pic>
        <p:nvPicPr>
          <p:cNvPr id="56" name=""/>
          <p:cNvPicPr>
            <a:picLocks xmlns:a="http://schemas.openxmlformats.org/drawingml/2006/main" noChangeAspect="1"/>
          </p:cNvPicPr>
          <p:nvPr/>
        </p:nvPicPr>
        <p:blipFill>
          <a:blip xmlns:r="http://schemas.openxmlformats.org/officeDocument/2006/relationships" xmlns:a="http://schemas.openxmlformats.org/drawingml/2006/main" r:embed="R7a2ae5dd4be04e98"/>
          <a:srcRect xmlns:a="http://schemas.openxmlformats.org/drawingml/2006/main" l="0" t="2671" r="0" b="2671"/>
          <a:stretch xmlns:a="http://schemas.openxmlformats.org/drawingml/2006/main"/>
        </p:blipFill>
        <p:spPr>
          <a:xfrm xmlns:a="http://schemas.openxmlformats.org/drawingml/2006/main" flipH="0" flipV="0">
            <a:off x="819150" y="2076450"/>
            <a:ext cx="6305550" cy="3086100"/>
          </a:xfrm>
          <a:prstGeom xmlns:a="http://schemas.openxmlformats.org/drawingml/2006/main" prst="roundRect">
            <a:avLst/>
          </a:prstGeom>
        </p:spPr>
      </p:pic>
    </p:spTree>
    <p:extLst>
      <p:ext uri="{BB962C8B-B14F-4D97-AF65-F5344CB8AC3E}">
        <p14:creationId xmlns:p14="http://schemas.microsoft.com/office/powerpoint/2010/main" val="888080303"/>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8" name="">
            <a:extLst xmlns:a="http://schemas.openxmlformats.org/drawingml/2006/main">
              <a:ext uri="{FF2B5EF4-FFF2-40B4-BE49-F238E27FC236}">
                <a16:creationId xmlns:a16="http://schemas.microsoft.com/office/drawing/2014/main" id="{EF5900A0-923A-4E1C-846F-F3A5107244EF}"/>
              </a:ext>
            </a:extLst>
          </p:cNvPr>
          <p:cNvSpPr>
            <a:spLocks xmlns:a="http://schemas.openxmlformats.org/drawingml/2006/main" noGrp="1"/>
          </p:cNvSpPr>
          <p:nvPr/>
        </p:nvSpPr>
        <p:spPr>
          <a:xfrm xmlns:a="http://schemas.openxmlformats.org/drawingml/2006/main">
            <a:off x="685800" y="40005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i="0">
                <a:solidFill>
                  <a:srgbClr val="176BFF"/>
                </a:solidFill>
                <a:latin typeface="Microsoft YaHei"/>
                <a:ea typeface="Microsoft YaHei"/>
                <a:cs typeface="Microsoft YaHei"/>
              </a:defRPr>
            </a:pPr>
            <a:r>
              <a:rPr sz="1200" b="1" i="0">
                <a:solidFill>
                  <a:srgbClr val="176BFF"/>
                </a:solidFill>
                <a:latin typeface="Microsoft YaHei"/>
                <a:ea typeface="Microsoft YaHei"/>
                <a:cs typeface="Microsoft YaHei"/>
              </a:rPr>
              <a:t>MOBILE · Agent 使用器</a:t>
            </a:r>
          </a:p>
        </p:txBody>
      </p:sp>
      <p:sp>
        <p:nvSpPr>
          <p:cNvPr id="2" name="">
            <a:extLst xmlns:a="http://schemas.openxmlformats.org/drawingml/2006/main">
              <a:ext uri="{FF2B5EF4-FFF2-40B4-BE49-F238E27FC236}">
                <a16:creationId xmlns:a16="http://schemas.microsoft.com/office/drawing/2014/main" id="{75AB7AA0-9727-4E4C-BBF2-EEFD311E9B4E}"/>
              </a:ext>
            </a:extLst>
          </p:cNvPr>
          <p:cNvSpPr>
            <a:spLocks xmlns:a="http://schemas.openxmlformats.org/drawingml/2006/main" noGrp="1"/>
          </p:cNvSpPr>
          <p:nvPr/>
        </p:nvSpPr>
        <p:spPr>
          <a:xfrm xmlns:a="http://schemas.openxmlformats.org/drawingml/2006/main">
            <a:off x="685800" y="742950"/>
            <a:ext cx="108204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3150" b="1" i="0">
                <a:solidFill>
                  <a:srgbClr val="111827"/>
                </a:solidFill>
                <a:latin typeface="Microsoft YaHei"/>
                <a:ea typeface="Microsoft YaHei"/>
                <a:cs typeface="Microsoft YaHei"/>
              </a:defRPr>
            </a:pPr>
            <a:r>
              <a:rPr sz="2850" b="1" i="0">
                <a:solidFill>
                  <a:srgbClr val="111827"/>
                </a:solidFill>
                <a:latin typeface="Microsoft YaHei"/>
                <a:ea typeface="Microsoft YaHei"/>
                <a:cs typeface="Microsoft YaHei"/>
              </a:rPr>
              <a:t>手机负责使用与操控 Agent，不把桌面画布硬塞进小屏</a:t>
            </a:r>
          </a:p>
        </p:txBody>
      </p:sp>
      <p:sp>
        <p:nvSpPr>
          <p:cNvPr id="3" name="">
            <a:extLst xmlns:a="http://schemas.openxmlformats.org/drawingml/2006/main">
              <a:ext uri="{FF2B5EF4-FFF2-40B4-BE49-F238E27FC236}">
                <a16:creationId xmlns:a16="http://schemas.microsoft.com/office/drawing/2014/main" id="{37B59B95-7AD1-45F7-BF1A-D167D669074D}"/>
              </a:ext>
            </a:extLst>
          </p:cNvPr>
          <p:cNvSpPr>
            <a:spLocks xmlns:a="http://schemas.openxmlformats.org/drawingml/2006/main" noGrp="1"/>
          </p:cNvSpPr>
          <p:nvPr/>
        </p:nvSpPr>
        <p:spPr>
          <a:xfrm xmlns:a="http://schemas.openxmlformats.org/drawingml/2006/main">
            <a:off x="685800" y="1381125"/>
            <a:ext cx="10820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425" b="0" i="0">
                <a:solidFill>
                  <a:srgbClr val="64748B"/>
                </a:solidFill>
                <a:latin typeface="Microsoft YaHei"/>
                <a:ea typeface="Microsoft YaHei"/>
                <a:cs typeface="Microsoft YaHei"/>
              </a:defRPr>
            </a:pPr>
            <a:r>
              <a:rPr sz="1425" b="0" i="0">
                <a:solidFill>
                  <a:srgbClr val="667085"/>
                </a:solidFill>
                <a:latin typeface="Microsoft YaHei"/>
                <a:ea typeface="Microsoft YaHei"/>
                <a:cs typeface="Microsoft YaHei"/>
              </a:rPr>
              <a:t>Android、HarmonyOS、iOS 读取交互清单，显示消息、附件、审批、进度与轨迹摘要。</a:t>
            </a:r>
          </a:p>
        </p:txBody>
      </p:sp>
      <p:sp>
        <p:nvSpPr>
          <p:cNvPr id="4" name="">
            <a:extLst xmlns:a="http://schemas.openxmlformats.org/drawingml/2006/main">
              <a:ext uri="{FF2B5EF4-FFF2-40B4-BE49-F238E27FC236}">
                <a16:creationId xmlns:a16="http://schemas.microsoft.com/office/drawing/2014/main" id="{B9CFA51A-88FD-4410-B098-83E927B78C40}"/>
              </a:ext>
            </a:extLst>
          </p:cNvPr>
          <p:cNvSpPr>
            <a:spLocks xmlns:a="http://schemas.openxmlformats.org/drawingml/2006/main" noGrp="1"/>
          </p:cNvSpPr>
          <p:nvPr/>
        </p:nvSpPr>
        <p:spPr>
          <a:xfrm xmlns:a="http://schemas.openxmlformats.org/drawingml/2006/main">
            <a:off x="685800" y="1924050"/>
            <a:ext cx="6572250" cy="3790950"/>
          </a:xfrm>
          <a:prstGeom xmlns:a="http://schemas.openxmlformats.org/drawingml/2006/main" prst="roundRect">
            <a:avLst>
              <a:gd name="adj" fmla="val 5528"/>
            </a:avLst>
          </a:prstGeom>
          <a:solidFill xmlns:a="http://schemas.openxmlformats.org/drawingml/2006/main">
            <a:srgbClr val="0B122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E261A894-4ED3-4098-A787-A216B85C609B}"/>
              </a:ext>
            </a:extLst>
          </p:cNvPr>
          <p:cNvSpPr>
            <a:spLocks xmlns:a="http://schemas.openxmlformats.org/drawingml/2006/main" noGrp="1"/>
          </p:cNvSpPr>
          <p:nvPr/>
        </p:nvSpPr>
        <p:spPr>
          <a:xfrm xmlns:a="http://schemas.openxmlformats.org/drawingml/2006/main">
            <a:off x="971550" y="5162550"/>
            <a:ext cx="2419350" cy="323850"/>
          </a:xfrm>
          <a:prstGeom xmlns:a="http://schemas.openxmlformats.org/drawingml/2006/main" prst="roundRect">
            <a:avLst>
              <a:gd name="adj" fmla="val 50000"/>
            </a:avLst>
          </a:prstGeom>
          <a:solidFill xmlns:a="http://schemas.openxmlformats.org/drawingml/2006/main">
            <a:srgbClr val="0B1220"/>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89E048C9-2F90-43B2-9A6E-237B4222655B}"/>
              </a:ext>
            </a:extLst>
          </p:cNvPr>
          <p:cNvSpPr>
            <a:spLocks xmlns:a="http://schemas.openxmlformats.org/drawingml/2006/main" noGrp="1"/>
          </p:cNvSpPr>
          <p:nvPr/>
        </p:nvSpPr>
        <p:spPr>
          <a:xfrm xmlns:a="http://schemas.openxmlformats.org/drawingml/2006/main">
            <a:off x="1066800" y="5229225"/>
            <a:ext cx="22288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82768"/>
          </a:bodyPr>
          <a:lstStyle xmlns:a="http://schemas.openxmlformats.org/drawingml/2006/main"/>
          <a:p xmlns:a="http://schemas.openxmlformats.org/drawingml/2006/main">
            <a:pPr algn="ctr">
              <a:buNone/>
              <a:defRPr sz="1050" b="1" i="0">
                <a:solidFill>
                  <a:srgbClr val="FFFFFF"/>
                </a:solidFill>
                <a:latin typeface="Microsoft YaHei"/>
                <a:ea typeface="Microsoft YaHei"/>
                <a:cs typeface="Microsoft YaHei"/>
              </a:defRPr>
            </a:pPr>
            <a:r>
              <a:rPr sz="1050" b="1" i="0">
                <a:solidFill>
                  <a:srgbClr val="FFFFFF"/>
                </a:solidFill>
                <a:latin typeface="Microsoft YaHei"/>
                <a:ea typeface="Microsoft YaHei"/>
                <a:cs typeface="Microsoft YaHei"/>
              </a:rPr>
              <a:t>概念示意 · 本机 / 桌面 / 服务器运行目标协商</a:t>
            </a:r>
          </a:p>
        </p:txBody>
      </p:sp>
      <p:sp>
        <p:nvSpPr>
          <p:cNvPr id="8" name="">
            <a:extLst xmlns:a="http://schemas.openxmlformats.org/drawingml/2006/main">
              <a:ext uri="{FF2B5EF4-FFF2-40B4-BE49-F238E27FC236}">
                <a16:creationId xmlns:a16="http://schemas.microsoft.com/office/drawing/2014/main" id="{155A2940-0D37-4B5C-88BF-0A81177F04BB}"/>
              </a:ext>
            </a:extLst>
          </p:cNvPr>
          <p:cNvSpPr>
            <a:spLocks xmlns:a="http://schemas.openxmlformats.org/drawingml/2006/main" noGrp="1"/>
          </p:cNvSpPr>
          <p:nvPr/>
        </p:nvSpPr>
        <p:spPr>
          <a:xfrm xmlns:a="http://schemas.openxmlformats.org/drawingml/2006/main">
            <a:off x="7734300" y="1962150"/>
            <a:ext cx="3238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875" b="1" i="0">
                <a:solidFill>
                  <a:srgbClr val="111827"/>
                </a:solidFill>
                <a:latin typeface="Microsoft YaHei"/>
                <a:ea typeface="Microsoft YaHei"/>
                <a:cs typeface="Microsoft YaHei"/>
              </a:defRPr>
            </a:pPr>
            <a:r>
              <a:rPr sz="1875" b="1" i="0">
                <a:solidFill>
                  <a:srgbClr val="111827"/>
                </a:solidFill>
                <a:latin typeface="Microsoft YaHei"/>
                <a:ea typeface="Microsoft YaHei"/>
                <a:cs typeface="Microsoft YaHei"/>
              </a:rPr>
              <a:t>移动端七项核心能力</a:t>
            </a:r>
          </a:p>
        </p:txBody>
      </p:sp>
      <p:sp>
        <p:nvSpPr>
          <p:cNvPr id="9" name="">
            <a:extLst xmlns:a="http://schemas.openxmlformats.org/drawingml/2006/main">
              <a:ext uri="{FF2B5EF4-FFF2-40B4-BE49-F238E27FC236}">
                <a16:creationId xmlns:a16="http://schemas.microsoft.com/office/drawing/2014/main" id="{0620E0F9-1BA2-45FA-A5DC-B1170BEE77DB}"/>
              </a:ext>
            </a:extLst>
          </p:cNvPr>
          <p:cNvSpPr>
            <a:spLocks xmlns:a="http://schemas.openxmlformats.org/drawingml/2006/main" noGrp="1"/>
          </p:cNvSpPr>
          <p:nvPr/>
        </p:nvSpPr>
        <p:spPr>
          <a:xfrm xmlns:a="http://schemas.openxmlformats.org/drawingml/2006/main">
            <a:off x="7734300" y="2514600"/>
            <a:ext cx="1466850" cy="457200"/>
          </a:xfrm>
          <a:prstGeom xmlns:a="http://schemas.openxmlformats.org/drawingml/2006/main" prst="roundRect">
            <a:avLst>
              <a:gd name="adj" fmla="val 29167"/>
            </a:avLst>
          </a:prstGeom>
          <a:solidFill xmlns:a="http://schemas.openxmlformats.org/drawingml/2006/main">
            <a:srgbClr val="F4F7FB"/>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FB6DA326-0AB4-44AA-B072-DC5B94BDB2DF}"/>
              </a:ext>
            </a:extLst>
          </p:cNvPr>
          <p:cNvSpPr>
            <a:spLocks xmlns:a="http://schemas.openxmlformats.org/drawingml/2006/main" noGrp="1"/>
          </p:cNvSpPr>
          <p:nvPr/>
        </p:nvSpPr>
        <p:spPr>
          <a:xfrm xmlns:a="http://schemas.openxmlformats.org/drawingml/2006/main">
            <a:off x="7848600" y="2638425"/>
            <a:ext cx="1238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1" i="0">
                <a:solidFill>
                  <a:srgbClr val="111827"/>
                </a:solidFill>
                <a:latin typeface="Microsoft YaHei"/>
                <a:ea typeface="Microsoft YaHei"/>
                <a:cs typeface="Microsoft YaHei"/>
              </a:defRPr>
            </a:pPr>
            <a:r>
              <a:rPr sz="1350" b="1" i="0">
                <a:solidFill>
                  <a:srgbClr val="111827"/>
                </a:solidFill>
                <a:latin typeface="Microsoft YaHei"/>
                <a:ea typeface="Microsoft YaHei"/>
                <a:cs typeface="Microsoft YaHei"/>
              </a:rPr>
              <a:t>Agent 列表</a:t>
            </a:r>
          </a:p>
        </p:txBody>
      </p:sp>
      <p:sp>
        <p:nvSpPr>
          <p:cNvPr id="11" name="">
            <a:extLst xmlns:a="http://schemas.openxmlformats.org/drawingml/2006/main">
              <a:ext uri="{FF2B5EF4-FFF2-40B4-BE49-F238E27FC236}">
                <a16:creationId xmlns:a16="http://schemas.microsoft.com/office/drawing/2014/main" id="{F74AD1FB-B3C4-4112-B08A-E37E65537F63}"/>
              </a:ext>
            </a:extLst>
          </p:cNvPr>
          <p:cNvSpPr>
            <a:spLocks xmlns:a="http://schemas.openxmlformats.org/drawingml/2006/main" noGrp="1"/>
          </p:cNvSpPr>
          <p:nvPr/>
        </p:nvSpPr>
        <p:spPr>
          <a:xfrm xmlns:a="http://schemas.openxmlformats.org/drawingml/2006/main">
            <a:off x="9410700" y="2514600"/>
            <a:ext cx="1466850" cy="457200"/>
          </a:xfrm>
          <a:prstGeom xmlns:a="http://schemas.openxmlformats.org/drawingml/2006/main" prst="roundRect">
            <a:avLst>
              <a:gd name="adj" fmla="val 29167"/>
            </a:avLst>
          </a:prstGeom>
          <a:solidFill xmlns:a="http://schemas.openxmlformats.org/drawingml/2006/main">
            <a:srgbClr val="F4F7FB"/>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8B8B38E6-C18D-4E35-B6A5-8AA91FDE5CB1}"/>
              </a:ext>
            </a:extLst>
          </p:cNvPr>
          <p:cNvSpPr>
            <a:spLocks xmlns:a="http://schemas.openxmlformats.org/drawingml/2006/main" noGrp="1"/>
          </p:cNvSpPr>
          <p:nvPr/>
        </p:nvSpPr>
        <p:spPr>
          <a:xfrm xmlns:a="http://schemas.openxmlformats.org/drawingml/2006/main">
            <a:off x="9525000" y="2638425"/>
            <a:ext cx="1238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1" i="0">
                <a:solidFill>
                  <a:srgbClr val="111827"/>
                </a:solidFill>
                <a:latin typeface="Microsoft YaHei"/>
                <a:ea typeface="Microsoft YaHei"/>
                <a:cs typeface="Microsoft YaHei"/>
              </a:defRPr>
            </a:pPr>
            <a:r>
              <a:rPr sz="1350" b="1" i="0">
                <a:solidFill>
                  <a:srgbClr val="111827"/>
                </a:solidFill>
                <a:latin typeface="Microsoft YaHei"/>
                <a:ea typeface="Microsoft YaHei"/>
                <a:cs typeface="Microsoft YaHei"/>
              </a:rPr>
              <a:t>交互入口</a:t>
            </a:r>
          </a:p>
        </p:txBody>
      </p:sp>
      <p:sp>
        <p:nvSpPr>
          <p:cNvPr id="13" name="">
            <a:extLst xmlns:a="http://schemas.openxmlformats.org/drawingml/2006/main">
              <a:ext uri="{FF2B5EF4-FFF2-40B4-BE49-F238E27FC236}">
                <a16:creationId xmlns:a16="http://schemas.microsoft.com/office/drawing/2014/main" id="{BE7209BE-AF05-4C3A-938C-A41B2F8E1AB8}"/>
              </a:ext>
            </a:extLst>
          </p:cNvPr>
          <p:cNvSpPr>
            <a:spLocks xmlns:a="http://schemas.openxmlformats.org/drawingml/2006/main" noGrp="1"/>
          </p:cNvSpPr>
          <p:nvPr/>
        </p:nvSpPr>
        <p:spPr>
          <a:xfrm xmlns:a="http://schemas.openxmlformats.org/drawingml/2006/main">
            <a:off x="7734300" y="3143250"/>
            <a:ext cx="1466850" cy="457200"/>
          </a:xfrm>
          <a:prstGeom xmlns:a="http://schemas.openxmlformats.org/drawingml/2006/main" prst="roundRect">
            <a:avLst>
              <a:gd name="adj" fmla="val 29167"/>
            </a:avLst>
          </a:prstGeom>
          <a:solidFill xmlns:a="http://schemas.openxmlformats.org/drawingml/2006/main">
            <a:srgbClr val="F4F7FB"/>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0DF6BB91-EC5F-4ABB-B3A5-5DF4EABB1CF9}"/>
              </a:ext>
            </a:extLst>
          </p:cNvPr>
          <p:cNvSpPr>
            <a:spLocks xmlns:a="http://schemas.openxmlformats.org/drawingml/2006/main" noGrp="1"/>
          </p:cNvSpPr>
          <p:nvPr/>
        </p:nvSpPr>
        <p:spPr>
          <a:xfrm xmlns:a="http://schemas.openxmlformats.org/drawingml/2006/main">
            <a:off x="7848600" y="3267075"/>
            <a:ext cx="1238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1" i="0">
                <a:solidFill>
                  <a:srgbClr val="111827"/>
                </a:solidFill>
                <a:latin typeface="Microsoft YaHei"/>
                <a:ea typeface="Microsoft YaHei"/>
                <a:cs typeface="Microsoft YaHei"/>
              </a:defRPr>
            </a:pPr>
            <a:r>
              <a:rPr sz="1350" b="1" i="0">
                <a:solidFill>
                  <a:srgbClr val="111827"/>
                </a:solidFill>
                <a:latin typeface="Microsoft YaHei"/>
                <a:ea typeface="Microsoft YaHei"/>
                <a:cs typeface="Microsoft YaHei"/>
              </a:rPr>
              <a:t>附件输入</a:t>
            </a:r>
          </a:p>
        </p:txBody>
      </p:sp>
      <p:sp>
        <p:nvSpPr>
          <p:cNvPr id="15" name="">
            <a:extLst xmlns:a="http://schemas.openxmlformats.org/drawingml/2006/main">
              <a:ext uri="{FF2B5EF4-FFF2-40B4-BE49-F238E27FC236}">
                <a16:creationId xmlns:a16="http://schemas.microsoft.com/office/drawing/2014/main" id="{634DC32F-04E8-4D1B-A6E1-CB7BAC03A0EB}"/>
              </a:ext>
            </a:extLst>
          </p:cNvPr>
          <p:cNvSpPr>
            <a:spLocks xmlns:a="http://schemas.openxmlformats.org/drawingml/2006/main" noGrp="1"/>
          </p:cNvSpPr>
          <p:nvPr/>
        </p:nvSpPr>
        <p:spPr>
          <a:xfrm xmlns:a="http://schemas.openxmlformats.org/drawingml/2006/main">
            <a:off x="9410700" y="3143250"/>
            <a:ext cx="1466850" cy="457200"/>
          </a:xfrm>
          <a:prstGeom xmlns:a="http://schemas.openxmlformats.org/drawingml/2006/main" prst="roundRect">
            <a:avLst>
              <a:gd name="adj" fmla="val 29167"/>
            </a:avLst>
          </a:prstGeom>
          <a:solidFill xmlns:a="http://schemas.openxmlformats.org/drawingml/2006/main">
            <a:srgbClr val="F4F7FB"/>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2F2E0D15-2836-4F23-99A8-0A64734DDA40}"/>
              </a:ext>
            </a:extLst>
          </p:cNvPr>
          <p:cNvSpPr>
            <a:spLocks xmlns:a="http://schemas.openxmlformats.org/drawingml/2006/main" noGrp="1"/>
          </p:cNvSpPr>
          <p:nvPr/>
        </p:nvSpPr>
        <p:spPr>
          <a:xfrm xmlns:a="http://schemas.openxmlformats.org/drawingml/2006/main">
            <a:off x="9525000" y="3267075"/>
            <a:ext cx="1238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1" i="0">
                <a:solidFill>
                  <a:srgbClr val="111827"/>
                </a:solidFill>
                <a:latin typeface="Microsoft YaHei"/>
                <a:ea typeface="Microsoft YaHei"/>
                <a:cs typeface="Microsoft YaHei"/>
              </a:defRPr>
            </a:pPr>
            <a:r>
              <a:rPr sz="1350" b="1" i="0">
                <a:solidFill>
                  <a:srgbClr val="111827"/>
                </a:solidFill>
                <a:latin typeface="Microsoft YaHei"/>
                <a:ea typeface="Microsoft YaHei"/>
                <a:cs typeface="Microsoft YaHei"/>
              </a:rPr>
              <a:t>工具进度</a:t>
            </a:r>
          </a:p>
        </p:txBody>
      </p:sp>
      <p:sp>
        <p:nvSpPr>
          <p:cNvPr id="17" name="">
            <a:extLst xmlns:a="http://schemas.openxmlformats.org/drawingml/2006/main">
              <a:ext uri="{FF2B5EF4-FFF2-40B4-BE49-F238E27FC236}">
                <a16:creationId xmlns:a16="http://schemas.microsoft.com/office/drawing/2014/main" id="{F7666679-9916-4127-93CF-54C50FC49DEA}"/>
              </a:ext>
            </a:extLst>
          </p:cNvPr>
          <p:cNvSpPr>
            <a:spLocks xmlns:a="http://schemas.openxmlformats.org/drawingml/2006/main" noGrp="1"/>
          </p:cNvSpPr>
          <p:nvPr/>
        </p:nvSpPr>
        <p:spPr>
          <a:xfrm xmlns:a="http://schemas.openxmlformats.org/drawingml/2006/main">
            <a:off x="7734300" y="3771900"/>
            <a:ext cx="1466850" cy="457200"/>
          </a:xfrm>
          <a:prstGeom xmlns:a="http://schemas.openxmlformats.org/drawingml/2006/main" prst="roundRect">
            <a:avLst>
              <a:gd name="adj" fmla="val 29167"/>
            </a:avLst>
          </a:prstGeom>
          <a:solidFill xmlns:a="http://schemas.openxmlformats.org/drawingml/2006/main">
            <a:srgbClr val="F4F7FB"/>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0E51C3D2-2DDE-40D5-91FD-9B30DF022013}"/>
              </a:ext>
            </a:extLst>
          </p:cNvPr>
          <p:cNvSpPr>
            <a:spLocks xmlns:a="http://schemas.openxmlformats.org/drawingml/2006/main" noGrp="1"/>
          </p:cNvSpPr>
          <p:nvPr/>
        </p:nvSpPr>
        <p:spPr>
          <a:xfrm xmlns:a="http://schemas.openxmlformats.org/drawingml/2006/main">
            <a:off x="7848600" y="3895725"/>
            <a:ext cx="1238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1" i="0">
                <a:solidFill>
                  <a:srgbClr val="111827"/>
                </a:solidFill>
                <a:latin typeface="Microsoft YaHei"/>
                <a:ea typeface="Microsoft YaHei"/>
                <a:cs typeface="Microsoft YaHei"/>
              </a:defRPr>
            </a:pPr>
            <a:r>
              <a:rPr sz="1350" b="1" i="0">
                <a:solidFill>
                  <a:srgbClr val="111827"/>
                </a:solidFill>
                <a:latin typeface="Microsoft YaHei"/>
                <a:ea typeface="Microsoft YaHei"/>
                <a:cs typeface="Microsoft YaHei"/>
              </a:rPr>
              <a:t>审批取消</a:t>
            </a:r>
          </a:p>
        </p:txBody>
      </p:sp>
      <p:sp>
        <p:nvSpPr>
          <p:cNvPr id="19" name="">
            <a:extLst xmlns:a="http://schemas.openxmlformats.org/drawingml/2006/main">
              <a:ext uri="{FF2B5EF4-FFF2-40B4-BE49-F238E27FC236}">
                <a16:creationId xmlns:a16="http://schemas.microsoft.com/office/drawing/2014/main" id="{8BDD0FF4-49F3-46E6-958D-DE773733879A}"/>
              </a:ext>
            </a:extLst>
          </p:cNvPr>
          <p:cNvSpPr>
            <a:spLocks xmlns:a="http://schemas.openxmlformats.org/drawingml/2006/main" noGrp="1"/>
          </p:cNvSpPr>
          <p:nvPr/>
        </p:nvSpPr>
        <p:spPr>
          <a:xfrm xmlns:a="http://schemas.openxmlformats.org/drawingml/2006/main">
            <a:off x="9410700" y="3771900"/>
            <a:ext cx="1466850" cy="457200"/>
          </a:xfrm>
          <a:prstGeom xmlns:a="http://schemas.openxmlformats.org/drawingml/2006/main" prst="roundRect">
            <a:avLst>
              <a:gd name="adj" fmla="val 29167"/>
            </a:avLst>
          </a:prstGeom>
          <a:solidFill xmlns:a="http://schemas.openxmlformats.org/drawingml/2006/main">
            <a:srgbClr val="F4F7FB"/>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E1D576F6-9BD2-41A0-8E5B-F4513EA728BD}"/>
              </a:ext>
            </a:extLst>
          </p:cNvPr>
          <p:cNvSpPr>
            <a:spLocks xmlns:a="http://schemas.openxmlformats.org/drawingml/2006/main" noGrp="1"/>
          </p:cNvSpPr>
          <p:nvPr/>
        </p:nvSpPr>
        <p:spPr>
          <a:xfrm xmlns:a="http://schemas.openxmlformats.org/drawingml/2006/main">
            <a:off x="9525000" y="3895725"/>
            <a:ext cx="1238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1" i="0">
                <a:solidFill>
                  <a:srgbClr val="111827"/>
                </a:solidFill>
                <a:latin typeface="Microsoft YaHei"/>
                <a:ea typeface="Microsoft YaHei"/>
                <a:cs typeface="Microsoft YaHei"/>
              </a:defRPr>
            </a:pPr>
            <a:r>
              <a:rPr sz="1350" b="1" i="0">
                <a:solidFill>
                  <a:srgbClr val="111827"/>
                </a:solidFill>
                <a:latin typeface="Microsoft YaHei"/>
                <a:ea typeface="Microsoft YaHei"/>
                <a:cs typeface="Microsoft YaHei"/>
              </a:rPr>
              <a:t>断线恢复</a:t>
            </a:r>
          </a:p>
        </p:txBody>
      </p:sp>
      <p:sp>
        <p:nvSpPr>
          <p:cNvPr id="21" name="">
            <a:extLst xmlns:a="http://schemas.openxmlformats.org/drawingml/2006/main">
              <a:ext uri="{FF2B5EF4-FFF2-40B4-BE49-F238E27FC236}">
                <a16:creationId xmlns:a16="http://schemas.microsoft.com/office/drawing/2014/main" id="{2F5A1C88-A08D-4D68-8ED0-EF46CECCF404}"/>
              </a:ext>
            </a:extLst>
          </p:cNvPr>
          <p:cNvSpPr>
            <a:spLocks xmlns:a="http://schemas.openxmlformats.org/drawingml/2006/main" noGrp="1"/>
          </p:cNvSpPr>
          <p:nvPr/>
        </p:nvSpPr>
        <p:spPr>
          <a:xfrm xmlns:a="http://schemas.openxmlformats.org/drawingml/2006/main">
            <a:off x="7734300" y="4400550"/>
            <a:ext cx="1466850" cy="457200"/>
          </a:xfrm>
          <a:prstGeom xmlns:a="http://schemas.openxmlformats.org/drawingml/2006/main" prst="roundRect">
            <a:avLst>
              <a:gd name="adj" fmla="val 29167"/>
            </a:avLst>
          </a:prstGeom>
          <a:solidFill xmlns:a="http://schemas.openxmlformats.org/drawingml/2006/main">
            <a:srgbClr val="F4F7FB"/>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5B89A2F2-3DD2-4C06-A9F0-228B03F4ED01}"/>
              </a:ext>
            </a:extLst>
          </p:cNvPr>
          <p:cNvSpPr>
            <a:spLocks xmlns:a="http://schemas.openxmlformats.org/drawingml/2006/main" noGrp="1"/>
          </p:cNvSpPr>
          <p:nvPr/>
        </p:nvSpPr>
        <p:spPr>
          <a:xfrm xmlns:a="http://schemas.openxmlformats.org/drawingml/2006/main">
            <a:off x="7848600" y="4524375"/>
            <a:ext cx="1238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1" i="0">
                <a:solidFill>
                  <a:srgbClr val="FFFFFF"/>
                </a:solidFill>
                <a:latin typeface="Microsoft YaHei"/>
                <a:ea typeface="Microsoft YaHei"/>
                <a:cs typeface="Microsoft YaHei"/>
              </a:defRPr>
            </a:pPr>
            <a:r>
              <a:rPr sz="1350" b="1" i="0">
                <a:solidFill>
                  <a:srgbClr val="111827"/>
                </a:solidFill>
                <a:latin typeface="Microsoft YaHei"/>
                <a:ea typeface="Microsoft YaHei"/>
                <a:cs typeface="Microsoft YaHei"/>
              </a:rPr>
              <a:t>目标协商</a:t>
            </a:r>
          </a:p>
        </p:txBody>
      </p:sp>
      <p:sp>
        <p:nvSpPr>
          <p:cNvPr id="23" name="">
            <a:extLst xmlns:a="http://schemas.openxmlformats.org/drawingml/2006/main">
              <a:ext uri="{FF2B5EF4-FFF2-40B4-BE49-F238E27FC236}">
                <a16:creationId xmlns:a16="http://schemas.microsoft.com/office/drawing/2014/main" id="{9C33F627-823A-489F-94C4-FC9D9CE71389}"/>
              </a:ext>
            </a:extLst>
          </p:cNvPr>
          <p:cNvSpPr>
            <a:spLocks xmlns:a="http://schemas.openxmlformats.org/drawingml/2006/main" noGrp="1"/>
          </p:cNvSpPr>
          <p:nvPr/>
        </p:nvSpPr>
        <p:spPr>
          <a:xfrm xmlns:a="http://schemas.openxmlformats.org/drawingml/2006/main">
            <a:off x="7734300" y="5200650"/>
            <a:ext cx="3238500" cy="514350"/>
          </a:xfrm>
          <a:prstGeom xmlns:a="http://schemas.openxmlformats.org/drawingml/2006/main" prst="roundRect">
            <a:avLst>
              <a:gd name="adj" fmla="val 25926"/>
            </a:avLst>
          </a:prstGeom>
          <a:solidFill xmlns:a="http://schemas.openxmlformats.org/drawingml/2006/main">
            <a:srgbClr val="EAF2FF"/>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906272D5-C6B4-478C-9CFF-B9CFF8A839B0}"/>
              </a:ext>
            </a:extLst>
          </p:cNvPr>
          <p:cNvSpPr>
            <a:spLocks xmlns:a="http://schemas.openxmlformats.org/drawingml/2006/main" noGrp="1"/>
          </p:cNvSpPr>
          <p:nvPr/>
        </p:nvSpPr>
        <p:spPr>
          <a:xfrm xmlns:a="http://schemas.openxmlformats.org/drawingml/2006/main">
            <a:off x="7867650" y="5229225"/>
            <a:ext cx="29718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050" b="1" i="0">
                <a:solidFill>
                  <a:srgbClr val="111827"/>
                </a:solidFill>
                <a:latin typeface="Microsoft YaHei"/>
                <a:ea typeface="Microsoft YaHei"/>
                <a:cs typeface="Microsoft YaHei"/>
              </a:defRPr>
            </a:pPr>
            <a:r>
              <a:rPr sz="1125" b="1" i="0">
                <a:solidFill>
                  <a:srgbClr val="111827"/>
                </a:solidFill>
                <a:latin typeface="Microsoft YaHei"/>
                <a:ea typeface="Microsoft YaHei"/>
                <a:cs typeface="Microsoft YaHei"/>
              </a:rPr>
              <a:t>统一 Agent 项目格式</a:t>
            </a:r>
          </a:p>
          <a:p xmlns:a="http://schemas.openxmlformats.org/drawingml/2006/main">
            <a:pPr algn="ctr">
              <a:buNone/>
              <a:defRPr sz="1050" b="1" i="0">
                <a:solidFill>
                  <a:srgbClr val="111827"/>
                </a:solidFill>
                <a:latin typeface="Microsoft YaHei"/>
                <a:ea typeface="Microsoft YaHei"/>
                <a:cs typeface="Microsoft YaHei"/>
              </a:defRPr>
            </a:pPr>
            <a:r>
              <a:rPr sz="1125" b="1" i="0">
                <a:solidFill>
                  <a:srgbClr val="111827"/>
                </a:solidFill>
                <a:latin typeface="Microsoft YaHei"/>
                <a:ea typeface="Microsoft YaHei"/>
                <a:cs typeface="Microsoft YaHei"/>
              </a:rPr>
              <a:t>共享 IR、运行内核、轨迹与权限模型</a:t>
            </a:r>
          </a:p>
        </p:txBody>
      </p:sp>
      <p:sp>
        <p:nvSpPr>
          <p:cNvPr id="25" name="">
            <a:extLst xmlns:a="http://schemas.openxmlformats.org/drawingml/2006/main">
              <a:ext uri="{FF2B5EF4-FFF2-40B4-BE49-F238E27FC236}">
                <a16:creationId xmlns:a16="http://schemas.microsoft.com/office/drawing/2014/main" id="{B9A25289-91C1-4471-8AA3-88C75A96652B}"/>
              </a:ext>
            </a:extLst>
          </p:cNvPr>
          <p:cNvSpPr>
            <a:spLocks xmlns:a="http://schemas.openxmlformats.org/drawingml/2006/main" noGrp="1"/>
          </p:cNvSpPr>
          <p:nvPr/>
        </p:nvSpPr>
        <p:spPr>
          <a:xfrm xmlns:a="http://schemas.openxmlformats.org/drawingml/2006/main">
            <a:off x="685800" y="6496050"/>
            <a:ext cx="10820400" cy="9525"/>
          </a:xfrm>
          <a:prstGeom xmlns:a="http://schemas.openxmlformats.org/drawingml/2006/main" prst="rect">
            <a:avLst/>
          </a:prstGeom>
          <a:solidFill xmlns:a="http://schemas.openxmlformats.org/drawingml/2006/main">
            <a:srgbClr val="DCE3EC"/>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2B7B57DB-12D0-452A-88EA-454AE1E72B99}"/>
              </a:ext>
            </a:extLst>
          </p:cNvPr>
          <p:cNvSpPr>
            <a:spLocks xmlns:a="http://schemas.openxmlformats.org/drawingml/2006/main" noGrp="1"/>
          </p:cNvSpPr>
          <p:nvPr/>
        </p:nvSpPr>
        <p:spPr>
          <a:xfrm xmlns:a="http://schemas.openxmlformats.org/drawingml/2006/main">
            <a:off x="685800" y="6553200"/>
            <a:ext cx="476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975" b="0" i="0">
                <a:solidFill>
                  <a:srgbClr val="98A2B3"/>
                </a:solidFill>
                <a:latin typeface="Microsoft YaHei"/>
                <a:ea typeface="Microsoft YaHei"/>
                <a:cs typeface="Microsoft YaHei"/>
              </a:defRPr>
            </a:pPr>
            <a:r>
              <a:rPr sz="975" b="0" i="0">
                <a:solidFill>
                  <a:srgbClr val="98A2B3"/>
                </a:solidFill>
                <a:latin typeface="Microsoft YaHei"/>
                <a:ea typeface="Microsoft YaHei"/>
                <a:cs typeface="Microsoft YaHei"/>
              </a:rPr>
              <a:t>Blocky Studio · Agent 搭建教育</a:t>
            </a:r>
          </a:p>
        </p:txBody>
      </p:sp>
      <p:sp>
        <p:nvSpPr>
          <p:cNvPr id="27" name="">
            <a:extLst xmlns:a="http://schemas.openxmlformats.org/drawingml/2006/main">
              <a:ext uri="{FF2B5EF4-FFF2-40B4-BE49-F238E27FC236}">
                <a16:creationId xmlns:a16="http://schemas.microsoft.com/office/drawing/2014/main" id="{B99F2206-526C-4EC7-9D06-DFA927D68B68}"/>
              </a:ext>
            </a:extLst>
          </p:cNvPr>
          <p:cNvSpPr>
            <a:spLocks xmlns:a="http://schemas.openxmlformats.org/drawingml/2006/main" noGrp="1"/>
          </p:cNvSpPr>
          <p:nvPr/>
        </p:nvSpPr>
        <p:spPr>
          <a:xfrm xmlns:a="http://schemas.openxmlformats.org/drawingml/2006/main">
            <a:off x="10953750" y="6553200"/>
            <a:ext cx="552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975" b="0" i="0">
                <a:solidFill>
                  <a:srgbClr val="98A2B3"/>
                </a:solidFill>
                <a:latin typeface="Microsoft YaHei"/>
                <a:ea typeface="Microsoft YaHei"/>
                <a:cs typeface="Microsoft YaHei"/>
              </a:defRPr>
            </a:pPr>
            <a:r>
              <a:rPr sz="975" b="0" i="0">
                <a:solidFill>
                  <a:srgbClr val="98A2B3"/>
                </a:solidFill>
                <a:latin typeface="Microsoft YaHei"/>
                <a:ea typeface="Microsoft YaHei"/>
                <a:cs typeface="Microsoft YaHei"/>
              </a:rPr>
              <a:t>20</a:t>
            </a:r>
          </a:p>
        </p:txBody>
      </p:sp>
      <p:pic>
        <p:nvPicPr>
          <p:cNvPr id="56" name=""/>
          <p:cNvPicPr>
            <a:picLocks xmlns:a="http://schemas.openxmlformats.org/drawingml/2006/main" noChangeAspect="1"/>
          </p:cNvPicPr>
          <p:nvPr/>
        </p:nvPicPr>
        <p:blipFill>
          <a:blip xmlns:r="http://schemas.openxmlformats.org/officeDocument/2006/relationships" xmlns:a="http://schemas.openxmlformats.org/drawingml/2006/main" r:embed="Rac0becb4964e4bee"/>
          <a:srcRect xmlns:a="http://schemas.openxmlformats.org/drawingml/2006/main" l="0" t="2671" r="0" b="2671"/>
          <a:stretch xmlns:a="http://schemas.openxmlformats.org/drawingml/2006/main"/>
        </p:blipFill>
        <p:spPr>
          <a:xfrm xmlns:a="http://schemas.openxmlformats.org/drawingml/2006/main" flipH="0" flipV="0">
            <a:off x="819150" y="2076450"/>
            <a:ext cx="6305550" cy="3086100"/>
          </a:xfrm>
          <a:prstGeom xmlns:a="http://schemas.openxmlformats.org/drawingml/2006/main" prst="roundRect">
            <a:avLst/>
          </a:prstGeom>
        </p:spPr>
      </p:pic>
    </p:spTree>
    <p:extLst>
      <p:ext uri="{BB962C8B-B14F-4D97-AF65-F5344CB8AC3E}">
        <p14:creationId xmlns:p14="http://schemas.microsoft.com/office/powerpoint/2010/main" val="888080303"/>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22387266-2A32-4DAA-B660-5E5EABCE394B}"/>
              </a:ext>
            </a:extLst>
          </p:cNvPr>
          <p:cNvSpPr>
            <a:spLocks xmlns:a="http://schemas.openxmlformats.org/drawingml/2006/main" noGrp="1"/>
          </p:cNvSpPr>
          <p:nvPr/>
        </p:nvSpPr>
        <p:spPr>
          <a:xfrm xmlns:a="http://schemas.openxmlformats.org/drawingml/2006/main">
            <a:off x="685800" y="40005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200" b="1" i="0">
                <a:solidFill>
                  <a:srgbClr val="176BFF"/>
                </a:solidFill>
                <a:latin typeface="Microsoft YaHei"/>
                <a:ea typeface="Microsoft YaHei"/>
                <a:cs typeface="Microsoft YaHei"/>
              </a:defRPr>
            </a:pPr>
            <a:r>
              <a:rPr sz="1200" b="1" i="0">
                <a:solidFill>
                  <a:srgbClr val="176BFF"/>
                </a:solidFill>
                <a:latin typeface="Microsoft YaHei"/>
                <a:ea typeface="Microsoft YaHei"/>
                <a:cs typeface="Microsoft YaHei"/>
              </a:rPr>
              <a:t>PROGRESS · 已验收进展</a:t>
            </a:r>
          </a:p>
        </p:txBody>
      </p:sp>
      <p:sp>
        <p:nvSpPr>
          <p:cNvPr id="2" name="">
            <a:extLst xmlns:a="http://schemas.openxmlformats.org/drawingml/2006/main">
              <a:ext uri="{FF2B5EF4-FFF2-40B4-BE49-F238E27FC236}">
                <a16:creationId xmlns:a16="http://schemas.microsoft.com/office/drawing/2014/main" id="{648F1EAF-E370-4FDB-93A0-A8A1C5371AAC}"/>
              </a:ext>
            </a:extLst>
          </p:cNvPr>
          <p:cNvSpPr>
            <a:spLocks xmlns:a="http://schemas.openxmlformats.org/drawingml/2006/main" noGrp="1"/>
          </p:cNvSpPr>
          <p:nvPr/>
        </p:nvSpPr>
        <p:spPr>
          <a:xfrm xmlns:a="http://schemas.openxmlformats.org/drawingml/2006/main">
            <a:off x="685800" y="742950"/>
            <a:ext cx="108204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3150" b="1" i="0">
                <a:solidFill>
                  <a:srgbClr val="111827"/>
                </a:solidFill>
                <a:latin typeface="Microsoft YaHei"/>
                <a:ea typeface="Microsoft YaHei"/>
                <a:cs typeface="Microsoft YaHei"/>
              </a:defRPr>
            </a:pPr>
            <a:r>
              <a:rPr sz="2850" b="1" i="0">
                <a:solidFill>
                  <a:srgbClr val="111827"/>
                </a:solidFill>
                <a:latin typeface="Microsoft YaHei"/>
                <a:ea typeface="Microsoft YaHei"/>
                <a:cs typeface="Microsoft YaHei"/>
              </a:rPr>
              <a:t>执行能力用实证说话：运行尖峰与正式契约两轮验收</a:t>
            </a:r>
          </a:p>
        </p:txBody>
      </p:sp>
      <p:sp>
        <p:nvSpPr>
          <p:cNvPr id="3" name="">
            <a:extLst xmlns:a="http://schemas.openxmlformats.org/drawingml/2006/main">
              <a:ext uri="{FF2B5EF4-FFF2-40B4-BE49-F238E27FC236}">
                <a16:creationId xmlns:a16="http://schemas.microsoft.com/office/drawing/2014/main" id="{C308558F-8F1D-45F1-B8C2-D2DFAE8A730F}"/>
              </a:ext>
            </a:extLst>
          </p:cNvPr>
          <p:cNvSpPr>
            <a:spLocks xmlns:a="http://schemas.openxmlformats.org/drawingml/2006/main" noGrp="1"/>
          </p:cNvSpPr>
          <p:nvPr/>
        </p:nvSpPr>
        <p:spPr>
          <a:xfrm xmlns:a="http://schemas.openxmlformats.org/drawingml/2006/main">
            <a:off x="685800" y="1381125"/>
            <a:ext cx="10820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500" b="0" i="0">
                <a:solidFill>
                  <a:srgbClr val="667085"/>
                </a:solidFill>
                <a:latin typeface="Microsoft YaHei"/>
                <a:ea typeface="Microsoft YaHei"/>
                <a:cs typeface="Microsoft YaHei"/>
              </a:defRPr>
            </a:pPr>
            <a:r>
              <a:rPr sz="1500" b="0" i="0">
                <a:solidFill>
                  <a:srgbClr val="667085"/>
                </a:solidFill>
                <a:latin typeface="Microsoft YaHei"/>
                <a:ea typeface="Microsoft YaHei"/>
                <a:cs typeface="Microsoft YaHei"/>
              </a:rPr>
              <a:t>运行实证覆盖编辑—编译—运行—保存；契约验收覆盖项目—交互—诊断—权限。</a:t>
            </a:r>
          </a:p>
        </p:txBody>
      </p:sp>
      <p:sp>
        <p:nvSpPr>
          <p:cNvPr id="4" name="">
            <a:extLst xmlns:a="http://schemas.openxmlformats.org/drawingml/2006/main">
              <a:ext uri="{FF2B5EF4-FFF2-40B4-BE49-F238E27FC236}">
                <a16:creationId xmlns:a16="http://schemas.microsoft.com/office/drawing/2014/main" id="{341ACDB7-70DB-42B5-9BF7-1EC316D90871}"/>
              </a:ext>
            </a:extLst>
          </p:cNvPr>
          <p:cNvSpPr>
            <a:spLocks xmlns:a="http://schemas.openxmlformats.org/drawingml/2006/main" noGrp="1"/>
          </p:cNvSpPr>
          <p:nvPr/>
        </p:nvSpPr>
        <p:spPr>
          <a:xfrm xmlns:a="http://schemas.openxmlformats.org/drawingml/2006/main">
            <a:off x="685800" y="1924050"/>
            <a:ext cx="5257800" cy="3886200"/>
          </a:xfrm>
          <a:prstGeom xmlns:a="http://schemas.openxmlformats.org/drawingml/2006/main" prst="roundRect">
            <a:avLst>
              <a:gd name="adj" fmla="val 5392"/>
            </a:avLst>
          </a:prstGeom>
          <a:solidFill xmlns:a="http://schemas.openxmlformats.org/drawingml/2006/main">
            <a:srgbClr val="F4F7FB"/>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D910B61B-741F-4A50-9E91-8504EE4D57AF}"/>
              </a:ext>
            </a:extLst>
          </p:cNvPr>
          <p:cNvSpPr>
            <a:spLocks xmlns:a="http://schemas.openxmlformats.org/drawingml/2006/main" noGrp="1"/>
          </p:cNvSpPr>
          <p:nvPr/>
        </p:nvSpPr>
        <p:spPr>
          <a:xfrm xmlns:a="http://schemas.openxmlformats.org/drawingml/2006/main">
            <a:off x="933450" y="2152650"/>
            <a:ext cx="2857500" cy="323850"/>
          </a:xfrm>
          <a:prstGeom xmlns:a="http://schemas.openxmlformats.org/drawingml/2006/main" prst="roundRect">
            <a:avLst>
              <a:gd name="adj" fmla="val 50000"/>
            </a:avLst>
          </a:prstGeom>
          <a:solidFill xmlns:a="http://schemas.openxmlformats.org/drawingml/2006/main">
            <a:srgbClr val="FFFFFF"/>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B61B3B13-0F03-4E53-89EB-30E7EAD81129}"/>
              </a:ext>
            </a:extLst>
          </p:cNvPr>
          <p:cNvSpPr>
            <a:spLocks xmlns:a="http://schemas.openxmlformats.org/drawingml/2006/main" noGrp="1"/>
          </p:cNvSpPr>
          <p:nvPr/>
        </p:nvSpPr>
        <p:spPr>
          <a:xfrm xmlns:a="http://schemas.openxmlformats.org/drawingml/2006/main">
            <a:off x="1028700" y="2219325"/>
            <a:ext cx="2667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050" b="1" i="0">
                <a:solidFill>
                  <a:srgbClr val="17A673"/>
                </a:solidFill>
                <a:latin typeface="Microsoft YaHei"/>
                <a:ea typeface="Microsoft YaHei"/>
                <a:cs typeface="Microsoft YaHei"/>
              </a:defRPr>
            </a:pPr>
            <a:r>
              <a:rPr sz="1050" b="1" i="0">
                <a:solidFill>
                  <a:srgbClr val="17A673"/>
                </a:solidFill>
                <a:latin typeface="Microsoft YaHei"/>
                <a:ea typeface="Microsoft YaHei"/>
                <a:cs typeface="Microsoft YaHei"/>
              </a:rPr>
              <a:t>已验证 · Windows Core 运行实证</a:t>
            </a:r>
          </a:p>
        </p:txBody>
      </p:sp>
      <p:sp>
        <p:nvSpPr>
          <p:cNvPr id="7" name="">
            <a:extLst xmlns:a="http://schemas.openxmlformats.org/drawingml/2006/main">
              <a:ext uri="{FF2B5EF4-FFF2-40B4-BE49-F238E27FC236}">
                <a16:creationId xmlns:a16="http://schemas.microsoft.com/office/drawing/2014/main" id="{ECC8F19B-7745-4186-8A85-EDA802BFDFAF}"/>
              </a:ext>
            </a:extLst>
          </p:cNvPr>
          <p:cNvSpPr>
            <a:spLocks xmlns:a="http://schemas.openxmlformats.org/drawingml/2006/main" noGrp="1"/>
          </p:cNvSpPr>
          <p:nvPr/>
        </p:nvSpPr>
        <p:spPr>
          <a:xfrm xmlns:a="http://schemas.openxmlformats.org/drawingml/2006/main">
            <a:off x="990600" y="2724150"/>
            <a:ext cx="4648200" cy="2076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i="0">
                <a:solidFill>
                  <a:srgbClr val="111827"/>
                </a:solidFill>
                <a:latin typeface="Microsoft YaHei"/>
                <a:ea typeface="Microsoft YaHei"/>
                <a:cs typeface="Microsoft YaHei"/>
              </a:defRPr>
            </a:pPr>
            <a:r>
              <a:rPr sz="1275" b="0" i="0">
                <a:solidFill>
                  <a:srgbClr val="111827"/>
                </a:solidFill>
                <a:latin typeface="Microsoft YaHei"/>
                <a:ea typeface="Microsoft YaHei"/>
                <a:cs typeface="Microsoft YaHei"/>
              </a:rPr>
              <a:t>✓ 8 项 Windows Core 门禁全部通过</a:t>
            </a:r>
          </a:p>
          <a:p xmlns:a="http://schemas.openxmlformats.org/drawingml/2006/main">
            <a:pPr algn="l">
              <a:buNone/>
              <a:defRPr sz="1500" b="0" i="0">
                <a:solidFill>
                  <a:srgbClr val="111827"/>
                </a:solidFill>
                <a:latin typeface="Microsoft YaHei"/>
                <a:ea typeface="Microsoft YaHei"/>
                <a:cs typeface="Microsoft YaHei"/>
              </a:defRPr>
            </a:pPr>
            <a:r>
              <a:rPr sz="1275" b="0" i="0">
                <a:solidFill>
                  <a:srgbClr val="111827"/>
                </a:solidFill>
                <a:latin typeface="Microsoft YaHei"/>
                <a:ea typeface="Microsoft YaHei"/>
                <a:cs typeface="Microsoft YaHei"/>
              </a:rPr>
              <a:t>✓ 本地 Blockly + 稳定 Agent IR</a:t>
            </a:r>
          </a:p>
          <a:p xmlns:a="http://schemas.openxmlformats.org/drawingml/2006/main">
            <a:pPr algn="l">
              <a:buNone/>
              <a:defRPr sz="1500" b="0" i="0">
                <a:solidFill>
                  <a:srgbClr val="111827"/>
                </a:solidFill>
                <a:latin typeface="Microsoft YaHei"/>
                <a:ea typeface="Microsoft YaHei"/>
                <a:cs typeface="Microsoft YaHei"/>
              </a:defRPr>
            </a:pPr>
            <a:r>
              <a:rPr sz="1275" b="0" i="0">
                <a:solidFill>
                  <a:srgbClr val="111827"/>
                </a:solidFill>
                <a:latin typeface="Microsoft YaHei"/>
                <a:ea typeface="Microsoft YaHei"/>
                <a:cs typeface="Microsoft YaHei"/>
              </a:rPr>
              <a:t>✓ InteractionManifest + ToolContract</a:t>
            </a:r>
          </a:p>
          <a:p xmlns:a="http://schemas.openxmlformats.org/drawingml/2006/main">
            <a:pPr algn="l">
              <a:buNone/>
              <a:defRPr sz="1500" b="0" i="0">
                <a:solidFill>
                  <a:srgbClr val="111827"/>
                </a:solidFill>
                <a:latin typeface="Microsoft YaHei"/>
                <a:ea typeface="Microsoft YaHei"/>
                <a:cs typeface="Microsoft YaHei"/>
              </a:defRPr>
            </a:pPr>
            <a:r>
              <a:rPr sz="1275" b="0" i="0">
                <a:solidFill>
                  <a:srgbClr val="111827"/>
                </a:solidFill>
                <a:latin typeface="Microsoft YaHei"/>
                <a:ea typeface="Microsoft YaHei"/>
                <a:cs typeface="Microsoft YaHei"/>
              </a:rPr>
              <a:t>✓ 确定性 Runtime + 窄 Tauri Host</a:t>
            </a:r>
          </a:p>
          <a:p xmlns:a="http://schemas.openxmlformats.org/drawingml/2006/main">
            <a:pPr algn="l">
              <a:buNone/>
              <a:defRPr sz="1500" b="0" i="0">
                <a:solidFill>
                  <a:srgbClr val="111827"/>
                </a:solidFill>
                <a:latin typeface="Microsoft YaHei"/>
                <a:ea typeface="Microsoft YaHei"/>
                <a:cs typeface="Microsoft YaHei"/>
              </a:defRPr>
            </a:pPr>
            <a:r>
              <a:rPr sz="1275" b="0" i="0">
                <a:solidFill>
                  <a:srgbClr val="111827"/>
                </a:solidFill>
                <a:latin typeface="Microsoft YaHei"/>
                <a:ea typeface="Microsoft YaHei"/>
                <a:cs typeface="Microsoft YaHei"/>
              </a:rPr>
              <a:t>✓ 100 积木项目保存、关闭、重开</a:t>
            </a:r>
          </a:p>
          <a:p xmlns:a="http://schemas.openxmlformats.org/drawingml/2006/main">
            <a:pPr algn="l">
              <a:buNone/>
              <a:defRPr sz="1500" b="0" i="0">
                <a:solidFill>
                  <a:srgbClr val="111827"/>
                </a:solidFill>
                <a:latin typeface="Microsoft YaHei"/>
                <a:ea typeface="Microsoft YaHei"/>
                <a:cs typeface="Microsoft YaHei"/>
              </a:defRPr>
            </a:pPr>
            <a:r>
              <a:rPr sz="1275" b="0" i="0">
                <a:solidFill>
                  <a:srgbClr val="111827"/>
                </a:solidFill>
                <a:latin typeface="Microsoft YaHei"/>
                <a:ea typeface="Microsoft YaHei"/>
                <a:cs typeface="Microsoft YaHei"/>
              </a:rPr>
              <a:t>✓ 360 次循环 / 30 分 03 秒长稳</a:t>
            </a:r>
          </a:p>
          <a:p xmlns:a="http://schemas.openxmlformats.org/drawingml/2006/main">
            <a:pPr algn="l">
              <a:buNone/>
              <a:defRPr sz="1500" b="0" i="0">
                <a:solidFill>
                  <a:srgbClr val="111827"/>
                </a:solidFill>
                <a:latin typeface="Microsoft YaHei"/>
                <a:ea typeface="Microsoft YaHei"/>
                <a:cs typeface="Microsoft YaHei"/>
              </a:defRPr>
            </a:pPr>
            <a:r>
              <a:rPr sz="1275" b="0" i="0">
                <a:solidFill>
                  <a:srgbClr val="111827"/>
                </a:solidFill>
                <a:latin typeface="Microsoft YaHei"/>
                <a:ea typeface="Microsoft YaHei"/>
                <a:cs typeface="Microsoft YaHei"/>
              </a:rPr>
              <a:t>✓ 30 次真实 Rust Host 保存 / 重载</a:t>
            </a:r>
          </a:p>
          <a:p xmlns:a="http://schemas.openxmlformats.org/drawingml/2006/main">
            <a:pPr algn="l">
              <a:buNone/>
              <a:defRPr sz="1500" b="0" i="0">
                <a:solidFill>
                  <a:srgbClr val="111827"/>
                </a:solidFill>
                <a:latin typeface="Microsoft YaHei"/>
                <a:ea typeface="Microsoft YaHei"/>
                <a:cs typeface="Microsoft YaHei"/>
              </a:defRPr>
            </a:pPr>
            <a:r>
              <a:rPr sz="1275" b="0" i="0">
                <a:solidFill>
                  <a:srgbClr val="111827"/>
                </a:solidFill>
                <a:latin typeface="Microsoft YaHei"/>
                <a:ea typeface="Microsoft YaHei"/>
                <a:cs typeface="Microsoft YaHei"/>
              </a:rPr>
              <a:t>覆盖：编辑 · 编译 · 运行 · 保存 · Host</a:t>
            </a:r>
          </a:p>
        </p:txBody>
      </p:sp>
      <p:sp>
        <p:nvSpPr>
          <p:cNvPr id="9" name="">
            <a:extLst xmlns:a="http://schemas.openxmlformats.org/drawingml/2006/main">
              <a:ext uri="{FF2B5EF4-FFF2-40B4-BE49-F238E27FC236}">
                <a16:creationId xmlns:a16="http://schemas.microsoft.com/office/drawing/2014/main" id="{4B65E33F-B2AF-4819-8F01-A9FD68E3AE32}"/>
              </a:ext>
            </a:extLst>
          </p:cNvPr>
          <p:cNvSpPr>
            <a:spLocks xmlns:a="http://schemas.openxmlformats.org/drawingml/2006/main" noGrp="1"/>
          </p:cNvSpPr>
          <p:nvPr/>
        </p:nvSpPr>
        <p:spPr>
          <a:xfrm xmlns:a="http://schemas.openxmlformats.org/drawingml/2006/main">
            <a:off x="6248400" y="1924050"/>
            <a:ext cx="5257800" cy="3886200"/>
          </a:xfrm>
          <a:prstGeom xmlns:a="http://schemas.openxmlformats.org/drawingml/2006/main" prst="roundRect">
            <a:avLst>
              <a:gd name="adj" fmla="val 5392"/>
            </a:avLst>
          </a:prstGeom>
          <a:solidFill xmlns:a="http://schemas.openxmlformats.org/drawingml/2006/main">
            <a:srgbClr val="F4F7FB"/>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4E365F07-950A-4D07-A025-90EE487382F4}"/>
              </a:ext>
            </a:extLst>
          </p:cNvPr>
          <p:cNvSpPr>
            <a:spLocks xmlns:a="http://schemas.openxmlformats.org/drawingml/2006/main" noGrp="1"/>
          </p:cNvSpPr>
          <p:nvPr/>
        </p:nvSpPr>
        <p:spPr>
          <a:xfrm xmlns:a="http://schemas.openxmlformats.org/drawingml/2006/main">
            <a:off x="6496050" y="2152650"/>
            <a:ext cx="2857500" cy="323850"/>
          </a:xfrm>
          <a:prstGeom xmlns:a="http://schemas.openxmlformats.org/drawingml/2006/main" prst="roundRect">
            <a:avLst>
              <a:gd name="adj" fmla="val 50000"/>
            </a:avLst>
          </a:prstGeom>
          <a:solidFill xmlns:a="http://schemas.openxmlformats.org/drawingml/2006/main">
            <a:srgbClr val="FFFFFF"/>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B6222E42-B3B5-4113-8A95-7228B5B7F097}"/>
              </a:ext>
            </a:extLst>
          </p:cNvPr>
          <p:cNvSpPr>
            <a:spLocks xmlns:a="http://schemas.openxmlformats.org/drawingml/2006/main" noGrp="1"/>
          </p:cNvSpPr>
          <p:nvPr/>
        </p:nvSpPr>
        <p:spPr>
          <a:xfrm xmlns:a="http://schemas.openxmlformats.org/drawingml/2006/main">
            <a:off x="6591300" y="2219325"/>
            <a:ext cx="2667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050" b="1" i="0">
                <a:solidFill>
                  <a:srgbClr val="EF4444"/>
                </a:solidFill>
                <a:latin typeface="Microsoft YaHei"/>
                <a:ea typeface="Microsoft YaHei"/>
                <a:cs typeface="Microsoft YaHei"/>
              </a:defRPr>
            </a:pPr>
            <a:r>
              <a:rPr sz="1050" b="1" i="0">
                <a:solidFill>
                  <a:srgbClr val="176BFF"/>
                </a:solidFill>
                <a:latin typeface="Microsoft YaHei"/>
                <a:ea typeface="Microsoft YaHei"/>
                <a:cs typeface="Microsoft YaHei"/>
              </a:rPr>
              <a:t>已验收 · 正式产品契约</a:t>
            </a:r>
          </a:p>
        </p:txBody>
      </p:sp>
      <p:sp>
        <p:nvSpPr>
          <p:cNvPr id="12" name="">
            <a:extLst xmlns:a="http://schemas.openxmlformats.org/drawingml/2006/main">
              <a:ext uri="{FF2B5EF4-FFF2-40B4-BE49-F238E27FC236}">
                <a16:creationId xmlns:a16="http://schemas.microsoft.com/office/drawing/2014/main" id="{9F7811E7-D896-4913-B268-3DD1943B29F5}"/>
              </a:ext>
            </a:extLst>
          </p:cNvPr>
          <p:cNvSpPr>
            <a:spLocks xmlns:a="http://schemas.openxmlformats.org/drawingml/2006/main" noGrp="1"/>
          </p:cNvSpPr>
          <p:nvPr/>
        </p:nvSpPr>
        <p:spPr>
          <a:xfrm xmlns:a="http://schemas.openxmlformats.org/drawingml/2006/main">
            <a:off x="6553200" y="2724150"/>
            <a:ext cx="4648200" cy="2076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i="0">
                <a:solidFill>
                  <a:srgbClr val="111827"/>
                </a:solidFill>
                <a:latin typeface="Microsoft YaHei"/>
                <a:ea typeface="Microsoft YaHei"/>
                <a:cs typeface="Microsoft YaHei"/>
              </a:defRPr>
            </a:pPr>
            <a:r>
              <a:rPr sz="1275" b="0" i="0">
                <a:solidFill>
                  <a:srgbClr val="111827"/>
                </a:solidFill>
                <a:latin typeface="Microsoft YaHei"/>
                <a:ea typeface="Microsoft YaHei"/>
                <a:cs typeface="Microsoft YaHei"/>
              </a:rPr>
              <a:t>✓ 正式契约：独立验收通过</a:t>
            </a:r>
          </a:p>
          <a:p xmlns:a="http://schemas.openxmlformats.org/drawingml/2006/main">
            <a:pPr algn="l">
              <a:buNone/>
              <a:defRPr sz="1200" b="0" i="0">
                <a:solidFill>
                  <a:srgbClr val="111827"/>
                </a:solidFill>
                <a:latin typeface="Microsoft YaHei"/>
                <a:ea typeface="Microsoft YaHei"/>
                <a:cs typeface="Microsoft YaHei"/>
              </a:defRPr>
            </a:pPr>
            <a:r>
              <a:rPr sz="1275" b="0" i="0">
                <a:solidFill>
                  <a:srgbClr val="111827"/>
                </a:solidFill>
                <a:latin typeface="Microsoft YaHei"/>
                <a:ea typeface="Microsoft YaHei"/>
                <a:cs typeface="Microsoft YaHei"/>
              </a:rPr>
              <a:t>✓ 21 个必需 Schema 逐项复核</a:t>
            </a:r>
          </a:p>
          <a:p xmlns:a="http://schemas.openxmlformats.org/drawingml/2006/main">
            <a:pPr algn="l">
              <a:buNone/>
              <a:defRPr sz="1200" b="0" i="0">
                <a:solidFill>
                  <a:srgbClr val="111827"/>
                </a:solidFill>
                <a:latin typeface="Microsoft YaHei"/>
                <a:ea typeface="Microsoft YaHei"/>
                <a:cs typeface="Microsoft YaHei"/>
              </a:defRPr>
            </a:pPr>
            <a:r>
              <a:rPr sz="1275" b="0" i="0">
                <a:solidFill>
                  <a:srgbClr val="111827"/>
                </a:solidFill>
                <a:latin typeface="Microsoft YaHei"/>
                <a:ea typeface="Microsoft YaHei"/>
                <a:cs typeface="Microsoft YaHei"/>
              </a:rPr>
              <a:t>✓ 9 份契约 / 交接文档</a:t>
            </a:r>
          </a:p>
          <a:p xmlns:a="http://schemas.openxmlformats.org/drawingml/2006/main">
            <a:pPr algn="l">
              <a:buNone/>
              <a:defRPr sz="1200" b="0" i="0">
                <a:solidFill>
                  <a:srgbClr val="111827"/>
                </a:solidFill>
                <a:latin typeface="Microsoft YaHei"/>
                <a:ea typeface="Microsoft YaHei"/>
                <a:cs typeface="Microsoft YaHei"/>
              </a:defRPr>
            </a:pPr>
            <a:r>
              <a:rPr sz="1275" b="0" i="0">
                <a:solidFill>
                  <a:srgbClr val="111827"/>
                </a:solidFill>
                <a:latin typeface="Microsoft YaHei"/>
                <a:ea typeface="Microsoft YaHei"/>
                <a:cs typeface="Microsoft YaHei"/>
              </a:rPr>
              <a:t>✓ 10 个正反 JSON 夹具</a:t>
            </a:r>
          </a:p>
          <a:p xmlns:a="http://schemas.openxmlformats.org/drawingml/2006/main">
            <a:pPr algn="l">
              <a:buNone/>
              <a:defRPr sz="1200" b="0" i="0">
                <a:solidFill>
                  <a:srgbClr val="111827"/>
                </a:solidFill>
                <a:latin typeface="Microsoft YaHei"/>
                <a:ea typeface="Microsoft YaHei"/>
                <a:cs typeface="Microsoft YaHei"/>
              </a:defRPr>
            </a:pPr>
            <a:r>
              <a:rPr sz="1275" b="0" i="0">
                <a:solidFill>
                  <a:srgbClr val="111827"/>
                </a:solidFill>
                <a:latin typeface="Microsoft YaHei"/>
                <a:ea typeface="Microsoft YaHei"/>
                <a:cs typeface="Microsoft YaHei"/>
              </a:rPr>
              <a:t>✓ 63 条相对链接全部核对</a:t>
            </a:r>
          </a:p>
          <a:p xmlns:a="http://schemas.openxmlformats.org/drawingml/2006/main">
            <a:pPr algn="l">
              <a:buNone/>
              <a:defRPr sz="1200" b="0" i="0">
                <a:solidFill>
                  <a:srgbClr val="111827"/>
                </a:solidFill>
                <a:latin typeface="Microsoft YaHei"/>
                <a:ea typeface="Microsoft YaHei"/>
                <a:cs typeface="Microsoft YaHei"/>
              </a:defRPr>
            </a:pPr>
            <a:r>
              <a:rPr sz="1275" b="0" i="0">
                <a:solidFill>
                  <a:srgbClr val="111827"/>
                </a:solidFill>
                <a:latin typeface="Microsoft YaHei"/>
                <a:ea typeface="Microsoft YaHei"/>
                <a:cs typeface="Microsoft YaHei"/>
              </a:rPr>
              <a:t>✓ 高亮 / 日志 / 轨迹同源</a:t>
            </a:r>
          </a:p>
          <a:p xmlns:a="http://schemas.openxmlformats.org/drawingml/2006/main">
            <a:pPr algn="l">
              <a:buNone/>
              <a:defRPr sz="1200" b="0" i="0">
                <a:solidFill>
                  <a:srgbClr val="111827"/>
                </a:solidFill>
                <a:latin typeface="Microsoft YaHei"/>
                <a:ea typeface="Microsoft YaHei"/>
                <a:cs typeface="Microsoft YaHei"/>
              </a:defRPr>
            </a:pPr>
            <a:r>
              <a:rPr sz="1275" b="0" i="0">
                <a:solidFill>
                  <a:srgbClr val="111827"/>
                </a:solidFill>
                <a:latin typeface="Microsoft YaHei"/>
                <a:ea typeface="Microsoft YaHei"/>
                <a:cs typeface="Microsoft YaHei"/>
              </a:rPr>
              <a:t>✓ 补丁拒绝、终端隔离、日志脱敏负例</a:t>
            </a:r>
          </a:p>
          <a:p xmlns:a="http://schemas.openxmlformats.org/drawingml/2006/main">
            <a:pPr algn="l">
              <a:buNone/>
              <a:defRPr sz="1200" b="0" i="0">
                <a:solidFill>
                  <a:srgbClr val="111827"/>
                </a:solidFill>
                <a:latin typeface="Microsoft YaHei"/>
                <a:ea typeface="Microsoft YaHei"/>
                <a:cs typeface="Microsoft YaHei"/>
              </a:defRPr>
            </a:pPr>
            <a:r>
              <a:rPr sz="1275" b="0" i="0">
                <a:solidFill>
                  <a:srgbClr val="111827"/>
                </a:solidFill>
                <a:latin typeface="Microsoft YaHei"/>
                <a:ea typeface="Microsoft YaHei"/>
                <a:cs typeface="Microsoft YaHei"/>
              </a:rPr>
              <a:t>覆盖：项目 · 交互 · 运行 · 构建 · 安全</a:t>
            </a:r>
          </a:p>
        </p:txBody>
      </p:sp>
      <p:pic>
        <p:nvPicPr>
          <p:cNvPr id="34" name=""/>
          <p:cNvPicPr>
            <a:picLocks xmlns:a="http://schemas.openxmlformats.org/drawingml/2006/main" noChangeAspect="1"/>
          </p:cNvPicPr>
          <p:nvPr/>
        </p:nvPicPr>
        <p:blipFill>
          <a:blip xmlns:r="http://schemas.openxmlformats.org/officeDocument/2006/relationships" xmlns:a="http://schemas.openxmlformats.org/drawingml/2006/main" r:embed="Rf141889e0e5e419a"/>
          <a:srcRect xmlns:a="http://schemas.openxmlformats.org/drawingml/2006/main" l="0" t="11290" r="0" b="11290"/>
          <a:stretch xmlns:a="http://schemas.openxmlformats.org/drawingml/2006/main">
            <a:fillRect l="0" t="0" r="0" b="0"/>
          </a:stretch>
        </p:blipFill>
        <p:spPr>
          <a:xfrm xmlns:a="http://schemas.openxmlformats.org/drawingml/2006/main">
            <a:off x="13335000" y="4095750"/>
            <a:ext cx="2952750" cy="1428750"/>
          </a:xfrm>
          <a:prstGeom xmlns:a="http://schemas.openxmlformats.org/drawingml/2006/main" prst="roundRect">
            <a:avLst>
              <a:gd name="adj" fmla="val 13333"/>
            </a:avLst>
          </a:prstGeom>
        </p:spPr>
      </p:pic>
      <p:sp>
        <p:nvSpPr>
          <p:cNvPr id="14" name="">
            <a:extLst xmlns:a="http://schemas.openxmlformats.org/drawingml/2006/main">
              <a:ext uri="{FF2B5EF4-FFF2-40B4-BE49-F238E27FC236}">
                <a16:creationId xmlns:a16="http://schemas.microsoft.com/office/drawing/2014/main" id="{C236E84C-0488-46CA-AE0D-E70BA935F96B}"/>
              </a:ext>
            </a:extLst>
          </p:cNvPr>
          <p:cNvSpPr>
            <a:spLocks xmlns:a="http://schemas.openxmlformats.org/drawingml/2006/main" noGrp="1"/>
          </p:cNvSpPr>
          <p:nvPr/>
        </p:nvSpPr>
        <p:spPr>
          <a:xfrm xmlns:a="http://schemas.openxmlformats.org/drawingml/2006/main">
            <a:off x="6553200" y="5219700"/>
            <a:ext cx="4648200" cy="323850"/>
          </a:xfrm>
          <a:prstGeom xmlns:a="http://schemas.openxmlformats.org/drawingml/2006/main" prst="roundRect">
            <a:avLst>
              <a:gd name="adj" fmla="val 50000"/>
            </a:avLst>
          </a:prstGeom>
          <a:solidFill xmlns:a="http://schemas.openxmlformats.org/drawingml/2006/main">
            <a:srgbClr val="0B1220"/>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0351F7CB-5C7D-4222-A237-0CBB7F6ED549}"/>
              </a:ext>
            </a:extLst>
          </p:cNvPr>
          <p:cNvSpPr>
            <a:spLocks xmlns:a="http://schemas.openxmlformats.org/drawingml/2006/main" noGrp="1"/>
          </p:cNvSpPr>
          <p:nvPr/>
        </p:nvSpPr>
        <p:spPr>
          <a:xfrm xmlns:a="http://schemas.openxmlformats.org/drawingml/2006/main">
            <a:off x="6648450" y="5286375"/>
            <a:ext cx="44577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050" b="1" i="0">
                <a:solidFill>
                  <a:srgbClr val="FFFFFF"/>
                </a:solidFill>
                <a:latin typeface="Microsoft YaHei"/>
                <a:ea typeface="Microsoft YaHei"/>
                <a:cs typeface="Microsoft YaHei"/>
              </a:defRPr>
            </a:pPr>
            <a:r>
              <a:rPr sz="1050" b="1" i="0">
                <a:solidFill>
                  <a:srgbClr val="FFFFFF"/>
                </a:solidFill>
                <a:latin typeface="Microsoft YaHei"/>
                <a:ea typeface="Microsoft YaHei"/>
                <a:cs typeface="Microsoft YaHei"/>
              </a:rPr>
              <a:t>21 Schema + 10 夹具 + 63 链接：产品边界已通过独立核验。</a:t>
            </a:r>
          </a:p>
        </p:txBody>
      </p:sp>
      <p:sp>
        <p:nvSpPr>
          <p:cNvPr id="16" name="">
            <a:extLst xmlns:a="http://schemas.openxmlformats.org/drawingml/2006/main">
              <a:ext uri="{FF2B5EF4-FFF2-40B4-BE49-F238E27FC236}">
                <a16:creationId xmlns:a16="http://schemas.microsoft.com/office/drawing/2014/main" id="{C128B773-2B04-44AF-B2B3-BA8929F4D095}"/>
              </a:ext>
            </a:extLst>
          </p:cNvPr>
          <p:cNvSpPr>
            <a:spLocks xmlns:a="http://schemas.openxmlformats.org/drawingml/2006/main" noGrp="1"/>
          </p:cNvSpPr>
          <p:nvPr/>
        </p:nvSpPr>
        <p:spPr>
          <a:xfrm xmlns:a="http://schemas.openxmlformats.org/drawingml/2006/main">
            <a:off x="685800" y="6496050"/>
            <a:ext cx="10820400" cy="9525"/>
          </a:xfrm>
          <a:prstGeom xmlns:a="http://schemas.openxmlformats.org/drawingml/2006/main" prst="rect">
            <a:avLst/>
          </a:prstGeom>
          <a:solidFill xmlns:a="http://schemas.openxmlformats.org/drawingml/2006/main">
            <a:srgbClr val="DCE3EC"/>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9CB40E5D-88E5-46E2-AEF4-2A8359C6C003}"/>
              </a:ext>
            </a:extLst>
          </p:cNvPr>
          <p:cNvSpPr>
            <a:spLocks xmlns:a="http://schemas.openxmlformats.org/drawingml/2006/main" noGrp="1"/>
          </p:cNvSpPr>
          <p:nvPr/>
        </p:nvSpPr>
        <p:spPr>
          <a:xfrm xmlns:a="http://schemas.openxmlformats.org/drawingml/2006/main">
            <a:off x="685800" y="6553200"/>
            <a:ext cx="476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975" b="0" i="0">
                <a:solidFill>
                  <a:srgbClr val="98A2B3"/>
                </a:solidFill>
                <a:latin typeface="Microsoft YaHei"/>
                <a:ea typeface="Microsoft YaHei"/>
                <a:cs typeface="Microsoft YaHei"/>
              </a:defRPr>
            </a:pPr>
            <a:r>
              <a:rPr sz="975" b="0" i="0">
                <a:solidFill>
                  <a:srgbClr val="98A2B3"/>
                </a:solidFill>
                <a:latin typeface="Microsoft YaHei"/>
                <a:ea typeface="Microsoft YaHei"/>
                <a:cs typeface="Microsoft YaHei"/>
              </a:rPr>
              <a:t>Blocky Studio · Agent 搭建教育</a:t>
            </a:r>
          </a:p>
        </p:txBody>
      </p:sp>
      <p:sp>
        <p:nvSpPr>
          <p:cNvPr id="18" name="">
            <a:extLst xmlns:a="http://schemas.openxmlformats.org/drawingml/2006/main">
              <a:ext uri="{FF2B5EF4-FFF2-40B4-BE49-F238E27FC236}">
                <a16:creationId xmlns:a16="http://schemas.microsoft.com/office/drawing/2014/main" id="{FB7AF61F-E60E-4BA3-B5A8-4BF88AFAFDC8}"/>
              </a:ext>
            </a:extLst>
          </p:cNvPr>
          <p:cNvSpPr>
            <a:spLocks xmlns:a="http://schemas.openxmlformats.org/drawingml/2006/main" noGrp="1"/>
          </p:cNvSpPr>
          <p:nvPr/>
        </p:nvSpPr>
        <p:spPr>
          <a:xfrm xmlns:a="http://schemas.openxmlformats.org/drawingml/2006/main">
            <a:off x="10953750" y="6553200"/>
            <a:ext cx="552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975" b="0" i="0">
                <a:solidFill>
                  <a:srgbClr val="98A2B3"/>
                </a:solidFill>
                <a:latin typeface="Microsoft YaHei"/>
                <a:ea typeface="Microsoft YaHei"/>
                <a:cs typeface="Microsoft YaHei"/>
              </a:defRPr>
            </a:pPr>
            <a:r>
              <a:rPr sz="975" b="0" i="0">
                <a:solidFill>
                  <a:srgbClr val="98A2B3"/>
                </a:solidFill>
                <a:latin typeface="Microsoft YaHei"/>
                <a:ea typeface="Microsoft YaHei"/>
                <a:cs typeface="Microsoft YaHei"/>
              </a:rPr>
              <a:t>21</a:t>
            </a:r>
          </a:p>
        </p:txBody>
      </p:sp>
      <p:sp>
        <p:nvSpPr>
          <p:cNvPr id="21" name="Unified left evidence conclusion">
            <a:extLst xmlns:a="http://schemas.openxmlformats.org/drawingml/2006/main">
              <a:ext uri="{FF2B5EF4-FFF2-40B4-BE49-F238E27FC236}">
                <a16:creationId xmlns:a16="http://schemas.microsoft.com/office/drawing/2014/main" id="{EFACA68A-A9A1-4F5A-99A6-DD4693702EF1}"/>
              </a:ext>
            </a:extLst>
          </p:cNvPr>
          <p:cNvSpPr>
            <a:spLocks xmlns:a="http://schemas.openxmlformats.org/drawingml/2006/main" noGrp="1"/>
          </p:cNvSpPr>
          <p:nvPr/>
        </p:nvSpPr>
        <p:spPr>
          <a:xfrm xmlns:a="http://schemas.openxmlformats.org/drawingml/2006/main">
            <a:off x="990600" y="5219700"/>
            <a:ext cx="4648200" cy="323850"/>
          </a:xfrm>
          <a:prstGeom xmlns:a="http://schemas.openxmlformats.org/drawingml/2006/main" prst="roundRect">
            <a:avLst>
              <a:gd name="adj" fmla="val 35294"/>
            </a:avLst>
          </a:prstGeom>
          <a:solidFill xmlns:a="http://schemas.openxmlformats.org/drawingml/2006/main">
            <a:srgbClr val="0B1220"/>
          </a:solidFill>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050" b="1">
                <a:solidFill>
                  <a:srgbClr val="FFFFFF"/>
                </a:solidFill>
                <a:latin typeface="Microsoft YaHei"/>
                <a:ea typeface="Microsoft YaHei"/>
                <a:cs typeface="Microsoft YaHei"/>
              </a:defRPr>
            </a:pPr>
            <a:r>
              <a:rPr sz="1050" b="1">
                <a:solidFill>
                  <a:srgbClr val="FFFFFF"/>
                </a:solidFill>
                <a:latin typeface="Microsoft YaHei"/>
                <a:ea typeface="Microsoft YaHei"/>
                <a:cs typeface="Microsoft YaHei"/>
              </a:rPr>
              <a:t>360 次循环 + 30 次 Host 重载：核心链路已有可复现实证。</a:t>
            </a:r>
          </a:p>
        </p:txBody>
      </p:sp>
    </p:spTree>
    <p:extLst>
      <p:ext uri="{BB962C8B-B14F-4D97-AF65-F5344CB8AC3E}">
        <p14:creationId xmlns:p14="http://schemas.microsoft.com/office/powerpoint/2010/main" val="831750542"/>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3F8F04E4-5685-46EC-B7BF-FF503FC092B3}"/>
              </a:ext>
            </a:extLst>
          </p:cNvPr>
          <p:cNvSpPr>
            <a:spLocks xmlns:a="http://schemas.openxmlformats.org/drawingml/2006/main" noGrp="1"/>
          </p:cNvSpPr>
          <p:nvPr/>
        </p:nvSpPr>
        <p:spPr>
          <a:xfrm xmlns:a="http://schemas.openxmlformats.org/drawingml/2006/main">
            <a:off x="685800" y="40005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200" b="1" i="0">
                <a:solidFill>
                  <a:srgbClr val="176BFF"/>
                </a:solidFill>
                <a:latin typeface="Microsoft YaHei"/>
                <a:ea typeface="Microsoft YaHei"/>
                <a:cs typeface="Microsoft YaHei"/>
              </a:defRPr>
            </a:pPr>
            <a:r>
              <a:rPr sz="1200" b="1" i="0">
                <a:solidFill>
                  <a:srgbClr val="176BFF"/>
                </a:solidFill>
                <a:latin typeface="Microsoft YaHei"/>
                <a:ea typeface="Microsoft YaHei"/>
                <a:cs typeface="Microsoft YaHei"/>
              </a:rPr>
              <a:t>OUTCOME · 可验收学习成果</a:t>
            </a:r>
          </a:p>
        </p:txBody>
      </p:sp>
      <p:sp>
        <p:nvSpPr>
          <p:cNvPr id="2" name="">
            <a:extLst xmlns:a="http://schemas.openxmlformats.org/drawingml/2006/main">
              <a:ext uri="{FF2B5EF4-FFF2-40B4-BE49-F238E27FC236}">
                <a16:creationId xmlns:a16="http://schemas.microsoft.com/office/drawing/2014/main" id="{D5FCCFBD-EC4D-495B-9570-BB048A245D84}"/>
              </a:ext>
            </a:extLst>
          </p:cNvPr>
          <p:cNvSpPr>
            <a:spLocks xmlns:a="http://schemas.openxmlformats.org/drawingml/2006/main" noGrp="1"/>
          </p:cNvSpPr>
          <p:nvPr/>
        </p:nvSpPr>
        <p:spPr>
          <a:xfrm xmlns:a="http://schemas.openxmlformats.org/drawingml/2006/main">
            <a:off x="685800" y="742950"/>
            <a:ext cx="108204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3150" b="1" i="0">
                <a:solidFill>
                  <a:srgbClr val="111827"/>
                </a:solidFill>
                <a:latin typeface="Microsoft YaHei"/>
                <a:ea typeface="Microsoft YaHei"/>
                <a:cs typeface="Microsoft YaHei"/>
              </a:defRPr>
            </a:pPr>
            <a:r>
              <a:rPr sz="3000" b="1" i="0">
                <a:solidFill>
                  <a:srgbClr val="111827"/>
                </a:solidFill>
                <a:latin typeface="Microsoft YaHei"/>
                <a:ea typeface="Microsoft YaHei"/>
                <a:cs typeface="Microsoft YaHei"/>
              </a:rPr>
              <a:t>课堂价值可量化：搭建、解释、引用、复现</a:t>
            </a:r>
          </a:p>
        </p:txBody>
      </p:sp>
      <p:sp>
        <p:nvSpPr>
          <p:cNvPr id="3" name="">
            <a:extLst xmlns:a="http://schemas.openxmlformats.org/drawingml/2006/main">
              <a:ext uri="{FF2B5EF4-FFF2-40B4-BE49-F238E27FC236}">
                <a16:creationId xmlns:a16="http://schemas.microsoft.com/office/drawing/2014/main" id="{7CF493F2-5172-4084-94AC-6144F45F7099}"/>
              </a:ext>
            </a:extLst>
          </p:cNvPr>
          <p:cNvSpPr>
            <a:spLocks xmlns:a="http://schemas.openxmlformats.org/drawingml/2006/main" noGrp="1"/>
          </p:cNvSpPr>
          <p:nvPr/>
        </p:nvSpPr>
        <p:spPr>
          <a:xfrm xmlns:a="http://schemas.openxmlformats.org/drawingml/2006/main">
            <a:off x="685800" y="1381125"/>
            <a:ext cx="10820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500" b="0" i="0">
                <a:solidFill>
                  <a:srgbClr val="667085"/>
                </a:solidFill>
                <a:latin typeface="Microsoft YaHei"/>
                <a:ea typeface="Microsoft YaHei"/>
                <a:cs typeface="Microsoft YaHei"/>
              </a:defRPr>
            </a:pPr>
            <a:r>
              <a:rPr sz="1500" b="0" i="0">
                <a:solidFill>
                  <a:srgbClr val="667085"/>
                </a:solidFill>
                <a:latin typeface="Microsoft YaHei"/>
                <a:ea typeface="Microsoft YaHei"/>
                <a:cs typeface="Microsoft YaHei"/>
              </a:rPr>
              <a:t>四项结果对应四个可观察证据，教师无需只凭“答案像不像”判断学习效果。</a:t>
            </a:r>
          </a:p>
        </p:txBody>
      </p:sp>
      <p:sp>
        <p:nvSpPr>
          <p:cNvPr id="4" name="">
            <a:extLst xmlns:a="http://schemas.openxmlformats.org/drawingml/2006/main">
              <a:ext uri="{FF2B5EF4-FFF2-40B4-BE49-F238E27FC236}">
                <a16:creationId xmlns:a16="http://schemas.microsoft.com/office/drawing/2014/main" id="{9B084ED5-104D-4B3B-BA7D-6F35FC152F80}"/>
              </a:ext>
            </a:extLst>
          </p:cNvPr>
          <p:cNvSpPr>
            <a:spLocks xmlns:a="http://schemas.openxmlformats.org/drawingml/2006/main" noGrp="1"/>
          </p:cNvSpPr>
          <p:nvPr/>
        </p:nvSpPr>
        <p:spPr>
          <a:xfrm xmlns:a="http://schemas.openxmlformats.org/drawingml/2006/main">
            <a:off x="685800" y="2076450"/>
            <a:ext cx="2419350" cy="2781300"/>
          </a:xfrm>
          <a:prstGeom xmlns:a="http://schemas.openxmlformats.org/drawingml/2006/main" prst="roundRect">
            <a:avLst>
              <a:gd name="adj" fmla="val 8661"/>
            </a:avLst>
          </a:prstGeom>
          <a:solidFill xmlns:a="http://schemas.openxmlformats.org/drawingml/2006/main">
            <a:srgbClr val="F7F9FC"/>
          </a:solidFill>
          <a:ln xmlns:a="http://schemas.openxmlformats.org/drawingml/2006/main" w="9525">
            <a:solidFill>
              <a:srgbClr val="DCE6F5"/>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5" name="">
            <a:extLst xmlns:a="http://schemas.openxmlformats.org/drawingml/2006/main">
              <a:ext uri="{FF2B5EF4-FFF2-40B4-BE49-F238E27FC236}">
                <a16:creationId xmlns:a16="http://schemas.microsoft.com/office/drawing/2014/main" id="{E8BE7AD9-2F88-4BEC-9E9A-6C8E2BE2CBCB}"/>
              </a:ext>
            </a:extLst>
          </p:cNvPr>
          <p:cNvSpPr>
            <a:spLocks xmlns:a="http://schemas.openxmlformats.org/drawingml/2006/main" noGrp="1"/>
          </p:cNvSpPr>
          <p:nvPr/>
        </p:nvSpPr>
        <p:spPr>
          <a:xfrm xmlns:a="http://schemas.openxmlformats.org/drawingml/2006/main">
            <a:off x="895350" y="2286000"/>
            <a:ext cx="571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i="0">
                <a:solidFill>
                  <a:srgbClr val="FFFFFF"/>
                </a:solidFill>
                <a:latin typeface="Microsoft YaHei"/>
                <a:ea typeface="Microsoft YaHei"/>
                <a:cs typeface="Microsoft YaHei"/>
              </a:defRPr>
            </a:pPr>
            <a:r>
              <a:rPr sz="1200" b="1" i="0">
                <a:solidFill>
                  <a:srgbClr val="176BFF"/>
                </a:solidFill>
                <a:latin typeface="Microsoft YaHei"/>
                <a:ea typeface="Microsoft YaHei"/>
                <a:cs typeface="Microsoft YaHei"/>
              </a:rPr>
              <a:t>01</a:t>
            </a:r>
          </a:p>
        </p:txBody>
      </p:sp>
      <p:sp>
        <p:nvSpPr>
          <p:cNvPr id="6" name="">
            <a:extLst xmlns:a="http://schemas.openxmlformats.org/drawingml/2006/main">
              <a:ext uri="{FF2B5EF4-FFF2-40B4-BE49-F238E27FC236}">
                <a16:creationId xmlns:a16="http://schemas.microsoft.com/office/drawing/2014/main" id="{C141301F-E876-4E53-B5B1-F226FE85931A}"/>
              </a:ext>
            </a:extLst>
          </p:cNvPr>
          <p:cNvSpPr>
            <a:spLocks xmlns:a="http://schemas.openxmlformats.org/drawingml/2006/main" noGrp="1"/>
          </p:cNvSpPr>
          <p:nvPr/>
        </p:nvSpPr>
        <p:spPr>
          <a:xfrm xmlns:a="http://schemas.openxmlformats.org/drawingml/2006/main">
            <a:off x="895350" y="2781300"/>
            <a:ext cx="20002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550" b="1" i="0">
                <a:solidFill>
                  <a:srgbClr val="FFFFFF"/>
                </a:solidFill>
                <a:latin typeface="Microsoft YaHei"/>
                <a:ea typeface="Microsoft YaHei"/>
                <a:cs typeface="Microsoft YaHei"/>
              </a:defRPr>
            </a:pPr>
            <a:r>
              <a:rPr sz="2550" b="1" i="0">
                <a:solidFill>
                  <a:srgbClr val="111827"/>
                </a:solidFill>
                <a:latin typeface="Microsoft YaHei"/>
                <a:ea typeface="Microsoft YaHei"/>
                <a:cs typeface="Microsoft YaHei"/>
              </a:rPr>
              <a:t>搭得出</a:t>
            </a:r>
          </a:p>
        </p:txBody>
      </p:sp>
      <p:sp>
        <p:nvSpPr>
          <p:cNvPr id="7" name="">
            <a:extLst xmlns:a="http://schemas.openxmlformats.org/drawingml/2006/main">
              <a:ext uri="{FF2B5EF4-FFF2-40B4-BE49-F238E27FC236}">
                <a16:creationId xmlns:a16="http://schemas.microsoft.com/office/drawing/2014/main" id="{1F20170A-1964-4746-B530-F4E1E4EF4D7E}"/>
              </a:ext>
            </a:extLst>
          </p:cNvPr>
          <p:cNvSpPr>
            <a:spLocks xmlns:a="http://schemas.openxmlformats.org/drawingml/2006/main" noGrp="1"/>
          </p:cNvSpPr>
          <p:nvPr/>
        </p:nvSpPr>
        <p:spPr>
          <a:xfrm xmlns:a="http://schemas.openxmlformats.org/drawingml/2006/main">
            <a:off x="895350" y="3562350"/>
            <a:ext cx="200025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500" b="0" i="0">
                <a:solidFill>
                  <a:srgbClr val="FFFFFF"/>
                </a:solidFill>
                <a:latin typeface="Microsoft YaHei"/>
                <a:ea typeface="Microsoft YaHei"/>
                <a:cs typeface="Microsoft YaHei"/>
              </a:defRPr>
            </a:pPr>
            <a:r>
              <a:rPr sz="1200" b="0" i="0">
                <a:solidFill>
                  <a:srgbClr val="667085"/>
                </a:solidFill>
                <a:latin typeface="Microsoft YaHei"/>
                <a:ea typeface="Microsoft YaHei"/>
                <a:cs typeface="Microsoft YaHei"/>
              </a:rPr>
              <a:t>产物｜可运行 Agent</a:t>
            </a:r>
          </a:p>
          <a:p xmlns:a="http://schemas.openxmlformats.org/drawingml/2006/main">
            <a:pPr algn="l">
              <a:buNone/>
              <a:defRPr sz="1500" b="0" i="0">
                <a:solidFill>
                  <a:srgbClr val="FFFFFF"/>
                </a:solidFill>
                <a:latin typeface="Microsoft YaHei"/>
                <a:ea typeface="Microsoft YaHei"/>
                <a:cs typeface="Microsoft YaHei"/>
              </a:defRPr>
            </a:pPr>
            <a:r>
              <a:rPr sz="1200" b="0" i="0">
                <a:solidFill>
                  <a:srgbClr val="667085"/>
                </a:solidFill>
                <a:latin typeface="Microsoft YaHei"/>
                <a:ea typeface="Microsoft YaHei"/>
                <a:cs typeface="Microsoft YaHei"/>
              </a:rPr>
              <a:t>证据｜Workspace + RuntimeEvent</a:t>
            </a:r>
          </a:p>
          <a:p xmlns:a="http://schemas.openxmlformats.org/drawingml/2006/main">
            <a:pPr algn="l">
              <a:buNone/>
              <a:defRPr sz="1500" b="0" i="0">
                <a:solidFill>
                  <a:srgbClr val="FFFFFF"/>
                </a:solidFill>
                <a:latin typeface="Microsoft YaHei"/>
                <a:ea typeface="Microsoft YaHei"/>
                <a:cs typeface="Microsoft YaHei"/>
              </a:defRPr>
            </a:pPr>
            <a:r>
              <a:rPr sz="1200" b="0" i="0">
                <a:solidFill>
                  <a:srgbClr val="667085"/>
                </a:solidFill>
                <a:latin typeface="Microsoft YaHei"/>
                <a:ea typeface="Microsoft YaHei"/>
                <a:cs typeface="Microsoft YaHei"/>
              </a:rPr>
              <a:t>指标｜完成率</a:t>
            </a:r>
          </a:p>
        </p:txBody>
      </p:sp>
      <p:sp>
        <p:nvSpPr>
          <p:cNvPr id="8" name="">
            <a:extLst xmlns:a="http://schemas.openxmlformats.org/drawingml/2006/main">
              <a:ext uri="{FF2B5EF4-FFF2-40B4-BE49-F238E27FC236}">
                <a16:creationId xmlns:a16="http://schemas.microsoft.com/office/drawing/2014/main" id="{4262643C-E4A7-4144-849B-26D585C55746}"/>
              </a:ext>
            </a:extLst>
          </p:cNvPr>
          <p:cNvSpPr>
            <a:spLocks xmlns:a="http://schemas.openxmlformats.org/drawingml/2006/main" noGrp="1"/>
          </p:cNvSpPr>
          <p:nvPr/>
        </p:nvSpPr>
        <p:spPr>
          <a:xfrm xmlns:a="http://schemas.openxmlformats.org/drawingml/2006/main">
            <a:off x="3390900" y="2076450"/>
            <a:ext cx="2419350" cy="2781300"/>
          </a:xfrm>
          <a:prstGeom xmlns:a="http://schemas.openxmlformats.org/drawingml/2006/main" prst="roundRect">
            <a:avLst>
              <a:gd name="adj" fmla="val 8661"/>
            </a:avLst>
          </a:prstGeom>
          <a:solidFill xmlns:a="http://schemas.openxmlformats.org/drawingml/2006/main">
            <a:srgbClr val="F7F9FC"/>
          </a:solidFill>
          <a:ln xmlns:a="http://schemas.openxmlformats.org/drawingml/2006/main" w="9525">
            <a:solidFill>
              <a:srgbClr val="DCE6F5"/>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9" name="">
            <a:extLst xmlns:a="http://schemas.openxmlformats.org/drawingml/2006/main">
              <a:ext uri="{FF2B5EF4-FFF2-40B4-BE49-F238E27FC236}">
                <a16:creationId xmlns:a16="http://schemas.microsoft.com/office/drawing/2014/main" id="{FC841C02-BC0E-44C6-8C20-F2749EB78096}"/>
              </a:ext>
            </a:extLst>
          </p:cNvPr>
          <p:cNvSpPr>
            <a:spLocks xmlns:a="http://schemas.openxmlformats.org/drawingml/2006/main" noGrp="1"/>
          </p:cNvSpPr>
          <p:nvPr/>
        </p:nvSpPr>
        <p:spPr>
          <a:xfrm xmlns:a="http://schemas.openxmlformats.org/drawingml/2006/main">
            <a:off x="3600450" y="2286000"/>
            <a:ext cx="571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i="0">
                <a:solidFill>
                  <a:srgbClr val="176BFF"/>
                </a:solidFill>
                <a:latin typeface="Microsoft YaHei"/>
                <a:ea typeface="Microsoft YaHei"/>
                <a:cs typeface="Microsoft YaHei"/>
              </a:defRPr>
            </a:pPr>
            <a:r>
              <a:rPr sz="1200" b="1" i="0">
                <a:solidFill>
                  <a:srgbClr val="176BFF"/>
                </a:solidFill>
                <a:latin typeface="Microsoft YaHei"/>
                <a:ea typeface="Microsoft YaHei"/>
                <a:cs typeface="Microsoft YaHei"/>
              </a:rPr>
              <a:t>02</a:t>
            </a:r>
          </a:p>
        </p:txBody>
      </p:sp>
      <p:sp>
        <p:nvSpPr>
          <p:cNvPr id="10" name="">
            <a:extLst xmlns:a="http://schemas.openxmlformats.org/drawingml/2006/main">
              <a:ext uri="{FF2B5EF4-FFF2-40B4-BE49-F238E27FC236}">
                <a16:creationId xmlns:a16="http://schemas.microsoft.com/office/drawing/2014/main" id="{0F212ABA-CC1D-4413-A11C-66EFF83035EB}"/>
              </a:ext>
            </a:extLst>
          </p:cNvPr>
          <p:cNvSpPr>
            <a:spLocks xmlns:a="http://schemas.openxmlformats.org/drawingml/2006/main" noGrp="1"/>
          </p:cNvSpPr>
          <p:nvPr/>
        </p:nvSpPr>
        <p:spPr>
          <a:xfrm xmlns:a="http://schemas.openxmlformats.org/drawingml/2006/main">
            <a:off x="3600450" y="2781300"/>
            <a:ext cx="20002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550" b="1" i="0">
                <a:solidFill>
                  <a:srgbClr val="111827"/>
                </a:solidFill>
                <a:latin typeface="Microsoft YaHei"/>
                <a:ea typeface="Microsoft YaHei"/>
                <a:cs typeface="Microsoft YaHei"/>
              </a:defRPr>
            </a:pPr>
            <a:r>
              <a:rPr sz="2550" b="1" i="0">
                <a:solidFill>
                  <a:srgbClr val="111827"/>
                </a:solidFill>
                <a:latin typeface="Microsoft YaHei"/>
                <a:ea typeface="Microsoft YaHei"/>
                <a:cs typeface="Microsoft YaHei"/>
              </a:rPr>
              <a:t>说得清</a:t>
            </a:r>
          </a:p>
        </p:txBody>
      </p:sp>
      <p:sp>
        <p:nvSpPr>
          <p:cNvPr id="11" name="">
            <a:extLst xmlns:a="http://schemas.openxmlformats.org/drawingml/2006/main">
              <a:ext uri="{FF2B5EF4-FFF2-40B4-BE49-F238E27FC236}">
                <a16:creationId xmlns:a16="http://schemas.microsoft.com/office/drawing/2014/main" id="{5917920F-5001-4FBE-B984-FF8CDE84CD9B}"/>
              </a:ext>
            </a:extLst>
          </p:cNvPr>
          <p:cNvSpPr>
            <a:spLocks xmlns:a="http://schemas.openxmlformats.org/drawingml/2006/main" noGrp="1"/>
          </p:cNvSpPr>
          <p:nvPr/>
        </p:nvSpPr>
        <p:spPr>
          <a:xfrm xmlns:a="http://schemas.openxmlformats.org/drawingml/2006/main">
            <a:off x="3600450" y="3562350"/>
            <a:ext cx="200025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500" b="0" i="0">
                <a:solidFill>
                  <a:srgbClr val="667085"/>
                </a:solidFill>
                <a:latin typeface="Microsoft YaHei"/>
                <a:ea typeface="Microsoft YaHei"/>
                <a:cs typeface="Microsoft YaHei"/>
              </a:defRPr>
            </a:pPr>
            <a:r>
              <a:rPr sz="1200" b="0" i="0">
                <a:solidFill>
                  <a:srgbClr val="667085"/>
                </a:solidFill>
                <a:latin typeface="Microsoft YaHei"/>
                <a:ea typeface="Microsoft YaHei"/>
                <a:cs typeface="Microsoft YaHei"/>
              </a:rPr>
              <a:t>行为｜指认关键积木</a:t>
            </a:r>
          </a:p>
          <a:p xmlns:a="http://schemas.openxmlformats.org/drawingml/2006/main">
            <a:pPr algn="l">
              <a:buNone/>
              <a:defRPr sz="1500" b="0" i="0">
                <a:solidFill>
                  <a:srgbClr val="667085"/>
                </a:solidFill>
                <a:latin typeface="Microsoft YaHei"/>
                <a:ea typeface="Microsoft YaHei"/>
                <a:cs typeface="Microsoft YaHei"/>
              </a:defRPr>
            </a:pPr>
            <a:r>
              <a:rPr sz="1200" b="0" i="0">
                <a:solidFill>
                  <a:srgbClr val="667085"/>
                </a:solidFill>
                <a:latin typeface="Microsoft YaHei"/>
                <a:ea typeface="Microsoft YaHei"/>
                <a:cs typeface="Microsoft YaHei"/>
              </a:rPr>
              <a:t>证据｜高亮 + Trace</a:t>
            </a:r>
          </a:p>
          <a:p xmlns:a="http://schemas.openxmlformats.org/drawingml/2006/main">
            <a:pPr algn="l">
              <a:buNone/>
              <a:defRPr sz="1500" b="0" i="0">
                <a:solidFill>
                  <a:srgbClr val="667085"/>
                </a:solidFill>
                <a:latin typeface="Microsoft YaHei"/>
                <a:ea typeface="Microsoft YaHei"/>
                <a:cs typeface="Microsoft YaHei"/>
              </a:defRPr>
            </a:pPr>
            <a:r>
              <a:rPr sz="1200" b="0" i="0">
                <a:solidFill>
                  <a:srgbClr val="667085"/>
                </a:solidFill>
                <a:latin typeface="Microsoft YaHei"/>
                <a:ea typeface="Microsoft YaHei"/>
                <a:cs typeface="Microsoft YaHei"/>
              </a:rPr>
              <a:t>指标｜解释率</a:t>
            </a:r>
          </a:p>
        </p:txBody>
      </p:sp>
      <p:sp>
        <p:nvSpPr>
          <p:cNvPr id="12" name="">
            <a:extLst xmlns:a="http://schemas.openxmlformats.org/drawingml/2006/main">
              <a:ext uri="{FF2B5EF4-FFF2-40B4-BE49-F238E27FC236}">
                <a16:creationId xmlns:a16="http://schemas.microsoft.com/office/drawing/2014/main" id="{6B39D476-BFC0-467D-953B-DAD47B6E173C}"/>
              </a:ext>
            </a:extLst>
          </p:cNvPr>
          <p:cNvSpPr>
            <a:spLocks xmlns:a="http://schemas.openxmlformats.org/drawingml/2006/main" noGrp="1"/>
          </p:cNvSpPr>
          <p:nvPr/>
        </p:nvSpPr>
        <p:spPr>
          <a:xfrm xmlns:a="http://schemas.openxmlformats.org/drawingml/2006/main">
            <a:off x="6096000" y="2076450"/>
            <a:ext cx="2419350" cy="2781300"/>
          </a:xfrm>
          <a:prstGeom xmlns:a="http://schemas.openxmlformats.org/drawingml/2006/main" prst="roundRect">
            <a:avLst>
              <a:gd name="adj" fmla="val 8661"/>
            </a:avLst>
          </a:prstGeom>
          <a:solidFill xmlns:a="http://schemas.openxmlformats.org/drawingml/2006/main">
            <a:srgbClr val="F7F9FC"/>
          </a:solidFill>
          <a:ln xmlns:a="http://schemas.openxmlformats.org/drawingml/2006/main" w="9525">
            <a:solidFill>
              <a:srgbClr val="DCE6F5"/>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3" name="">
            <a:extLst xmlns:a="http://schemas.openxmlformats.org/drawingml/2006/main">
              <a:ext uri="{FF2B5EF4-FFF2-40B4-BE49-F238E27FC236}">
                <a16:creationId xmlns:a16="http://schemas.microsoft.com/office/drawing/2014/main" id="{C1DBFFE6-3806-4E0B-B8B2-4849CEE10EDB}"/>
              </a:ext>
            </a:extLst>
          </p:cNvPr>
          <p:cNvSpPr>
            <a:spLocks xmlns:a="http://schemas.openxmlformats.org/drawingml/2006/main" noGrp="1"/>
          </p:cNvSpPr>
          <p:nvPr/>
        </p:nvSpPr>
        <p:spPr>
          <a:xfrm xmlns:a="http://schemas.openxmlformats.org/drawingml/2006/main">
            <a:off x="6305550" y="2286000"/>
            <a:ext cx="571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i="0">
                <a:solidFill>
                  <a:srgbClr val="176BFF"/>
                </a:solidFill>
                <a:latin typeface="Microsoft YaHei"/>
                <a:ea typeface="Microsoft YaHei"/>
                <a:cs typeface="Microsoft YaHei"/>
              </a:defRPr>
            </a:pPr>
            <a:r>
              <a:rPr sz="1200" b="1" i="0">
                <a:solidFill>
                  <a:srgbClr val="176BFF"/>
                </a:solidFill>
                <a:latin typeface="Microsoft YaHei"/>
                <a:ea typeface="Microsoft YaHei"/>
                <a:cs typeface="Microsoft YaHei"/>
              </a:rPr>
              <a:t>03</a:t>
            </a:r>
          </a:p>
        </p:txBody>
      </p:sp>
      <p:sp>
        <p:nvSpPr>
          <p:cNvPr id="14" name="">
            <a:extLst xmlns:a="http://schemas.openxmlformats.org/drawingml/2006/main">
              <a:ext uri="{FF2B5EF4-FFF2-40B4-BE49-F238E27FC236}">
                <a16:creationId xmlns:a16="http://schemas.microsoft.com/office/drawing/2014/main" id="{8EA4E758-33B1-4B19-AC92-39FB3CD8E43C}"/>
              </a:ext>
            </a:extLst>
          </p:cNvPr>
          <p:cNvSpPr>
            <a:spLocks xmlns:a="http://schemas.openxmlformats.org/drawingml/2006/main" noGrp="1"/>
          </p:cNvSpPr>
          <p:nvPr/>
        </p:nvSpPr>
        <p:spPr>
          <a:xfrm xmlns:a="http://schemas.openxmlformats.org/drawingml/2006/main">
            <a:off x="6305550" y="2781300"/>
            <a:ext cx="20002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550" b="1" i="0">
                <a:solidFill>
                  <a:srgbClr val="111827"/>
                </a:solidFill>
                <a:latin typeface="Microsoft YaHei"/>
                <a:ea typeface="Microsoft YaHei"/>
                <a:cs typeface="Microsoft YaHei"/>
              </a:defRPr>
            </a:pPr>
            <a:r>
              <a:rPr sz="2550" b="1" i="0">
                <a:solidFill>
                  <a:srgbClr val="111827"/>
                </a:solidFill>
                <a:latin typeface="Microsoft YaHei"/>
                <a:ea typeface="Microsoft YaHei"/>
                <a:cs typeface="Microsoft YaHei"/>
              </a:rPr>
              <a:t>引得准</a:t>
            </a:r>
          </a:p>
        </p:txBody>
      </p:sp>
      <p:sp>
        <p:nvSpPr>
          <p:cNvPr id="15" name="">
            <a:extLst xmlns:a="http://schemas.openxmlformats.org/drawingml/2006/main">
              <a:ext uri="{FF2B5EF4-FFF2-40B4-BE49-F238E27FC236}">
                <a16:creationId xmlns:a16="http://schemas.microsoft.com/office/drawing/2014/main" id="{263D6523-38D3-4000-876A-1730A7882E6A}"/>
              </a:ext>
            </a:extLst>
          </p:cNvPr>
          <p:cNvSpPr>
            <a:spLocks xmlns:a="http://schemas.openxmlformats.org/drawingml/2006/main" noGrp="1"/>
          </p:cNvSpPr>
          <p:nvPr/>
        </p:nvSpPr>
        <p:spPr>
          <a:xfrm xmlns:a="http://schemas.openxmlformats.org/drawingml/2006/main">
            <a:off x="6305550" y="3562350"/>
            <a:ext cx="200025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500" b="0" i="0">
                <a:solidFill>
                  <a:srgbClr val="667085"/>
                </a:solidFill>
                <a:latin typeface="Microsoft YaHei"/>
                <a:ea typeface="Microsoft YaHei"/>
                <a:cs typeface="Microsoft YaHei"/>
              </a:defRPr>
            </a:pPr>
            <a:r>
              <a:rPr sz="1200" b="0" i="0">
                <a:solidFill>
                  <a:srgbClr val="667085"/>
                </a:solidFill>
                <a:latin typeface="Microsoft YaHei"/>
                <a:ea typeface="Microsoft YaHei"/>
                <a:cs typeface="Microsoft YaHei"/>
              </a:rPr>
              <a:t>行为｜回答含可定位来源</a:t>
            </a:r>
          </a:p>
          <a:p xmlns:a="http://schemas.openxmlformats.org/drawingml/2006/main">
            <a:pPr algn="l">
              <a:buNone/>
              <a:defRPr sz="1500" b="0" i="0">
                <a:solidFill>
                  <a:srgbClr val="667085"/>
                </a:solidFill>
                <a:latin typeface="Microsoft YaHei"/>
                <a:ea typeface="Microsoft YaHei"/>
                <a:cs typeface="Microsoft YaHei"/>
              </a:defRPr>
            </a:pPr>
            <a:r>
              <a:rPr sz="1200" b="0" i="0">
                <a:solidFill>
                  <a:srgbClr val="667085"/>
                </a:solidFill>
                <a:latin typeface="Microsoft YaHei"/>
                <a:ea typeface="Microsoft YaHei"/>
                <a:cs typeface="Microsoft YaHei"/>
              </a:rPr>
              <a:t>证据｜引用 / 拒答记录</a:t>
            </a:r>
          </a:p>
          <a:p xmlns:a="http://schemas.openxmlformats.org/drawingml/2006/main">
            <a:pPr algn="l">
              <a:buNone/>
              <a:defRPr sz="1500" b="0" i="0">
                <a:solidFill>
                  <a:srgbClr val="667085"/>
                </a:solidFill>
                <a:latin typeface="Microsoft YaHei"/>
                <a:ea typeface="Microsoft YaHei"/>
                <a:cs typeface="Microsoft YaHei"/>
              </a:defRPr>
            </a:pPr>
            <a:r>
              <a:rPr sz="1200" b="0" i="0">
                <a:solidFill>
                  <a:srgbClr val="667085"/>
                </a:solidFill>
                <a:latin typeface="Microsoft YaHei"/>
                <a:ea typeface="Microsoft YaHei"/>
                <a:cs typeface="Microsoft YaHei"/>
              </a:rPr>
              <a:t>指标｜引用可定位率</a:t>
            </a:r>
          </a:p>
        </p:txBody>
      </p:sp>
      <p:sp>
        <p:nvSpPr>
          <p:cNvPr id="16" name="">
            <a:extLst xmlns:a="http://schemas.openxmlformats.org/drawingml/2006/main">
              <a:ext uri="{FF2B5EF4-FFF2-40B4-BE49-F238E27FC236}">
                <a16:creationId xmlns:a16="http://schemas.microsoft.com/office/drawing/2014/main" id="{18784C53-44C1-42A2-B33A-A95ACBEBF750}"/>
              </a:ext>
            </a:extLst>
          </p:cNvPr>
          <p:cNvSpPr>
            <a:spLocks xmlns:a="http://schemas.openxmlformats.org/drawingml/2006/main" noGrp="1"/>
          </p:cNvSpPr>
          <p:nvPr/>
        </p:nvSpPr>
        <p:spPr>
          <a:xfrm xmlns:a="http://schemas.openxmlformats.org/drawingml/2006/main">
            <a:off x="8801100" y="2076450"/>
            <a:ext cx="2419350" cy="2781300"/>
          </a:xfrm>
          <a:prstGeom xmlns:a="http://schemas.openxmlformats.org/drawingml/2006/main" prst="roundRect">
            <a:avLst>
              <a:gd name="adj" fmla="val 8661"/>
            </a:avLst>
          </a:prstGeom>
          <a:solidFill xmlns:a="http://schemas.openxmlformats.org/drawingml/2006/main">
            <a:srgbClr val="F7F9FC"/>
          </a:solidFill>
          <a:ln xmlns:a="http://schemas.openxmlformats.org/drawingml/2006/main" w="9525">
            <a:solidFill>
              <a:srgbClr val="DCE6F5"/>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7" name="">
            <a:extLst xmlns:a="http://schemas.openxmlformats.org/drawingml/2006/main">
              <a:ext uri="{FF2B5EF4-FFF2-40B4-BE49-F238E27FC236}">
                <a16:creationId xmlns:a16="http://schemas.microsoft.com/office/drawing/2014/main" id="{00ED2EAD-8316-4D07-B9D2-EF0FD529EFE1}"/>
              </a:ext>
            </a:extLst>
          </p:cNvPr>
          <p:cNvSpPr>
            <a:spLocks xmlns:a="http://schemas.openxmlformats.org/drawingml/2006/main" noGrp="1"/>
          </p:cNvSpPr>
          <p:nvPr/>
        </p:nvSpPr>
        <p:spPr>
          <a:xfrm xmlns:a="http://schemas.openxmlformats.org/drawingml/2006/main">
            <a:off x="9010650" y="2286000"/>
            <a:ext cx="571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i="0">
                <a:solidFill>
                  <a:srgbClr val="176BFF"/>
                </a:solidFill>
                <a:latin typeface="Microsoft YaHei"/>
                <a:ea typeface="Microsoft YaHei"/>
                <a:cs typeface="Microsoft YaHei"/>
              </a:defRPr>
            </a:pPr>
            <a:r>
              <a:rPr sz="1200" b="1" i="0">
                <a:solidFill>
                  <a:srgbClr val="176BFF"/>
                </a:solidFill>
                <a:latin typeface="Microsoft YaHei"/>
                <a:ea typeface="Microsoft YaHei"/>
                <a:cs typeface="Microsoft YaHei"/>
              </a:rPr>
              <a:t>04</a:t>
            </a:r>
          </a:p>
        </p:txBody>
      </p:sp>
      <p:sp>
        <p:nvSpPr>
          <p:cNvPr id="18" name="">
            <a:extLst xmlns:a="http://schemas.openxmlformats.org/drawingml/2006/main">
              <a:ext uri="{FF2B5EF4-FFF2-40B4-BE49-F238E27FC236}">
                <a16:creationId xmlns:a16="http://schemas.microsoft.com/office/drawing/2014/main" id="{EFE2529C-D364-4829-A0AC-71E3C7BE2542}"/>
              </a:ext>
            </a:extLst>
          </p:cNvPr>
          <p:cNvSpPr>
            <a:spLocks xmlns:a="http://schemas.openxmlformats.org/drawingml/2006/main" noGrp="1"/>
          </p:cNvSpPr>
          <p:nvPr/>
        </p:nvSpPr>
        <p:spPr>
          <a:xfrm xmlns:a="http://schemas.openxmlformats.org/drawingml/2006/main">
            <a:off x="9010650" y="2781300"/>
            <a:ext cx="20002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550" b="1" i="0">
                <a:solidFill>
                  <a:srgbClr val="111827"/>
                </a:solidFill>
                <a:latin typeface="Microsoft YaHei"/>
                <a:ea typeface="Microsoft YaHei"/>
                <a:cs typeface="Microsoft YaHei"/>
              </a:defRPr>
            </a:pPr>
            <a:r>
              <a:rPr sz="2550" b="1" i="0">
                <a:solidFill>
                  <a:srgbClr val="111827"/>
                </a:solidFill>
                <a:latin typeface="Microsoft YaHei"/>
                <a:ea typeface="Microsoft YaHei"/>
                <a:cs typeface="Microsoft YaHei"/>
              </a:rPr>
              <a:t>复现得了</a:t>
            </a:r>
          </a:p>
        </p:txBody>
      </p:sp>
      <p:sp>
        <p:nvSpPr>
          <p:cNvPr id="19" name="">
            <a:extLst xmlns:a="http://schemas.openxmlformats.org/drawingml/2006/main">
              <a:ext uri="{FF2B5EF4-FFF2-40B4-BE49-F238E27FC236}">
                <a16:creationId xmlns:a16="http://schemas.microsoft.com/office/drawing/2014/main" id="{D4EB2C4D-2107-42C6-974F-818DE79A7C15}"/>
              </a:ext>
            </a:extLst>
          </p:cNvPr>
          <p:cNvSpPr>
            <a:spLocks xmlns:a="http://schemas.openxmlformats.org/drawingml/2006/main" noGrp="1"/>
          </p:cNvSpPr>
          <p:nvPr/>
        </p:nvSpPr>
        <p:spPr>
          <a:xfrm xmlns:a="http://schemas.openxmlformats.org/drawingml/2006/main">
            <a:off x="9010650" y="3562350"/>
            <a:ext cx="200025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500" b="0" i="0">
                <a:solidFill>
                  <a:srgbClr val="667085"/>
                </a:solidFill>
                <a:latin typeface="Microsoft YaHei"/>
                <a:ea typeface="Microsoft YaHei"/>
                <a:cs typeface="Microsoft YaHei"/>
              </a:defRPr>
            </a:pPr>
            <a:r>
              <a:rPr sz="1200" b="0" i="0">
                <a:solidFill>
                  <a:srgbClr val="667085"/>
                </a:solidFill>
                <a:latin typeface="Microsoft YaHei"/>
                <a:ea typeface="Microsoft YaHei"/>
                <a:cs typeface="Microsoft YaHei"/>
              </a:rPr>
              <a:t>行为｜保存重开语义一致</a:t>
            </a:r>
          </a:p>
          <a:p xmlns:a="http://schemas.openxmlformats.org/drawingml/2006/main">
            <a:pPr algn="l">
              <a:buNone/>
              <a:defRPr sz="1500" b="0" i="0">
                <a:solidFill>
                  <a:srgbClr val="667085"/>
                </a:solidFill>
                <a:latin typeface="Microsoft YaHei"/>
                <a:ea typeface="Microsoft YaHei"/>
                <a:cs typeface="Microsoft YaHei"/>
              </a:defRPr>
            </a:pPr>
            <a:r>
              <a:rPr sz="1200" b="0" i="0">
                <a:solidFill>
                  <a:srgbClr val="667085"/>
                </a:solidFill>
                <a:latin typeface="Microsoft YaHei"/>
                <a:ea typeface="Microsoft YaHei"/>
                <a:cs typeface="Microsoft YaHei"/>
              </a:rPr>
              <a:t>证据｜Project reload</a:t>
            </a:r>
          </a:p>
          <a:p xmlns:a="http://schemas.openxmlformats.org/drawingml/2006/main">
            <a:pPr algn="l">
              <a:buNone/>
              <a:defRPr sz="1500" b="0" i="0">
                <a:solidFill>
                  <a:srgbClr val="667085"/>
                </a:solidFill>
                <a:latin typeface="Microsoft YaHei"/>
                <a:ea typeface="Microsoft YaHei"/>
                <a:cs typeface="Microsoft YaHei"/>
              </a:defRPr>
            </a:pPr>
            <a:r>
              <a:rPr sz="1200" b="0" i="0">
                <a:solidFill>
                  <a:srgbClr val="667085"/>
                </a:solidFill>
                <a:latin typeface="Microsoft YaHei"/>
                <a:ea typeface="Microsoft YaHei"/>
                <a:cs typeface="Microsoft YaHei"/>
              </a:rPr>
              <a:t>指标｜保存复现率</a:t>
            </a:r>
          </a:p>
        </p:txBody>
      </p:sp>
      <p:sp>
        <p:nvSpPr>
          <p:cNvPr id="20" name="">
            <a:extLst xmlns:a="http://schemas.openxmlformats.org/drawingml/2006/main">
              <a:ext uri="{FF2B5EF4-FFF2-40B4-BE49-F238E27FC236}">
                <a16:creationId xmlns:a16="http://schemas.microsoft.com/office/drawing/2014/main" id="{96CB4DB1-39DE-46AA-9842-ACA8ED2F9E1E}"/>
              </a:ext>
            </a:extLst>
          </p:cNvPr>
          <p:cNvSpPr>
            <a:spLocks xmlns:a="http://schemas.openxmlformats.org/drawingml/2006/main" noGrp="1"/>
          </p:cNvSpPr>
          <p:nvPr/>
        </p:nvSpPr>
        <p:spPr>
          <a:xfrm xmlns:a="http://schemas.openxmlformats.org/drawingml/2006/main">
            <a:off x="1676400" y="5219700"/>
            <a:ext cx="8839200" cy="685800"/>
          </a:xfrm>
          <a:prstGeom xmlns:a="http://schemas.openxmlformats.org/drawingml/2006/main" prst="roundRect">
            <a:avLst>
              <a:gd name="adj" fmla="val 25000"/>
            </a:avLst>
          </a:prstGeom>
          <a:solidFill xmlns:a="http://schemas.openxmlformats.org/drawingml/2006/main">
            <a:srgbClr val="EAF2FF"/>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40885AED-F686-45CE-BACD-85EAF9B1C6F7}"/>
              </a:ext>
            </a:extLst>
          </p:cNvPr>
          <p:cNvSpPr>
            <a:spLocks xmlns:a="http://schemas.openxmlformats.org/drawingml/2006/main" noGrp="1"/>
          </p:cNvSpPr>
          <p:nvPr/>
        </p:nvSpPr>
        <p:spPr>
          <a:xfrm xmlns:a="http://schemas.openxmlformats.org/drawingml/2006/main">
            <a:off x="1905000" y="5410200"/>
            <a:ext cx="8382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575" b="1" i="0">
                <a:solidFill>
                  <a:srgbClr val="F79009"/>
                </a:solidFill>
                <a:latin typeface="Microsoft YaHei"/>
                <a:ea typeface="Microsoft YaHei"/>
                <a:cs typeface="Microsoft YaHei"/>
              </a:defRPr>
            </a:pPr>
            <a:r>
              <a:rPr sz="1500" b="1" i="0">
                <a:solidFill>
                  <a:srgbClr val="176BFF"/>
                </a:solidFill>
                <a:latin typeface="Microsoft YaHei"/>
                <a:ea typeface="Microsoft YaHei"/>
                <a:cs typeface="Microsoft YaHei"/>
              </a:rPr>
              <a:t>指标口径｜完成率 · 解释率 · 引用可定位率 · 保存复现率</a:t>
            </a:r>
          </a:p>
        </p:txBody>
      </p:sp>
      <p:sp>
        <p:nvSpPr>
          <p:cNvPr id="22" name="">
            <a:extLst xmlns:a="http://schemas.openxmlformats.org/drawingml/2006/main">
              <a:ext uri="{FF2B5EF4-FFF2-40B4-BE49-F238E27FC236}">
                <a16:creationId xmlns:a16="http://schemas.microsoft.com/office/drawing/2014/main" id="{0FF81F25-CA1D-42EA-95BF-4FA2DCB1B727}"/>
              </a:ext>
            </a:extLst>
          </p:cNvPr>
          <p:cNvSpPr>
            <a:spLocks xmlns:a="http://schemas.openxmlformats.org/drawingml/2006/main" noGrp="1"/>
          </p:cNvSpPr>
          <p:nvPr/>
        </p:nvSpPr>
        <p:spPr>
          <a:xfrm xmlns:a="http://schemas.openxmlformats.org/drawingml/2006/main">
            <a:off x="685800" y="6496050"/>
            <a:ext cx="10820400" cy="9525"/>
          </a:xfrm>
          <a:prstGeom xmlns:a="http://schemas.openxmlformats.org/drawingml/2006/main" prst="rect">
            <a:avLst/>
          </a:prstGeom>
          <a:solidFill xmlns:a="http://schemas.openxmlformats.org/drawingml/2006/main">
            <a:srgbClr val="DCE3EC"/>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111AEA12-AB50-4D32-8FDF-96E4B5B4CC6F}"/>
              </a:ext>
            </a:extLst>
          </p:cNvPr>
          <p:cNvSpPr>
            <a:spLocks xmlns:a="http://schemas.openxmlformats.org/drawingml/2006/main" noGrp="1"/>
          </p:cNvSpPr>
          <p:nvPr/>
        </p:nvSpPr>
        <p:spPr>
          <a:xfrm xmlns:a="http://schemas.openxmlformats.org/drawingml/2006/main">
            <a:off x="685800" y="6553200"/>
            <a:ext cx="476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975" b="0" i="0">
                <a:solidFill>
                  <a:srgbClr val="98A2B3"/>
                </a:solidFill>
                <a:latin typeface="Microsoft YaHei"/>
                <a:ea typeface="Microsoft YaHei"/>
                <a:cs typeface="Microsoft YaHei"/>
              </a:defRPr>
            </a:pPr>
            <a:r>
              <a:rPr sz="975" b="0" i="0">
                <a:solidFill>
                  <a:srgbClr val="98A2B3"/>
                </a:solidFill>
                <a:latin typeface="Microsoft YaHei"/>
                <a:ea typeface="Microsoft YaHei"/>
                <a:cs typeface="Microsoft YaHei"/>
              </a:rPr>
              <a:t>Blocky Studio · Agent 搭建教育</a:t>
            </a:r>
          </a:p>
        </p:txBody>
      </p:sp>
      <p:sp>
        <p:nvSpPr>
          <p:cNvPr id="24" name="">
            <a:extLst xmlns:a="http://schemas.openxmlformats.org/drawingml/2006/main">
              <a:ext uri="{FF2B5EF4-FFF2-40B4-BE49-F238E27FC236}">
                <a16:creationId xmlns:a16="http://schemas.microsoft.com/office/drawing/2014/main" id="{515CDD87-5796-4A69-900F-7A9A60775B88}"/>
              </a:ext>
            </a:extLst>
          </p:cNvPr>
          <p:cNvSpPr>
            <a:spLocks xmlns:a="http://schemas.openxmlformats.org/drawingml/2006/main" noGrp="1"/>
          </p:cNvSpPr>
          <p:nvPr/>
        </p:nvSpPr>
        <p:spPr>
          <a:xfrm xmlns:a="http://schemas.openxmlformats.org/drawingml/2006/main">
            <a:off x="10953750" y="6553200"/>
            <a:ext cx="552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975" b="0" i="0">
                <a:solidFill>
                  <a:srgbClr val="98A2B3"/>
                </a:solidFill>
                <a:latin typeface="Microsoft YaHei"/>
                <a:ea typeface="Microsoft YaHei"/>
                <a:cs typeface="Microsoft YaHei"/>
              </a:defRPr>
            </a:pPr>
            <a:r>
              <a:rPr sz="975" b="0" i="0">
                <a:solidFill>
                  <a:srgbClr val="98A2B3"/>
                </a:solidFill>
                <a:latin typeface="Microsoft YaHei"/>
                <a:ea typeface="Microsoft YaHei"/>
                <a:cs typeface="Microsoft YaHei"/>
              </a:rPr>
              <a:t>22</a:t>
            </a:r>
          </a:p>
        </p:txBody>
      </p:sp>
      <p:pic>
        <p:nvPicPr>
          <p:cNvPr id="51" name=""/>
          <p:cNvPicPr>
            <a:picLocks xmlns:a="http://schemas.openxmlformats.org/drawingml/2006/main" noChangeAspect="1"/>
          </p:cNvPicPr>
          <p:nvPr/>
        </p:nvPicPr>
        <p:blipFill>
          <a:blip xmlns:r="http://schemas.openxmlformats.org/officeDocument/2006/relationships" xmlns:a="http://schemas.openxmlformats.org/drawingml/2006/main" r:embed="Rd92601830e714ce0"/>
          <a:stretch xmlns:a="http://schemas.openxmlformats.org/drawingml/2006/main"/>
        </p:blipFill>
        <p:spPr>
          <a:xfrm xmlns:a="http://schemas.openxmlformats.org/drawingml/2006/main">
            <a:off x="9667875" y="228600"/>
            <a:ext cx="1504950" cy="1504950"/>
          </a:xfrm>
          <a:prstGeom xmlns:a="http://schemas.openxmlformats.org/drawingml/2006/main" prst="rect">
            <a:avLst/>
          </a:prstGeom>
        </p:spPr>
      </p:pic>
    </p:spTree>
    <p:extLst>
      <p:ext uri="{BB962C8B-B14F-4D97-AF65-F5344CB8AC3E}">
        <p14:creationId xmlns:p14="http://schemas.microsoft.com/office/powerpoint/2010/main" val="1537898588"/>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A95339E4-F604-4D6A-86EF-DF2CD0929E18}"/>
              </a:ext>
            </a:extLst>
          </p:cNvPr>
          <p:cNvSpPr>
            <a:spLocks xmlns:a="http://schemas.openxmlformats.org/drawingml/2006/main" noGrp="1"/>
          </p:cNvSpPr>
          <p:nvPr/>
        </p:nvSpPr>
        <p:spPr>
          <a:xfrm xmlns:a="http://schemas.openxmlformats.org/drawingml/2006/main">
            <a:off x="685800" y="40005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200" b="1" i="0">
                <a:solidFill>
                  <a:srgbClr val="176BFF"/>
                </a:solidFill>
                <a:latin typeface="Microsoft YaHei"/>
                <a:ea typeface="Microsoft YaHei"/>
                <a:cs typeface="Microsoft YaHei"/>
              </a:defRPr>
            </a:pPr>
            <a:r>
              <a:rPr sz="1200" b="1" i="0">
                <a:solidFill>
                  <a:srgbClr val="176BFF"/>
                </a:solidFill>
                <a:latin typeface="Microsoft YaHei"/>
                <a:ea typeface="Microsoft YaHei"/>
                <a:cs typeface="Microsoft YaHei"/>
              </a:rPr>
              <a:t>SCENARIO SERVICES · 场景化拓展</a:t>
            </a:r>
          </a:p>
        </p:txBody>
      </p:sp>
      <p:sp>
        <p:nvSpPr>
          <p:cNvPr id="2" name="">
            <a:extLst xmlns:a="http://schemas.openxmlformats.org/drawingml/2006/main">
              <a:ext uri="{FF2B5EF4-FFF2-40B4-BE49-F238E27FC236}">
                <a16:creationId xmlns:a16="http://schemas.microsoft.com/office/drawing/2014/main" id="{7370CF98-9ECF-4290-B608-8ACEB1A04835}"/>
              </a:ext>
            </a:extLst>
          </p:cNvPr>
          <p:cNvSpPr>
            <a:spLocks xmlns:a="http://schemas.openxmlformats.org/drawingml/2006/main" noGrp="1"/>
          </p:cNvSpPr>
          <p:nvPr/>
        </p:nvSpPr>
        <p:spPr>
          <a:xfrm xmlns:a="http://schemas.openxmlformats.org/drawingml/2006/main">
            <a:off x="685800" y="742950"/>
            <a:ext cx="108204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3150" b="1" i="0">
                <a:solidFill>
                  <a:srgbClr val="111827"/>
                </a:solidFill>
                <a:latin typeface="Microsoft YaHei"/>
                <a:ea typeface="Microsoft YaHei"/>
                <a:cs typeface="Microsoft YaHei"/>
              </a:defRPr>
            </a:pPr>
            <a:r>
              <a:rPr sz="2925" b="1" i="0">
                <a:solidFill>
                  <a:srgbClr val="111827"/>
                </a:solidFill>
                <a:latin typeface="Microsoft YaHei"/>
                <a:ea typeface="Microsoft YaHei"/>
                <a:cs typeface="Microsoft YaHei"/>
              </a:rPr>
              <a:t>从个人学习到组织生产，服务围绕同一产品底座展开</a:t>
            </a:r>
          </a:p>
        </p:txBody>
      </p:sp>
      <p:sp>
        <p:nvSpPr>
          <p:cNvPr id="3" name="">
            <a:extLst xmlns:a="http://schemas.openxmlformats.org/drawingml/2006/main">
              <a:ext uri="{FF2B5EF4-FFF2-40B4-BE49-F238E27FC236}">
                <a16:creationId xmlns:a16="http://schemas.microsoft.com/office/drawing/2014/main" id="{B79087C1-24E9-4883-BB39-FFC3752BBE8C}"/>
              </a:ext>
            </a:extLst>
          </p:cNvPr>
          <p:cNvSpPr>
            <a:spLocks xmlns:a="http://schemas.openxmlformats.org/drawingml/2006/main" noGrp="1"/>
          </p:cNvSpPr>
          <p:nvPr/>
        </p:nvSpPr>
        <p:spPr>
          <a:xfrm xmlns:a="http://schemas.openxmlformats.org/drawingml/2006/main">
            <a:off x="1714500" y="2019300"/>
            <a:ext cx="7905750" cy="3429000"/>
          </a:xfrm>
          <a:prstGeom xmlns:a="http://schemas.openxmlformats.org/drawingml/2006/main" prst="roundRect">
            <a:avLst>
              <a:gd name="adj" fmla="val 5556"/>
            </a:avLst>
          </a:prstGeom>
          <a:noFill xmlns:a="http://schemas.openxmlformats.org/drawingml/2006/main"/>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6C15C7A3-B066-45AE-9611-3A53A1582751}"/>
              </a:ext>
            </a:extLst>
          </p:cNvPr>
          <p:cNvSpPr>
            <a:spLocks xmlns:a="http://schemas.openxmlformats.org/drawingml/2006/main" noGrp="1"/>
          </p:cNvSpPr>
          <p:nvPr/>
        </p:nvSpPr>
        <p:spPr>
          <a:xfrm xmlns:a="http://schemas.openxmlformats.org/drawingml/2006/main">
            <a:off x="13335000" y="2438400"/>
            <a:ext cx="28575" cy="2476500"/>
          </a:xfrm>
          <a:prstGeom xmlns:a="http://schemas.openxmlformats.org/drawingml/2006/main" prst="rect">
            <a:avLst/>
          </a:prstGeom>
          <a:solidFill xmlns:a="http://schemas.openxmlformats.org/drawingml/2006/main">
            <a:srgbClr val="111827"/>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F8CF3443-2956-4DCD-9397-CE8B308C9C68}"/>
              </a:ext>
            </a:extLst>
          </p:cNvPr>
          <p:cNvSpPr>
            <a:spLocks xmlns:a="http://schemas.openxmlformats.org/drawingml/2006/main" noGrp="1"/>
          </p:cNvSpPr>
          <p:nvPr/>
        </p:nvSpPr>
        <p:spPr>
          <a:xfrm xmlns:a="http://schemas.openxmlformats.org/drawingml/2006/main">
            <a:off x="13373100" y="4895850"/>
            <a:ext cx="6191250" cy="28575"/>
          </a:xfrm>
          <a:prstGeom xmlns:a="http://schemas.openxmlformats.org/drawingml/2006/main" prst="rect">
            <a:avLst/>
          </a:prstGeom>
          <a:solidFill xmlns:a="http://schemas.openxmlformats.org/drawingml/2006/main">
            <a:srgbClr val="111827"/>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19AB1834-49B3-4F51-9EB9-45529734317A}"/>
              </a:ext>
            </a:extLst>
          </p:cNvPr>
          <p:cNvSpPr>
            <a:spLocks xmlns:a="http://schemas.openxmlformats.org/drawingml/2006/main" noGrp="1"/>
          </p:cNvSpPr>
          <p:nvPr/>
        </p:nvSpPr>
        <p:spPr>
          <a:xfrm xmlns:a="http://schemas.openxmlformats.org/drawingml/2006/main">
            <a:off x="13411200" y="3648075"/>
            <a:ext cx="6191250" cy="9525"/>
          </a:xfrm>
          <a:prstGeom xmlns:a="http://schemas.openxmlformats.org/drawingml/2006/main" prst="rect">
            <a:avLst/>
          </a:prstGeom>
          <a:solidFill xmlns:a="http://schemas.openxmlformats.org/drawingml/2006/main">
            <a:srgbClr val="DCE3EC"/>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2D17254A-D248-480E-A64C-9F3D946563C0}"/>
              </a:ext>
            </a:extLst>
          </p:cNvPr>
          <p:cNvSpPr>
            <a:spLocks xmlns:a="http://schemas.openxmlformats.org/drawingml/2006/main" noGrp="1"/>
          </p:cNvSpPr>
          <p:nvPr/>
        </p:nvSpPr>
        <p:spPr>
          <a:xfrm xmlns:a="http://schemas.openxmlformats.org/drawingml/2006/main">
            <a:off x="13449300" y="2438400"/>
            <a:ext cx="9525" cy="2476500"/>
          </a:xfrm>
          <a:prstGeom xmlns:a="http://schemas.openxmlformats.org/drawingml/2006/main" prst="rect">
            <a:avLst/>
          </a:prstGeom>
          <a:solidFill xmlns:a="http://schemas.openxmlformats.org/drawingml/2006/main">
            <a:srgbClr val="DCE3EC"/>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8AF039EF-8669-48E6-8355-B3E3CDD61D65}"/>
              </a:ext>
            </a:extLst>
          </p:cNvPr>
          <p:cNvSpPr>
            <a:spLocks xmlns:a="http://schemas.openxmlformats.org/drawingml/2006/main" noGrp="1"/>
          </p:cNvSpPr>
          <p:nvPr/>
        </p:nvSpPr>
        <p:spPr>
          <a:xfrm xmlns:a="http://schemas.openxmlformats.org/drawingml/2006/main">
            <a:off x="685800" y="1428750"/>
            <a:ext cx="108204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425" b="1" i="0">
                <a:solidFill>
                  <a:srgbClr val="64748B"/>
                </a:solidFill>
                <a:latin typeface="Microsoft YaHei"/>
                <a:ea typeface="Microsoft YaHei"/>
                <a:cs typeface="Microsoft YaHei"/>
              </a:defRPr>
            </a:pPr>
            <a:r>
              <a:rPr sz="1350" b="0" i="0">
                <a:solidFill>
                  <a:srgbClr val="667085"/>
                </a:solidFill>
                <a:latin typeface="Microsoft YaHei"/>
                <a:ea typeface="Microsoft YaHei"/>
                <a:cs typeface="Microsoft YaHei"/>
              </a:rPr>
              <a:t>标准功能解决通用搭建，拓展服务把目标、课程、数据、系统和治理要求组合成可用方案。</a:t>
            </a:r>
          </a:p>
        </p:txBody>
      </p:sp>
      <p:sp>
        <p:nvSpPr>
          <p:cNvPr id="9" name="">
            <a:extLst xmlns:a="http://schemas.openxmlformats.org/drawingml/2006/main">
              <a:ext uri="{FF2B5EF4-FFF2-40B4-BE49-F238E27FC236}">
                <a16:creationId xmlns:a16="http://schemas.microsoft.com/office/drawing/2014/main" id="{E8252EBC-6654-4A56-A43D-04234BEB26AE}"/>
              </a:ext>
            </a:extLst>
          </p:cNvPr>
          <p:cNvSpPr>
            <a:spLocks xmlns:a="http://schemas.openxmlformats.org/drawingml/2006/main" noGrp="1"/>
          </p:cNvSpPr>
          <p:nvPr/>
        </p:nvSpPr>
        <p:spPr>
          <a:xfrm xmlns:a="http://schemas.openxmlformats.org/drawingml/2006/main">
            <a:off x="876300" y="5105400"/>
            <a:ext cx="10439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125" b="1" i="0">
                <a:solidFill>
                  <a:srgbClr val="1456C7"/>
                </a:solidFill>
                <a:latin typeface="Microsoft YaHei"/>
                <a:ea typeface="Microsoft YaHei"/>
                <a:cs typeface="Microsoft YaHei"/>
              </a:defRPr>
            </a:pPr>
            <a:r>
              <a:rPr sz="1350" b="1" i="0">
                <a:solidFill>
                  <a:srgbClr val="176BFF"/>
                </a:solidFill>
                <a:latin typeface="Microsoft YaHei"/>
                <a:ea typeface="Microsoft YaHei"/>
                <a:cs typeface="Microsoft YaHei"/>
              </a:rPr>
              <a:t>一套内核支撑个人订阅、机构方案与企业交付，作品格式与运行证据保持一致</a:t>
            </a:r>
          </a:p>
        </p:txBody>
      </p:sp>
      <p:sp>
        <p:nvSpPr>
          <p:cNvPr id="10" name="">
            <a:extLst xmlns:a="http://schemas.openxmlformats.org/drawingml/2006/main">
              <a:ext uri="{FF2B5EF4-FFF2-40B4-BE49-F238E27FC236}">
                <a16:creationId xmlns:a16="http://schemas.microsoft.com/office/drawing/2014/main" id="{F709C619-2BD1-4EF2-9FB4-E67118A23879}"/>
              </a:ext>
            </a:extLst>
          </p:cNvPr>
          <p:cNvSpPr>
            <a:spLocks xmlns:a="http://schemas.openxmlformats.org/drawingml/2006/main" noGrp="1"/>
          </p:cNvSpPr>
          <p:nvPr/>
        </p:nvSpPr>
        <p:spPr>
          <a:xfrm xmlns:a="http://schemas.openxmlformats.org/drawingml/2006/main">
            <a:off x="13487400" y="4038600"/>
            <a:ext cx="400050" cy="400050"/>
          </a:xfrm>
          <a:prstGeom xmlns:a="http://schemas.openxmlformats.org/drawingml/2006/main" prst="ellipse">
            <a:avLst/>
          </a:prstGeom>
          <a:solidFill xmlns:a="http://schemas.openxmlformats.org/drawingml/2006/main">
            <a:srgbClr val="98A2B3"/>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A5049E2C-638C-4C84-9984-35EE7E45EF3D}"/>
              </a:ext>
            </a:extLst>
          </p:cNvPr>
          <p:cNvSpPr>
            <a:spLocks xmlns:a="http://schemas.openxmlformats.org/drawingml/2006/main" noGrp="1"/>
          </p:cNvSpPr>
          <p:nvPr/>
        </p:nvSpPr>
        <p:spPr>
          <a:xfrm xmlns:a="http://schemas.openxmlformats.org/drawingml/2006/main">
            <a:off x="13525500" y="4514850"/>
            <a:ext cx="1428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i="0">
                <a:solidFill>
                  <a:srgbClr val="667085"/>
                </a:solidFill>
                <a:latin typeface="Microsoft YaHei"/>
                <a:ea typeface="Microsoft YaHei"/>
                <a:cs typeface="Microsoft YaHei"/>
              </a:defRPr>
            </a:pPr>
            <a:r>
              <a:rPr sz="1200" b="0" i="0">
                <a:solidFill>
                  <a:srgbClr val="667085"/>
                </a:solidFill>
                <a:latin typeface="Microsoft YaHei"/>
                <a:ea typeface="Microsoft YaHei"/>
                <a:cs typeface="Microsoft YaHei"/>
              </a:rPr>
              <a:t>办公问答</a:t>
            </a:r>
          </a:p>
        </p:txBody>
      </p:sp>
      <p:sp>
        <p:nvSpPr>
          <p:cNvPr id="12" name="">
            <a:extLst xmlns:a="http://schemas.openxmlformats.org/drawingml/2006/main">
              <a:ext uri="{FF2B5EF4-FFF2-40B4-BE49-F238E27FC236}">
                <a16:creationId xmlns:a16="http://schemas.microsoft.com/office/drawing/2014/main" id="{F4BE703F-ECE8-4177-B632-BC2BAF5358DF}"/>
              </a:ext>
            </a:extLst>
          </p:cNvPr>
          <p:cNvSpPr>
            <a:spLocks xmlns:a="http://schemas.openxmlformats.org/drawingml/2006/main" noGrp="1"/>
          </p:cNvSpPr>
          <p:nvPr/>
        </p:nvSpPr>
        <p:spPr>
          <a:xfrm xmlns:a="http://schemas.openxmlformats.org/drawingml/2006/main">
            <a:off x="13563600" y="3781425"/>
            <a:ext cx="457200" cy="457200"/>
          </a:xfrm>
          <a:prstGeom xmlns:a="http://schemas.openxmlformats.org/drawingml/2006/main" prst="ellipse">
            <a:avLst/>
          </a:prstGeom>
          <a:solidFill xmlns:a="http://schemas.openxmlformats.org/drawingml/2006/main">
            <a:srgbClr val="F79009"/>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1AB245E4-7D7B-4DD8-84A1-4F701573FA23}"/>
              </a:ext>
            </a:extLst>
          </p:cNvPr>
          <p:cNvSpPr>
            <a:spLocks xmlns:a="http://schemas.openxmlformats.org/drawingml/2006/main" noGrp="1"/>
          </p:cNvSpPr>
          <p:nvPr/>
        </p:nvSpPr>
        <p:spPr>
          <a:xfrm xmlns:a="http://schemas.openxmlformats.org/drawingml/2006/main">
            <a:off x="13601700" y="4314825"/>
            <a:ext cx="13716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i="0">
                <a:solidFill>
                  <a:srgbClr val="667085"/>
                </a:solidFill>
                <a:latin typeface="Microsoft YaHei"/>
                <a:ea typeface="Microsoft YaHei"/>
                <a:cs typeface="Microsoft YaHei"/>
              </a:defRPr>
            </a:pPr>
            <a:r>
              <a:rPr sz="1200" b="0" i="0">
                <a:solidFill>
                  <a:srgbClr val="667085"/>
                </a:solidFill>
                <a:latin typeface="Microsoft YaHei"/>
                <a:ea typeface="Microsoft YaHei"/>
                <a:cs typeface="Microsoft YaHei"/>
              </a:rPr>
              <a:t>浏览器任务</a:t>
            </a:r>
          </a:p>
        </p:txBody>
      </p:sp>
      <p:sp>
        <p:nvSpPr>
          <p:cNvPr id="14" name="">
            <a:extLst xmlns:a="http://schemas.openxmlformats.org/drawingml/2006/main">
              <a:ext uri="{FF2B5EF4-FFF2-40B4-BE49-F238E27FC236}">
                <a16:creationId xmlns:a16="http://schemas.microsoft.com/office/drawing/2014/main" id="{F4165A70-FD04-45E9-8824-2BD37261498E}"/>
              </a:ext>
            </a:extLst>
          </p:cNvPr>
          <p:cNvSpPr>
            <a:spLocks xmlns:a="http://schemas.openxmlformats.org/drawingml/2006/main" noGrp="1"/>
          </p:cNvSpPr>
          <p:nvPr/>
        </p:nvSpPr>
        <p:spPr>
          <a:xfrm xmlns:a="http://schemas.openxmlformats.org/drawingml/2006/main">
            <a:off x="13639800" y="2762250"/>
            <a:ext cx="495300" cy="495300"/>
          </a:xfrm>
          <a:prstGeom xmlns:a="http://schemas.openxmlformats.org/drawingml/2006/main" prst="ellipse">
            <a:avLst/>
          </a:prstGeom>
          <a:solidFill xmlns:a="http://schemas.openxmlformats.org/drawingml/2006/main">
            <a:srgbClr val="17A673"/>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C1FEFD31-A748-48DC-9B67-88B96D45E1D7}"/>
              </a:ext>
            </a:extLst>
          </p:cNvPr>
          <p:cNvSpPr>
            <a:spLocks xmlns:a="http://schemas.openxmlformats.org/drawingml/2006/main" noGrp="1"/>
          </p:cNvSpPr>
          <p:nvPr/>
        </p:nvSpPr>
        <p:spPr>
          <a:xfrm xmlns:a="http://schemas.openxmlformats.org/drawingml/2006/main">
            <a:off x="13677900" y="3333750"/>
            <a:ext cx="13716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i="0">
                <a:solidFill>
                  <a:srgbClr val="667085"/>
                </a:solidFill>
                <a:latin typeface="Microsoft YaHei"/>
                <a:ea typeface="Microsoft YaHei"/>
                <a:cs typeface="Microsoft YaHei"/>
              </a:defRPr>
            </a:pPr>
            <a:r>
              <a:rPr sz="1200" b="0" i="0">
                <a:solidFill>
                  <a:srgbClr val="667085"/>
                </a:solidFill>
                <a:latin typeface="Microsoft YaHei"/>
                <a:ea typeface="Microsoft YaHei"/>
                <a:cs typeface="Microsoft YaHei"/>
              </a:rPr>
              <a:t>桌面任务</a:t>
            </a:r>
          </a:p>
        </p:txBody>
      </p:sp>
      <p:sp>
        <p:nvSpPr>
          <p:cNvPr id="16" name="">
            <a:extLst xmlns:a="http://schemas.openxmlformats.org/drawingml/2006/main">
              <a:ext uri="{FF2B5EF4-FFF2-40B4-BE49-F238E27FC236}">
                <a16:creationId xmlns:a16="http://schemas.microsoft.com/office/drawing/2014/main" id="{152ECAB1-E514-4F89-A764-A2DA3B8D70EF}"/>
              </a:ext>
            </a:extLst>
          </p:cNvPr>
          <p:cNvSpPr>
            <a:spLocks xmlns:a="http://schemas.openxmlformats.org/drawingml/2006/main" noGrp="1"/>
          </p:cNvSpPr>
          <p:nvPr/>
        </p:nvSpPr>
        <p:spPr>
          <a:xfrm xmlns:a="http://schemas.openxmlformats.org/drawingml/2006/main">
            <a:off x="13716000" y="2705100"/>
            <a:ext cx="609600" cy="609600"/>
          </a:xfrm>
          <a:prstGeom xmlns:a="http://schemas.openxmlformats.org/drawingml/2006/main" prst="ellipse">
            <a:avLst/>
          </a:prstGeom>
          <a:solidFill xmlns:a="http://schemas.openxmlformats.org/drawingml/2006/main">
            <a:srgbClr val="176BFF"/>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E2A9564E-1B04-4A3B-9C90-58816AC91485}"/>
              </a:ext>
            </a:extLst>
          </p:cNvPr>
          <p:cNvSpPr>
            <a:spLocks xmlns:a="http://schemas.openxmlformats.org/drawingml/2006/main" noGrp="1"/>
          </p:cNvSpPr>
          <p:nvPr/>
        </p:nvSpPr>
        <p:spPr>
          <a:xfrm xmlns:a="http://schemas.openxmlformats.org/drawingml/2006/main">
            <a:off x="13754100" y="3390900"/>
            <a:ext cx="13716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425" b="1" i="0">
                <a:solidFill>
                  <a:srgbClr val="176BFF"/>
                </a:solidFill>
                <a:latin typeface="Microsoft YaHei"/>
                <a:ea typeface="Microsoft YaHei"/>
                <a:cs typeface="Microsoft YaHei"/>
              </a:defRPr>
            </a:pPr>
            <a:r>
              <a:rPr sz="1425" b="1" i="0">
                <a:solidFill>
                  <a:srgbClr val="176BFF"/>
                </a:solidFill>
                <a:latin typeface="Microsoft YaHei"/>
                <a:ea typeface="Microsoft YaHei"/>
                <a:cs typeface="Microsoft YaHei"/>
              </a:rPr>
              <a:t>Blocky</a:t>
            </a:r>
          </a:p>
        </p:txBody>
      </p:sp>
      <p:sp>
        <p:nvSpPr>
          <p:cNvPr id="18" name="">
            <a:extLst xmlns:a="http://schemas.openxmlformats.org/drawingml/2006/main">
              <a:ext uri="{FF2B5EF4-FFF2-40B4-BE49-F238E27FC236}">
                <a16:creationId xmlns:a16="http://schemas.microsoft.com/office/drawing/2014/main" id="{A710F48B-9833-4CEA-96EC-F710C0DB08BB}"/>
              </a:ext>
            </a:extLst>
          </p:cNvPr>
          <p:cNvSpPr>
            <a:spLocks xmlns:a="http://schemas.openxmlformats.org/drawingml/2006/main" noGrp="1"/>
          </p:cNvSpPr>
          <p:nvPr/>
        </p:nvSpPr>
        <p:spPr>
          <a:xfrm xmlns:a="http://schemas.openxmlformats.org/drawingml/2006/main">
            <a:off x="9906000" y="2076450"/>
            <a:ext cx="1600200" cy="3352800"/>
          </a:xfrm>
          <a:prstGeom xmlns:a="http://schemas.openxmlformats.org/drawingml/2006/main" prst="roundRect">
            <a:avLst>
              <a:gd name="adj" fmla="val 11905"/>
            </a:avLst>
          </a:prstGeom>
          <a:noFill xmlns:a="http://schemas.openxmlformats.org/drawingml/2006/main"/>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24B3CED9-2289-46C4-878F-B09658EEEAAB}"/>
              </a:ext>
            </a:extLst>
          </p:cNvPr>
          <p:cNvSpPr>
            <a:spLocks xmlns:a="http://schemas.openxmlformats.org/drawingml/2006/main" noGrp="1"/>
          </p:cNvSpPr>
          <p:nvPr/>
        </p:nvSpPr>
        <p:spPr>
          <a:xfrm xmlns:a="http://schemas.openxmlformats.org/drawingml/2006/main">
            <a:off x="13792200" y="2362200"/>
            <a:ext cx="12192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800" b="1" i="0">
                <a:solidFill>
                  <a:srgbClr val="176BFF"/>
                </a:solidFill>
                <a:latin typeface="Microsoft YaHei"/>
                <a:ea typeface="Microsoft YaHei"/>
                <a:cs typeface="Microsoft YaHei"/>
              </a:defRPr>
            </a:pPr>
            <a:r>
              <a:rPr sz="1800" b="1" i="0">
                <a:solidFill>
                  <a:srgbClr val="176BFF"/>
                </a:solidFill>
                <a:latin typeface="Microsoft YaHei"/>
                <a:ea typeface="Microsoft YaHei"/>
                <a:cs typeface="Microsoft YaHei"/>
              </a:rPr>
              <a:t>Agent + 自动化</a:t>
            </a:r>
          </a:p>
        </p:txBody>
      </p:sp>
      <p:sp>
        <p:nvSpPr>
          <p:cNvPr id="20" name="">
            <a:extLst xmlns:a="http://schemas.openxmlformats.org/drawingml/2006/main">
              <a:ext uri="{FF2B5EF4-FFF2-40B4-BE49-F238E27FC236}">
                <a16:creationId xmlns:a16="http://schemas.microsoft.com/office/drawing/2014/main" id="{E6DE07F1-2CE1-4A8A-BE82-360BF6C6E148}"/>
              </a:ext>
            </a:extLst>
          </p:cNvPr>
          <p:cNvSpPr>
            <a:spLocks xmlns:a="http://schemas.openxmlformats.org/drawingml/2006/main" noGrp="1"/>
          </p:cNvSpPr>
          <p:nvPr/>
        </p:nvSpPr>
        <p:spPr>
          <a:xfrm xmlns:a="http://schemas.openxmlformats.org/drawingml/2006/main">
            <a:off x="13830300" y="3238500"/>
            <a:ext cx="121920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500" b="1" i="0">
                <a:solidFill>
                  <a:srgbClr val="111827"/>
                </a:solidFill>
                <a:latin typeface="Microsoft YaHei"/>
                <a:ea typeface="Microsoft YaHei"/>
                <a:cs typeface="Microsoft YaHei"/>
              </a:defRPr>
            </a:pPr>
            <a:r>
              <a:rPr sz="1500" b="1" i="0">
                <a:solidFill>
                  <a:srgbClr val="111827"/>
                </a:solidFill>
                <a:latin typeface="Microsoft YaHei"/>
                <a:ea typeface="Microsoft YaHei"/>
                <a:cs typeface="Microsoft YaHei"/>
              </a:rPr>
              <a:t>入门 Agent</a:t>
            </a:r>
          </a:p>
          <a:p xmlns:a="http://schemas.openxmlformats.org/drawingml/2006/main">
            <a:pPr algn="ctr">
              <a:buNone/>
              <a:defRPr sz="1500" b="1" i="0">
                <a:solidFill>
                  <a:srgbClr val="111827"/>
                </a:solidFill>
                <a:latin typeface="Microsoft YaHei"/>
                <a:ea typeface="Microsoft YaHei"/>
                <a:cs typeface="Microsoft YaHei"/>
              </a:defRPr>
            </a:pPr>
            <a:r>
              <a:rPr sz="1500" b="1" i="0">
                <a:solidFill>
                  <a:srgbClr val="111827"/>
                </a:solidFill>
                <a:latin typeface="Microsoft YaHei"/>
                <a:ea typeface="Microsoft YaHei"/>
                <a:cs typeface="Microsoft YaHei"/>
              </a:rPr>
              <a:t>↓</a:t>
            </a:r>
          </a:p>
          <a:p xmlns:a="http://schemas.openxmlformats.org/drawingml/2006/main">
            <a:pPr algn="ctr">
              <a:buNone/>
              <a:defRPr sz="1500" b="1" i="0">
                <a:solidFill>
                  <a:srgbClr val="111827"/>
                </a:solidFill>
                <a:latin typeface="Microsoft YaHei"/>
                <a:ea typeface="Microsoft YaHei"/>
                <a:cs typeface="Microsoft YaHei"/>
              </a:defRPr>
            </a:pPr>
            <a:r>
              <a:rPr sz="1500" b="1" i="0">
                <a:solidFill>
                  <a:srgbClr val="111827"/>
                </a:solidFill>
                <a:latin typeface="Microsoft YaHei"/>
                <a:ea typeface="Microsoft YaHei"/>
                <a:cs typeface="Microsoft YaHei"/>
              </a:rPr>
              <a:t>专业 Agent</a:t>
            </a:r>
          </a:p>
          <a:p xmlns:a="http://schemas.openxmlformats.org/drawingml/2006/main">
            <a:pPr algn="ctr">
              <a:buNone/>
              <a:defRPr sz="1500" b="1" i="0">
                <a:solidFill>
                  <a:srgbClr val="111827"/>
                </a:solidFill>
                <a:latin typeface="Microsoft YaHei"/>
                <a:ea typeface="Microsoft YaHei"/>
                <a:cs typeface="Microsoft YaHei"/>
              </a:defRPr>
            </a:pPr>
            <a:r>
              <a:rPr sz="1500" b="1" i="0">
                <a:solidFill>
                  <a:srgbClr val="111827"/>
                </a:solidFill>
                <a:latin typeface="Microsoft YaHei"/>
                <a:ea typeface="Microsoft YaHei"/>
                <a:cs typeface="Microsoft YaHei"/>
              </a:rPr>
              <a:t>↓</a:t>
            </a:r>
          </a:p>
          <a:p xmlns:a="http://schemas.openxmlformats.org/drawingml/2006/main">
            <a:pPr algn="ctr">
              <a:buNone/>
              <a:defRPr sz="1500" b="1" i="0">
                <a:solidFill>
                  <a:srgbClr val="111827"/>
                </a:solidFill>
                <a:latin typeface="Microsoft YaHei"/>
                <a:ea typeface="Microsoft YaHei"/>
                <a:cs typeface="Microsoft YaHei"/>
              </a:defRPr>
            </a:pPr>
            <a:r>
              <a:rPr sz="1500" b="1" i="0">
                <a:solidFill>
                  <a:srgbClr val="111827"/>
                </a:solidFill>
                <a:latin typeface="Microsoft YaHei"/>
                <a:ea typeface="Microsoft YaHei"/>
                <a:cs typeface="Microsoft YaHei"/>
              </a:rPr>
              <a:t>蓝图 / 代码</a:t>
            </a:r>
          </a:p>
          <a:p xmlns:a="http://schemas.openxmlformats.org/drawingml/2006/main">
            <a:pPr algn="ctr">
              <a:buNone/>
              <a:defRPr sz="1500" b="1" i="0">
                <a:solidFill>
                  <a:srgbClr val="111827"/>
                </a:solidFill>
                <a:latin typeface="Microsoft YaHei"/>
                <a:ea typeface="Microsoft YaHei"/>
                <a:cs typeface="Microsoft YaHei"/>
              </a:defRPr>
            </a:pPr>
            <a:r>
              <a:rPr sz="1500" b="1" i="0">
                <a:solidFill>
                  <a:srgbClr val="111827"/>
                </a:solidFill>
                <a:latin typeface="Microsoft YaHei"/>
                <a:ea typeface="Microsoft YaHei"/>
                <a:cs typeface="Microsoft YaHei"/>
              </a:rPr>
              <a:t>↓</a:t>
            </a:r>
          </a:p>
          <a:p xmlns:a="http://schemas.openxmlformats.org/drawingml/2006/main">
            <a:pPr algn="ctr">
              <a:buNone/>
              <a:defRPr sz="1500" b="1" i="0">
                <a:solidFill>
                  <a:srgbClr val="111827"/>
                </a:solidFill>
                <a:latin typeface="Microsoft YaHei"/>
                <a:ea typeface="Microsoft YaHei"/>
                <a:cs typeface="Microsoft YaHei"/>
              </a:defRPr>
            </a:pPr>
            <a:r>
              <a:rPr sz="1500" b="1" i="0">
                <a:solidFill>
                  <a:srgbClr val="111827"/>
                </a:solidFill>
                <a:latin typeface="Microsoft YaHei"/>
                <a:ea typeface="Microsoft YaHei"/>
                <a:cs typeface="Microsoft YaHei"/>
              </a:rPr>
              <a:t>运行轨迹</a:t>
            </a:r>
          </a:p>
        </p:txBody>
      </p:sp>
      <p:sp>
        <p:nvSpPr>
          <p:cNvPr id="21" name="">
            <a:extLst xmlns:a="http://schemas.openxmlformats.org/drawingml/2006/main">
              <a:ext uri="{FF2B5EF4-FFF2-40B4-BE49-F238E27FC236}">
                <a16:creationId xmlns:a16="http://schemas.microsoft.com/office/drawing/2014/main" id="{5ACF8F47-F459-4EE8-AFFB-431D2346A884}"/>
              </a:ext>
            </a:extLst>
          </p:cNvPr>
          <p:cNvSpPr>
            <a:spLocks xmlns:a="http://schemas.openxmlformats.org/drawingml/2006/main" noGrp="1"/>
          </p:cNvSpPr>
          <p:nvPr/>
        </p:nvSpPr>
        <p:spPr>
          <a:xfrm xmlns:a="http://schemas.openxmlformats.org/drawingml/2006/main">
            <a:off x="685800" y="5600700"/>
            <a:ext cx="108204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050" b="0" i="0">
                <a:solidFill>
                  <a:srgbClr val="64748B"/>
                </a:solidFill>
                <a:latin typeface="Microsoft YaHei"/>
                <a:ea typeface="Microsoft YaHei"/>
                <a:cs typeface="Microsoft YaHei"/>
              </a:defRPr>
            </a:pPr>
            <a:r>
              <a:rPr sz="1275" b="0" i="0">
                <a:solidFill>
                  <a:srgbClr val="667085"/>
                </a:solidFill>
                <a:latin typeface="Microsoft YaHei"/>
                <a:ea typeface="Microsoft YaHei"/>
                <a:cs typeface="Microsoft YaHei"/>
              </a:rPr>
              <a:t>服务价值：缩短场景落地周期，让定制能力继续沉淀为可复用资产</a:t>
            </a:r>
          </a:p>
        </p:txBody>
      </p:sp>
      <p:sp>
        <p:nvSpPr>
          <p:cNvPr id="22" name="">
            <a:extLst xmlns:a="http://schemas.openxmlformats.org/drawingml/2006/main">
              <a:ext uri="{FF2B5EF4-FFF2-40B4-BE49-F238E27FC236}">
                <a16:creationId xmlns:a16="http://schemas.microsoft.com/office/drawing/2014/main" id="{7CA2238B-6981-4EEF-9644-CAB79A1ED2D3}"/>
              </a:ext>
            </a:extLst>
          </p:cNvPr>
          <p:cNvSpPr>
            <a:spLocks xmlns:a="http://schemas.openxmlformats.org/drawingml/2006/main" noGrp="1"/>
          </p:cNvSpPr>
          <p:nvPr/>
        </p:nvSpPr>
        <p:spPr>
          <a:xfrm xmlns:a="http://schemas.openxmlformats.org/drawingml/2006/main">
            <a:off x="685800" y="6496050"/>
            <a:ext cx="10820400" cy="9525"/>
          </a:xfrm>
          <a:prstGeom xmlns:a="http://schemas.openxmlformats.org/drawingml/2006/main" prst="rect">
            <a:avLst/>
          </a:prstGeom>
          <a:solidFill xmlns:a="http://schemas.openxmlformats.org/drawingml/2006/main">
            <a:srgbClr val="DCE3EC"/>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4EEEB512-B61D-4234-BF5B-E7FCE68FD363}"/>
              </a:ext>
            </a:extLst>
          </p:cNvPr>
          <p:cNvSpPr>
            <a:spLocks xmlns:a="http://schemas.openxmlformats.org/drawingml/2006/main" noGrp="1"/>
          </p:cNvSpPr>
          <p:nvPr/>
        </p:nvSpPr>
        <p:spPr>
          <a:xfrm xmlns:a="http://schemas.openxmlformats.org/drawingml/2006/main">
            <a:off x="685800" y="6553200"/>
            <a:ext cx="476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975" b="0" i="0">
                <a:solidFill>
                  <a:srgbClr val="98A2B3"/>
                </a:solidFill>
                <a:latin typeface="Microsoft YaHei"/>
                <a:ea typeface="Microsoft YaHei"/>
                <a:cs typeface="Microsoft YaHei"/>
              </a:defRPr>
            </a:pPr>
            <a:r>
              <a:rPr sz="975" b="0" i="0">
                <a:solidFill>
                  <a:srgbClr val="98A2B3"/>
                </a:solidFill>
                <a:latin typeface="Microsoft YaHei"/>
                <a:ea typeface="Microsoft YaHei"/>
                <a:cs typeface="Microsoft YaHei"/>
              </a:rPr>
              <a:t>Blocky Studio · Agent 搭建教育</a:t>
            </a:r>
          </a:p>
        </p:txBody>
      </p:sp>
      <p:sp>
        <p:nvSpPr>
          <p:cNvPr id="24" name="">
            <a:extLst xmlns:a="http://schemas.openxmlformats.org/drawingml/2006/main">
              <a:ext uri="{FF2B5EF4-FFF2-40B4-BE49-F238E27FC236}">
                <a16:creationId xmlns:a16="http://schemas.microsoft.com/office/drawing/2014/main" id="{F36BBFE9-8C7C-4891-A36F-ED778245CE43}"/>
              </a:ext>
            </a:extLst>
          </p:cNvPr>
          <p:cNvSpPr>
            <a:spLocks xmlns:a="http://schemas.openxmlformats.org/drawingml/2006/main" noGrp="1"/>
          </p:cNvSpPr>
          <p:nvPr/>
        </p:nvSpPr>
        <p:spPr>
          <a:xfrm xmlns:a="http://schemas.openxmlformats.org/drawingml/2006/main">
            <a:off x="10953750" y="6553200"/>
            <a:ext cx="552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975" b="0" i="0">
                <a:solidFill>
                  <a:srgbClr val="98A2B3"/>
                </a:solidFill>
                <a:latin typeface="Microsoft YaHei"/>
                <a:ea typeface="Microsoft YaHei"/>
                <a:cs typeface="Microsoft YaHei"/>
              </a:defRPr>
            </a:pPr>
            <a:r>
              <a:rPr sz="975" b="0" i="0">
                <a:solidFill>
                  <a:srgbClr val="98A2B3"/>
                </a:solidFill>
                <a:latin typeface="Microsoft YaHei"/>
                <a:ea typeface="Microsoft YaHei"/>
                <a:cs typeface="Microsoft YaHei"/>
              </a:rPr>
              <a:t>23</a:t>
            </a:r>
          </a:p>
        </p:txBody>
      </p:sp>
      <p:sp>
        <p:nvSpPr>
          <p:cNvPr id="26" name="compat-card-fill-1-1">
            <a:extLst xmlns:a="http://schemas.openxmlformats.org/drawingml/2006/main">
              <a:ext uri="{FF2B5EF4-FFF2-40B4-BE49-F238E27FC236}">
                <a16:creationId xmlns:a16="http://schemas.microsoft.com/office/drawing/2014/main" id="{F69DB481-5385-40C6-8BEA-8619F0A3E72B}"/>
              </a:ext>
            </a:extLst>
          </p:cNvPr>
          <p:cNvSpPr>
            <a:spLocks xmlns:a="http://schemas.openxmlformats.org/drawingml/2006/main" noGrp="1"/>
          </p:cNvSpPr>
          <p:nvPr/>
        </p:nvSpPr>
        <p:spPr>
          <a:xfrm xmlns:a="http://schemas.openxmlformats.org/drawingml/2006/main">
            <a:off x="895350" y="2133600"/>
            <a:ext cx="3162300" cy="381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7" name="compat-card-fill-1-2">
            <a:extLst xmlns:a="http://schemas.openxmlformats.org/drawingml/2006/main">
              <a:ext uri="{FF2B5EF4-FFF2-40B4-BE49-F238E27FC236}">
                <a16:creationId xmlns:a16="http://schemas.microsoft.com/office/drawing/2014/main" id="{E4EF5A44-61F6-43D8-A716-C98483ED0778}"/>
              </a:ext>
            </a:extLst>
          </p:cNvPr>
          <p:cNvSpPr>
            <a:spLocks xmlns:a="http://schemas.openxmlformats.org/drawingml/2006/main" noGrp="1"/>
          </p:cNvSpPr>
          <p:nvPr/>
        </p:nvSpPr>
        <p:spPr>
          <a:xfrm xmlns:a="http://schemas.openxmlformats.org/drawingml/2006/main">
            <a:off x="895350" y="2514600"/>
            <a:ext cx="3162300" cy="381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8" name="compat-card-fill-1-3">
            <a:extLst xmlns:a="http://schemas.openxmlformats.org/drawingml/2006/main">
              <a:ext uri="{FF2B5EF4-FFF2-40B4-BE49-F238E27FC236}">
                <a16:creationId xmlns:a16="http://schemas.microsoft.com/office/drawing/2014/main" id="{2D5C7F0A-2376-4FCC-B006-D475EB4611E7}"/>
              </a:ext>
            </a:extLst>
          </p:cNvPr>
          <p:cNvSpPr>
            <a:spLocks xmlns:a="http://schemas.openxmlformats.org/drawingml/2006/main" noGrp="1"/>
          </p:cNvSpPr>
          <p:nvPr/>
        </p:nvSpPr>
        <p:spPr>
          <a:xfrm xmlns:a="http://schemas.openxmlformats.org/drawingml/2006/main">
            <a:off x="895350" y="2895600"/>
            <a:ext cx="3162300" cy="4762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9" name="compat-card-1">
            <a:extLst xmlns:a="http://schemas.openxmlformats.org/drawingml/2006/main">
              <a:ext uri="{FF2B5EF4-FFF2-40B4-BE49-F238E27FC236}">
                <a16:creationId xmlns:a16="http://schemas.microsoft.com/office/drawing/2014/main" id="{6C151DE4-71A9-4FA2-9A44-BC594719616F}"/>
              </a:ext>
            </a:extLst>
          </p:cNvPr>
          <p:cNvSpPr>
            <a:spLocks xmlns:a="http://schemas.openxmlformats.org/drawingml/2006/main" noGrp="1"/>
          </p:cNvSpPr>
          <p:nvPr/>
        </p:nvSpPr>
        <p:spPr>
          <a:xfrm xmlns:a="http://schemas.openxmlformats.org/drawingml/2006/main">
            <a:off x="838200" y="2076450"/>
            <a:ext cx="3276600" cy="1352550"/>
          </a:xfrm>
          <a:prstGeom xmlns:a="http://schemas.openxmlformats.org/drawingml/2006/main" prst="roundRect">
            <a:avLst>
              <a:gd name="adj" fmla="val 5634"/>
            </a:avLst>
          </a:prstGeom>
          <a:noFill xmlns:a="http://schemas.openxmlformats.org/drawingml/2006/main"/>
          <a:ln xmlns:a="http://schemas.openxmlformats.org/drawingml/2006/main" w="9525">
            <a:solidFill>
              <a:srgbClr val="DDE7F5"/>
            </a:solidFill>
            <a:prstDash val="solid"/>
          </a:ln>
        </p:spPr>
      </p:sp>
      <p:sp>
        <p:nvSpPr>
          <p:cNvPr id="30" name="compat-accent-1">
            <a:extLst xmlns:a="http://schemas.openxmlformats.org/drawingml/2006/main">
              <a:ext uri="{FF2B5EF4-FFF2-40B4-BE49-F238E27FC236}">
                <a16:creationId xmlns:a16="http://schemas.microsoft.com/office/drawing/2014/main" id="{4A5AF1A7-B885-4B88-B017-97B67775F82B}"/>
              </a:ext>
            </a:extLst>
          </p:cNvPr>
          <p:cNvSpPr>
            <a:spLocks xmlns:a="http://schemas.openxmlformats.org/drawingml/2006/main" noGrp="1"/>
          </p:cNvSpPr>
          <p:nvPr/>
        </p:nvSpPr>
        <p:spPr>
          <a:xfrm xmlns:a="http://schemas.openxmlformats.org/drawingml/2006/main">
            <a:off x="838200" y="2228850"/>
            <a:ext cx="47625" cy="1047750"/>
          </a:xfrm>
          <a:prstGeom xmlns:a="http://schemas.openxmlformats.org/drawingml/2006/main" prst="rect">
            <a:avLst/>
          </a:prstGeom>
          <a:solidFill xmlns:a="http://schemas.openxmlformats.org/drawingml/2006/main">
            <a:srgbClr val="176BFF"/>
          </a:solidFill>
          <a:ln xmlns:a="http://schemas.openxmlformats.org/drawingml/2006/main" w="0">
            <a:noFill/>
            <a:prstDash val="solid"/>
          </a:ln>
        </p:spPr>
      </p:sp>
      <p:sp>
        <p:nvSpPr>
          <p:cNvPr id="31" name="compat-title-1">
            <a:extLst xmlns:a="http://schemas.openxmlformats.org/drawingml/2006/main">
              <a:ext uri="{FF2B5EF4-FFF2-40B4-BE49-F238E27FC236}">
                <a16:creationId xmlns:a16="http://schemas.microsoft.com/office/drawing/2014/main" id="{34755EBE-93F0-4137-A1C0-A92B874AF4D1}"/>
              </a:ext>
            </a:extLst>
          </p:cNvPr>
          <p:cNvSpPr>
            <a:spLocks xmlns:a="http://schemas.openxmlformats.org/drawingml/2006/main" noGrp="1"/>
          </p:cNvSpPr>
          <p:nvPr/>
        </p:nvSpPr>
        <p:spPr>
          <a:xfrm xmlns:a="http://schemas.openxmlformats.org/drawingml/2006/main">
            <a:off x="1066800" y="2247900"/>
            <a:ext cx="27813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200" b="1">
                <a:solidFill>
                  <a:srgbClr val="176BFF"/>
                </a:solidFill>
                <a:latin typeface="Microsoft YaHei"/>
                <a:ea typeface="Microsoft YaHei"/>
                <a:cs typeface="Microsoft YaHei"/>
              </a:defRPr>
            </a:pPr>
            <a:r>
              <a:rPr sz="1200" b="1">
                <a:solidFill>
                  <a:srgbClr val="176BFF"/>
                </a:solidFill>
                <a:latin typeface="Microsoft YaHei"/>
                <a:ea typeface="Microsoft YaHei"/>
                <a:cs typeface="Microsoft YaHei"/>
              </a:rPr>
              <a:t>个人学习进阶</a:t>
            </a:r>
          </a:p>
        </p:txBody>
      </p:sp>
      <p:sp>
        <p:nvSpPr>
          <p:cNvPr id="32" name="compat-name-1">
            <a:extLst xmlns:a="http://schemas.openxmlformats.org/drawingml/2006/main">
              <a:ext uri="{FF2B5EF4-FFF2-40B4-BE49-F238E27FC236}">
                <a16:creationId xmlns:a16="http://schemas.microsoft.com/office/drawing/2014/main" id="{7B4D9A5C-E768-4DC4-A8BF-A0C0D3177F91}"/>
              </a:ext>
            </a:extLst>
          </p:cNvPr>
          <p:cNvSpPr>
            <a:spLocks xmlns:a="http://schemas.openxmlformats.org/drawingml/2006/main" noGrp="1"/>
          </p:cNvSpPr>
          <p:nvPr/>
        </p:nvSpPr>
        <p:spPr>
          <a:xfrm xmlns:a="http://schemas.openxmlformats.org/drawingml/2006/main">
            <a:off x="1066800" y="2533650"/>
            <a:ext cx="27813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950" b="1">
                <a:solidFill>
                  <a:srgbClr val="111827"/>
                </a:solidFill>
                <a:latin typeface="Microsoft YaHei"/>
                <a:ea typeface="Microsoft YaHei"/>
                <a:cs typeface="Microsoft YaHei"/>
              </a:defRPr>
            </a:pPr>
            <a:r>
              <a:rPr sz="1950" b="1">
                <a:solidFill>
                  <a:srgbClr val="111827"/>
                </a:solidFill>
                <a:latin typeface="Microsoft YaHei"/>
                <a:ea typeface="Microsoft YaHei"/>
                <a:cs typeface="Microsoft YaHei"/>
              </a:rPr>
              <a:t>路径与项目包</a:t>
            </a:r>
          </a:p>
        </p:txBody>
      </p:sp>
      <p:sp>
        <p:nvSpPr>
          <p:cNvPr id="33" name="compat-desc-1">
            <a:extLst xmlns:a="http://schemas.openxmlformats.org/drawingml/2006/main">
              <a:ext uri="{FF2B5EF4-FFF2-40B4-BE49-F238E27FC236}">
                <a16:creationId xmlns:a16="http://schemas.microsoft.com/office/drawing/2014/main" id="{6EEF4EE7-6902-4F7D-979E-88501EA44802}"/>
              </a:ext>
            </a:extLst>
          </p:cNvPr>
          <p:cNvSpPr>
            <a:spLocks xmlns:a="http://schemas.openxmlformats.org/drawingml/2006/main" noGrp="1"/>
          </p:cNvSpPr>
          <p:nvPr/>
        </p:nvSpPr>
        <p:spPr>
          <a:xfrm xmlns:a="http://schemas.openxmlformats.org/drawingml/2006/main">
            <a:off x="1066800" y="2952750"/>
            <a:ext cx="28194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050">
                <a:solidFill>
                  <a:srgbClr val="64748B"/>
                </a:solidFill>
                <a:latin typeface="Microsoft YaHei"/>
                <a:ea typeface="Microsoft YaHei"/>
                <a:cs typeface="Microsoft YaHei"/>
              </a:defRPr>
            </a:pPr>
            <a:r>
              <a:rPr sz="1125" b="0">
                <a:solidFill>
                  <a:srgbClr val="667085"/>
                </a:solidFill>
                <a:latin typeface="Microsoft YaHei"/>
                <a:ea typeface="Microsoft YaHei"/>
                <a:cs typeface="Microsoft YaHei"/>
              </a:rPr>
              <a:t>课程 / 挑战 / 作品集 / 反馈</a:t>
            </a:r>
          </a:p>
        </p:txBody>
      </p:sp>
      <p:sp>
        <p:nvSpPr>
          <p:cNvPr id="34" name="compat-card-fill-2-1">
            <a:extLst xmlns:a="http://schemas.openxmlformats.org/drawingml/2006/main">
              <a:ext uri="{FF2B5EF4-FFF2-40B4-BE49-F238E27FC236}">
                <a16:creationId xmlns:a16="http://schemas.microsoft.com/office/drawing/2014/main" id="{6678D41D-B7A4-47ED-A705-BC8B0F76C6AB}"/>
              </a:ext>
            </a:extLst>
          </p:cNvPr>
          <p:cNvSpPr>
            <a:spLocks xmlns:a="http://schemas.openxmlformats.org/drawingml/2006/main" noGrp="1"/>
          </p:cNvSpPr>
          <p:nvPr/>
        </p:nvSpPr>
        <p:spPr>
          <a:xfrm xmlns:a="http://schemas.openxmlformats.org/drawingml/2006/main">
            <a:off x="4438650" y="2133600"/>
            <a:ext cx="3162300" cy="381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5" name="compat-card-fill-2-2">
            <a:extLst xmlns:a="http://schemas.openxmlformats.org/drawingml/2006/main">
              <a:ext uri="{FF2B5EF4-FFF2-40B4-BE49-F238E27FC236}">
                <a16:creationId xmlns:a16="http://schemas.microsoft.com/office/drawing/2014/main" id="{AF7B2C68-02AD-4AB9-9093-19F05DEF1A4B}"/>
              </a:ext>
            </a:extLst>
          </p:cNvPr>
          <p:cNvSpPr>
            <a:spLocks xmlns:a="http://schemas.openxmlformats.org/drawingml/2006/main" noGrp="1"/>
          </p:cNvSpPr>
          <p:nvPr/>
        </p:nvSpPr>
        <p:spPr>
          <a:xfrm xmlns:a="http://schemas.openxmlformats.org/drawingml/2006/main">
            <a:off x="4438650" y="2514600"/>
            <a:ext cx="3162300" cy="381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6" name="compat-card-fill-2-3">
            <a:extLst xmlns:a="http://schemas.openxmlformats.org/drawingml/2006/main">
              <a:ext uri="{FF2B5EF4-FFF2-40B4-BE49-F238E27FC236}">
                <a16:creationId xmlns:a16="http://schemas.microsoft.com/office/drawing/2014/main" id="{E3636D79-096C-47D6-B78F-E30DAF504A34}"/>
              </a:ext>
            </a:extLst>
          </p:cNvPr>
          <p:cNvSpPr>
            <a:spLocks xmlns:a="http://schemas.openxmlformats.org/drawingml/2006/main" noGrp="1"/>
          </p:cNvSpPr>
          <p:nvPr/>
        </p:nvSpPr>
        <p:spPr>
          <a:xfrm xmlns:a="http://schemas.openxmlformats.org/drawingml/2006/main">
            <a:off x="4438650" y="2895600"/>
            <a:ext cx="3162300" cy="4762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7" name="compat-card-2">
            <a:extLst xmlns:a="http://schemas.openxmlformats.org/drawingml/2006/main">
              <a:ext uri="{FF2B5EF4-FFF2-40B4-BE49-F238E27FC236}">
                <a16:creationId xmlns:a16="http://schemas.microsoft.com/office/drawing/2014/main" id="{59DCAF35-0EEB-4DA4-B734-CCF9E9C4CFF7}"/>
              </a:ext>
            </a:extLst>
          </p:cNvPr>
          <p:cNvSpPr>
            <a:spLocks xmlns:a="http://schemas.openxmlformats.org/drawingml/2006/main" noGrp="1"/>
          </p:cNvSpPr>
          <p:nvPr/>
        </p:nvSpPr>
        <p:spPr>
          <a:xfrm xmlns:a="http://schemas.openxmlformats.org/drawingml/2006/main">
            <a:off x="4381500" y="2076450"/>
            <a:ext cx="3276600" cy="1352550"/>
          </a:xfrm>
          <a:prstGeom xmlns:a="http://schemas.openxmlformats.org/drawingml/2006/main" prst="roundRect">
            <a:avLst>
              <a:gd name="adj" fmla="val 5634"/>
            </a:avLst>
          </a:prstGeom>
          <a:noFill xmlns:a="http://schemas.openxmlformats.org/drawingml/2006/main"/>
          <a:ln xmlns:a="http://schemas.openxmlformats.org/drawingml/2006/main" w="9525">
            <a:solidFill>
              <a:srgbClr val="DDE7F5"/>
            </a:solidFill>
            <a:prstDash val="solid"/>
          </a:ln>
        </p:spPr>
      </p:sp>
      <p:sp>
        <p:nvSpPr>
          <p:cNvPr id="38" name="compat-accent-2">
            <a:extLst xmlns:a="http://schemas.openxmlformats.org/drawingml/2006/main">
              <a:ext uri="{FF2B5EF4-FFF2-40B4-BE49-F238E27FC236}">
                <a16:creationId xmlns:a16="http://schemas.microsoft.com/office/drawing/2014/main" id="{6D379EDB-817E-4F0B-91DB-DF83E8488E25}"/>
              </a:ext>
            </a:extLst>
          </p:cNvPr>
          <p:cNvSpPr>
            <a:spLocks xmlns:a="http://schemas.openxmlformats.org/drawingml/2006/main" noGrp="1"/>
          </p:cNvSpPr>
          <p:nvPr/>
        </p:nvSpPr>
        <p:spPr>
          <a:xfrm xmlns:a="http://schemas.openxmlformats.org/drawingml/2006/main">
            <a:off x="4381500" y="2228850"/>
            <a:ext cx="47625" cy="1047750"/>
          </a:xfrm>
          <a:prstGeom xmlns:a="http://schemas.openxmlformats.org/drawingml/2006/main" prst="rect">
            <a:avLst/>
          </a:prstGeom>
          <a:solidFill xmlns:a="http://schemas.openxmlformats.org/drawingml/2006/main">
            <a:srgbClr val="176BFF"/>
          </a:solidFill>
          <a:ln xmlns:a="http://schemas.openxmlformats.org/drawingml/2006/main" w="0">
            <a:noFill/>
            <a:prstDash val="solid"/>
          </a:ln>
        </p:spPr>
      </p:sp>
      <p:sp>
        <p:nvSpPr>
          <p:cNvPr id="39" name="compat-title-2">
            <a:extLst xmlns:a="http://schemas.openxmlformats.org/drawingml/2006/main">
              <a:ext uri="{FF2B5EF4-FFF2-40B4-BE49-F238E27FC236}">
                <a16:creationId xmlns:a16="http://schemas.microsoft.com/office/drawing/2014/main" id="{E6BC2108-034B-409A-ABE7-485519372F2C}"/>
              </a:ext>
            </a:extLst>
          </p:cNvPr>
          <p:cNvSpPr>
            <a:spLocks xmlns:a="http://schemas.openxmlformats.org/drawingml/2006/main" noGrp="1"/>
          </p:cNvSpPr>
          <p:nvPr/>
        </p:nvSpPr>
        <p:spPr>
          <a:xfrm xmlns:a="http://schemas.openxmlformats.org/drawingml/2006/main">
            <a:off x="4610100" y="2247900"/>
            <a:ext cx="27813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200" b="1">
                <a:solidFill>
                  <a:srgbClr val="176BFF"/>
                </a:solidFill>
                <a:latin typeface="Microsoft YaHei"/>
                <a:ea typeface="Microsoft YaHei"/>
                <a:cs typeface="Microsoft YaHei"/>
              </a:defRPr>
            </a:pPr>
            <a:r>
              <a:rPr sz="1200" b="1">
                <a:solidFill>
                  <a:srgbClr val="176BFF"/>
                </a:solidFill>
                <a:latin typeface="Microsoft YaHei"/>
                <a:ea typeface="Microsoft YaHei"/>
                <a:cs typeface="Microsoft YaHei"/>
              </a:rPr>
              <a:t>个人创作拓展</a:t>
            </a:r>
          </a:p>
        </p:txBody>
      </p:sp>
      <p:sp>
        <p:nvSpPr>
          <p:cNvPr id="40" name="compat-name-2">
            <a:extLst xmlns:a="http://schemas.openxmlformats.org/drawingml/2006/main">
              <a:ext uri="{FF2B5EF4-FFF2-40B4-BE49-F238E27FC236}">
                <a16:creationId xmlns:a16="http://schemas.microsoft.com/office/drawing/2014/main" id="{53F45C2E-A901-407B-AAAB-6E9BA20F451C}"/>
              </a:ext>
            </a:extLst>
          </p:cNvPr>
          <p:cNvSpPr>
            <a:spLocks xmlns:a="http://schemas.openxmlformats.org/drawingml/2006/main" noGrp="1"/>
          </p:cNvSpPr>
          <p:nvPr/>
        </p:nvSpPr>
        <p:spPr>
          <a:xfrm xmlns:a="http://schemas.openxmlformats.org/drawingml/2006/main">
            <a:off x="4610100" y="2533650"/>
            <a:ext cx="27813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950" b="1">
                <a:solidFill>
                  <a:srgbClr val="111827"/>
                </a:solidFill>
                <a:latin typeface="Microsoft YaHei"/>
                <a:ea typeface="Microsoft YaHei"/>
                <a:cs typeface="Microsoft YaHei"/>
              </a:defRPr>
            </a:pPr>
            <a:r>
              <a:rPr sz="1950" b="1">
                <a:solidFill>
                  <a:srgbClr val="111827"/>
                </a:solidFill>
                <a:latin typeface="Microsoft YaHei"/>
                <a:ea typeface="Microsoft YaHei"/>
                <a:cs typeface="Microsoft YaHei"/>
              </a:rPr>
              <a:t>场景蓝图与能力包</a:t>
            </a:r>
          </a:p>
        </p:txBody>
      </p:sp>
      <p:sp>
        <p:nvSpPr>
          <p:cNvPr id="41" name="compat-desc-2">
            <a:extLst xmlns:a="http://schemas.openxmlformats.org/drawingml/2006/main">
              <a:ext uri="{FF2B5EF4-FFF2-40B4-BE49-F238E27FC236}">
                <a16:creationId xmlns:a16="http://schemas.microsoft.com/office/drawing/2014/main" id="{7857053F-D439-4C53-B6DB-03E22CF16485}"/>
              </a:ext>
            </a:extLst>
          </p:cNvPr>
          <p:cNvSpPr>
            <a:spLocks xmlns:a="http://schemas.openxmlformats.org/drawingml/2006/main" noGrp="1"/>
          </p:cNvSpPr>
          <p:nvPr/>
        </p:nvSpPr>
        <p:spPr>
          <a:xfrm xmlns:a="http://schemas.openxmlformats.org/drawingml/2006/main">
            <a:off x="4610100" y="2952750"/>
            <a:ext cx="28194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050">
                <a:solidFill>
                  <a:srgbClr val="64748B"/>
                </a:solidFill>
                <a:latin typeface="Microsoft YaHei"/>
                <a:ea typeface="Microsoft YaHei"/>
                <a:cs typeface="Microsoft YaHei"/>
              </a:defRPr>
            </a:pPr>
            <a:r>
              <a:rPr sz="1125" b="0">
                <a:solidFill>
                  <a:srgbClr val="667085"/>
                </a:solidFill>
                <a:latin typeface="Microsoft YaHei"/>
                <a:ea typeface="Microsoft YaHei"/>
                <a:cs typeface="Microsoft YaHei"/>
              </a:rPr>
              <a:t>知识 / 工具 / 模型 / 发布指导</a:t>
            </a:r>
          </a:p>
        </p:txBody>
      </p:sp>
      <p:sp>
        <p:nvSpPr>
          <p:cNvPr id="42" name="compat-card-fill-3-1">
            <a:extLst xmlns:a="http://schemas.openxmlformats.org/drawingml/2006/main">
              <a:ext uri="{FF2B5EF4-FFF2-40B4-BE49-F238E27FC236}">
                <a16:creationId xmlns:a16="http://schemas.microsoft.com/office/drawing/2014/main" id="{D02C6BBE-B855-49E3-9FFF-F9AAB4710C1E}"/>
              </a:ext>
            </a:extLst>
          </p:cNvPr>
          <p:cNvSpPr>
            <a:spLocks xmlns:a="http://schemas.openxmlformats.org/drawingml/2006/main" noGrp="1"/>
          </p:cNvSpPr>
          <p:nvPr/>
        </p:nvSpPr>
        <p:spPr>
          <a:xfrm xmlns:a="http://schemas.openxmlformats.org/drawingml/2006/main">
            <a:off x="7981950" y="2133600"/>
            <a:ext cx="3162300" cy="381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3" name="compat-card-fill-3-2">
            <a:extLst xmlns:a="http://schemas.openxmlformats.org/drawingml/2006/main">
              <a:ext uri="{FF2B5EF4-FFF2-40B4-BE49-F238E27FC236}">
                <a16:creationId xmlns:a16="http://schemas.microsoft.com/office/drawing/2014/main" id="{777F7FB1-AD1C-4E78-AC1C-0C013DEA09DB}"/>
              </a:ext>
            </a:extLst>
          </p:cNvPr>
          <p:cNvSpPr>
            <a:spLocks xmlns:a="http://schemas.openxmlformats.org/drawingml/2006/main" noGrp="1"/>
          </p:cNvSpPr>
          <p:nvPr/>
        </p:nvSpPr>
        <p:spPr>
          <a:xfrm xmlns:a="http://schemas.openxmlformats.org/drawingml/2006/main">
            <a:off x="7981950" y="2514600"/>
            <a:ext cx="3162300" cy="381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4" name="compat-card-fill-3-3">
            <a:extLst xmlns:a="http://schemas.openxmlformats.org/drawingml/2006/main">
              <a:ext uri="{FF2B5EF4-FFF2-40B4-BE49-F238E27FC236}">
                <a16:creationId xmlns:a16="http://schemas.microsoft.com/office/drawing/2014/main" id="{45AFEE63-5A0B-450B-8AC2-1BF30F6BF4B6}"/>
              </a:ext>
            </a:extLst>
          </p:cNvPr>
          <p:cNvSpPr>
            <a:spLocks xmlns:a="http://schemas.openxmlformats.org/drawingml/2006/main" noGrp="1"/>
          </p:cNvSpPr>
          <p:nvPr/>
        </p:nvSpPr>
        <p:spPr>
          <a:xfrm xmlns:a="http://schemas.openxmlformats.org/drawingml/2006/main">
            <a:off x="7981950" y="2895600"/>
            <a:ext cx="3162300" cy="4762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5" name="compat-card-3">
            <a:extLst xmlns:a="http://schemas.openxmlformats.org/drawingml/2006/main">
              <a:ext uri="{FF2B5EF4-FFF2-40B4-BE49-F238E27FC236}">
                <a16:creationId xmlns:a16="http://schemas.microsoft.com/office/drawing/2014/main" id="{EFD30262-A6C0-4D53-A7BF-1B52ACFE3797}"/>
              </a:ext>
            </a:extLst>
          </p:cNvPr>
          <p:cNvSpPr>
            <a:spLocks xmlns:a="http://schemas.openxmlformats.org/drawingml/2006/main" noGrp="1"/>
          </p:cNvSpPr>
          <p:nvPr/>
        </p:nvSpPr>
        <p:spPr>
          <a:xfrm xmlns:a="http://schemas.openxmlformats.org/drawingml/2006/main">
            <a:off x="7924800" y="2076450"/>
            <a:ext cx="3276600" cy="1352550"/>
          </a:xfrm>
          <a:prstGeom xmlns:a="http://schemas.openxmlformats.org/drawingml/2006/main" prst="roundRect">
            <a:avLst>
              <a:gd name="adj" fmla="val 5634"/>
            </a:avLst>
          </a:prstGeom>
          <a:noFill xmlns:a="http://schemas.openxmlformats.org/drawingml/2006/main"/>
          <a:ln xmlns:a="http://schemas.openxmlformats.org/drawingml/2006/main" w="9525">
            <a:solidFill>
              <a:srgbClr val="DDE7F5"/>
            </a:solidFill>
            <a:prstDash val="solid"/>
          </a:ln>
        </p:spPr>
      </p:sp>
      <p:sp>
        <p:nvSpPr>
          <p:cNvPr id="46" name="compat-accent-3">
            <a:extLst xmlns:a="http://schemas.openxmlformats.org/drawingml/2006/main">
              <a:ext uri="{FF2B5EF4-FFF2-40B4-BE49-F238E27FC236}">
                <a16:creationId xmlns:a16="http://schemas.microsoft.com/office/drawing/2014/main" id="{B425A560-FF61-42E2-8088-6874D276AB15}"/>
              </a:ext>
            </a:extLst>
          </p:cNvPr>
          <p:cNvSpPr>
            <a:spLocks xmlns:a="http://schemas.openxmlformats.org/drawingml/2006/main" noGrp="1"/>
          </p:cNvSpPr>
          <p:nvPr/>
        </p:nvSpPr>
        <p:spPr>
          <a:xfrm xmlns:a="http://schemas.openxmlformats.org/drawingml/2006/main">
            <a:off x="7924800" y="2228850"/>
            <a:ext cx="47625" cy="1047750"/>
          </a:xfrm>
          <a:prstGeom xmlns:a="http://schemas.openxmlformats.org/drawingml/2006/main" prst="rect">
            <a:avLst/>
          </a:prstGeom>
          <a:solidFill xmlns:a="http://schemas.openxmlformats.org/drawingml/2006/main">
            <a:srgbClr val="176BFF"/>
          </a:solidFill>
          <a:ln xmlns:a="http://schemas.openxmlformats.org/drawingml/2006/main" w="0">
            <a:noFill/>
            <a:prstDash val="solid"/>
          </a:ln>
        </p:spPr>
      </p:sp>
      <p:sp>
        <p:nvSpPr>
          <p:cNvPr id="47" name="compat-title-3">
            <a:extLst xmlns:a="http://schemas.openxmlformats.org/drawingml/2006/main">
              <a:ext uri="{FF2B5EF4-FFF2-40B4-BE49-F238E27FC236}">
                <a16:creationId xmlns:a16="http://schemas.microsoft.com/office/drawing/2014/main" id="{DE4D6871-BF98-4AEC-B845-AFDCEC1FCA89}"/>
              </a:ext>
            </a:extLst>
          </p:cNvPr>
          <p:cNvSpPr>
            <a:spLocks xmlns:a="http://schemas.openxmlformats.org/drawingml/2006/main" noGrp="1"/>
          </p:cNvSpPr>
          <p:nvPr/>
        </p:nvSpPr>
        <p:spPr>
          <a:xfrm xmlns:a="http://schemas.openxmlformats.org/drawingml/2006/main">
            <a:off x="8153400" y="2247900"/>
            <a:ext cx="27813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200" b="1">
                <a:solidFill>
                  <a:srgbClr val="176BFF"/>
                </a:solidFill>
                <a:latin typeface="Microsoft YaHei"/>
                <a:ea typeface="Microsoft YaHei"/>
                <a:cs typeface="Microsoft YaHei"/>
              </a:defRPr>
            </a:pPr>
            <a:r>
              <a:rPr sz="1200" b="1">
                <a:solidFill>
                  <a:srgbClr val="176BFF"/>
                </a:solidFill>
                <a:latin typeface="Microsoft YaHei"/>
                <a:ea typeface="Microsoft YaHei"/>
                <a:cs typeface="Microsoft YaHei"/>
              </a:rPr>
              <a:t>学校课程方案</a:t>
            </a:r>
          </a:p>
        </p:txBody>
      </p:sp>
      <p:sp>
        <p:nvSpPr>
          <p:cNvPr id="48" name="compat-name-3">
            <a:extLst xmlns:a="http://schemas.openxmlformats.org/drawingml/2006/main">
              <a:ext uri="{FF2B5EF4-FFF2-40B4-BE49-F238E27FC236}">
                <a16:creationId xmlns:a16="http://schemas.microsoft.com/office/drawing/2014/main" id="{DED0F3A4-98EC-4B28-99FD-5C1D27931BB8}"/>
              </a:ext>
            </a:extLst>
          </p:cNvPr>
          <p:cNvSpPr>
            <a:spLocks xmlns:a="http://schemas.openxmlformats.org/drawingml/2006/main" noGrp="1"/>
          </p:cNvSpPr>
          <p:nvPr/>
        </p:nvSpPr>
        <p:spPr>
          <a:xfrm xmlns:a="http://schemas.openxmlformats.org/drawingml/2006/main">
            <a:off x="8153400" y="2533650"/>
            <a:ext cx="27813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950" b="1">
                <a:solidFill>
                  <a:srgbClr val="111827"/>
                </a:solidFill>
                <a:latin typeface="Microsoft YaHei"/>
                <a:ea typeface="Microsoft YaHei"/>
                <a:cs typeface="Microsoft YaHei"/>
              </a:defRPr>
            </a:pPr>
            <a:r>
              <a:rPr sz="1950" b="1">
                <a:solidFill>
                  <a:srgbClr val="111827"/>
                </a:solidFill>
                <a:latin typeface="Microsoft YaHei"/>
                <a:ea typeface="Microsoft YaHei"/>
                <a:cs typeface="Microsoft YaHei"/>
              </a:rPr>
              <a:t>课程与蓝图共创</a:t>
            </a:r>
          </a:p>
        </p:txBody>
      </p:sp>
      <p:sp>
        <p:nvSpPr>
          <p:cNvPr id="49" name="compat-desc-3">
            <a:extLst xmlns:a="http://schemas.openxmlformats.org/drawingml/2006/main">
              <a:ext uri="{FF2B5EF4-FFF2-40B4-BE49-F238E27FC236}">
                <a16:creationId xmlns:a16="http://schemas.microsoft.com/office/drawing/2014/main" id="{18FAF0F3-633A-440E-8341-7797379702B4}"/>
              </a:ext>
            </a:extLst>
          </p:cNvPr>
          <p:cNvSpPr>
            <a:spLocks xmlns:a="http://schemas.openxmlformats.org/drawingml/2006/main" noGrp="1"/>
          </p:cNvSpPr>
          <p:nvPr/>
        </p:nvSpPr>
        <p:spPr>
          <a:xfrm xmlns:a="http://schemas.openxmlformats.org/drawingml/2006/main">
            <a:off x="8153400" y="2952750"/>
            <a:ext cx="28194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050">
                <a:solidFill>
                  <a:srgbClr val="64748B"/>
                </a:solidFill>
                <a:latin typeface="Microsoft YaHei"/>
                <a:ea typeface="Microsoft YaHei"/>
                <a:cs typeface="Microsoft YaHei"/>
              </a:defRPr>
            </a:pPr>
            <a:r>
              <a:rPr sz="1125" b="0">
                <a:solidFill>
                  <a:srgbClr val="667085"/>
                </a:solidFill>
                <a:latin typeface="Microsoft YaHei"/>
                <a:ea typeface="Microsoft YaHei"/>
                <a:cs typeface="Microsoft YaHei"/>
              </a:rPr>
              <a:t>教案 / 任务 / 评价 / 版本锁定</a:t>
            </a:r>
          </a:p>
        </p:txBody>
      </p:sp>
      <p:sp>
        <p:nvSpPr>
          <p:cNvPr id="50" name="compat-card-fill-4-1">
            <a:extLst xmlns:a="http://schemas.openxmlformats.org/drawingml/2006/main">
              <a:ext uri="{FF2B5EF4-FFF2-40B4-BE49-F238E27FC236}">
                <a16:creationId xmlns:a16="http://schemas.microsoft.com/office/drawing/2014/main" id="{E0562B3F-3B89-4B8F-A3C5-10385080D496}"/>
              </a:ext>
            </a:extLst>
          </p:cNvPr>
          <p:cNvSpPr>
            <a:spLocks xmlns:a="http://schemas.openxmlformats.org/drawingml/2006/main" noGrp="1"/>
          </p:cNvSpPr>
          <p:nvPr/>
        </p:nvSpPr>
        <p:spPr>
          <a:xfrm xmlns:a="http://schemas.openxmlformats.org/drawingml/2006/main">
            <a:off x="895350" y="3695700"/>
            <a:ext cx="3162300" cy="381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51" name="compat-card-fill-4-2">
            <a:extLst xmlns:a="http://schemas.openxmlformats.org/drawingml/2006/main">
              <a:ext uri="{FF2B5EF4-FFF2-40B4-BE49-F238E27FC236}">
                <a16:creationId xmlns:a16="http://schemas.microsoft.com/office/drawing/2014/main" id="{48C12C69-CFB1-4C46-BBD9-D4625CCBA581}"/>
              </a:ext>
            </a:extLst>
          </p:cNvPr>
          <p:cNvSpPr>
            <a:spLocks xmlns:a="http://schemas.openxmlformats.org/drawingml/2006/main" noGrp="1"/>
          </p:cNvSpPr>
          <p:nvPr/>
        </p:nvSpPr>
        <p:spPr>
          <a:xfrm xmlns:a="http://schemas.openxmlformats.org/drawingml/2006/main">
            <a:off x="895350" y="4076700"/>
            <a:ext cx="3162300" cy="381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52" name="compat-card-fill-4-3">
            <a:extLst xmlns:a="http://schemas.openxmlformats.org/drawingml/2006/main">
              <a:ext uri="{FF2B5EF4-FFF2-40B4-BE49-F238E27FC236}">
                <a16:creationId xmlns:a16="http://schemas.microsoft.com/office/drawing/2014/main" id="{B526D05E-C47D-49D2-A72B-7996334C26A3}"/>
              </a:ext>
            </a:extLst>
          </p:cNvPr>
          <p:cNvSpPr>
            <a:spLocks xmlns:a="http://schemas.openxmlformats.org/drawingml/2006/main" noGrp="1"/>
          </p:cNvSpPr>
          <p:nvPr/>
        </p:nvSpPr>
        <p:spPr>
          <a:xfrm xmlns:a="http://schemas.openxmlformats.org/drawingml/2006/main">
            <a:off x="895350" y="4457700"/>
            <a:ext cx="3162300" cy="4762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53" name="compat-card-4">
            <a:extLst xmlns:a="http://schemas.openxmlformats.org/drawingml/2006/main">
              <a:ext uri="{FF2B5EF4-FFF2-40B4-BE49-F238E27FC236}">
                <a16:creationId xmlns:a16="http://schemas.microsoft.com/office/drawing/2014/main" id="{78665501-39CF-43AB-A709-09CE61C4A59E}"/>
              </a:ext>
            </a:extLst>
          </p:cNvPr>
          <p:cNvSpPr>
            <a:spLocks xmlns:a="http://schemas.openxmlformats.org/drawingml/2006/main" noGrp="1"/>
          </p:cNvSpPr>
          <p:nvPr/>
        </p:nvSpPr>
        <p:spPr>
          <a:xfrm xmlns:a="http://schemas.openxmlformats.org/drawingml/2006/main">
            <a:off x="838200" y="3638550"/>
            <a:ext cx="3276600" cy="1352550"/>
          </a:xfrm>
          <a:prstGeom xmlns:a="http://schemas.openxmlformats.org/drawingml/2006/main" prst="roundRect">
            <a:avLst>
              <a:gd name="adj" fmla="val 5634"/>
            </a:avLst>
          </a:prstGeom>
          <a:noFill xmlns:a="http://schemas.openxmlformats.org/drawingml/2006/main"/>
          <a:ln xmlns:a="http://schemas.openxmlformats.org/drawingml/2006/main" w="9525">
            <a:solidFill>
              <a:srgbClr val="DDE7F5"/>
            </a:solidFill>
            <a:prstDash val="solid"/>
          </a:ln>
        </p:spPr>
      </p:sp>
      <p:sp>
        <p:nvSpPr>
          <p:cNvPr id="54" name="compat-accent-4">
            <a:extLst xmlns:a="http://schemas.openxmlformats.org/drawingml/2006/main">
              <a:ext uri="{FF2B5EF4-FFF2-40B4-BE49-F238E27FC236}">
                <a16:creationId xmlns:a16="http://schemas.microsoft.com/office/drawing/2014/main" id="{49B9AA27-CD03-495D-9699-BB6DE584A024}"/>
              </a:ext>
            </a:extLst>
          </p:cNvPr>
          <p:cNvSpPr>
            <a:spLocks xmlns:a="http://schemas.openxmlformats.org/drawingml/2006/main" noGrp="1"/>
          </p:cNvSpPr>
          <p:nvPr/>
        </p:nvSpPr>
        <p:spPr>
          <a:xfrm xmlns:a="http://schemas.openxmlformats.org/drawingml/2006/main">
            <a:off x="838200" y="3790950"/>
            <a:ext cx="47625" cy="1047750"/>
          </a:xfrm>
          <a:prstGeom xmlns:a="http://schemas.openxmlformats.org/drawingml/2006/main" prst="rect">
            <a:avLst/>
          </a:prstGeom>
          <a:solidFill xmlns:a="http://schemas.openxmlformats.org/drawingml/2006/main">
            <a:srgbClr val="176BFF"/>
          </a:solidFill>
          <a:ln xmlns:a="http://schemas.openxmlformats.org/drawingml/2006/main" w="0">
            <a:noFill/>
            <a:prstDash val="solid"/>
          </a:ln>
        </p:spPr>
      </p:sp>
      <p:sp>
        <p:nvSpPr>
          <p:cNvPr id="55" name="compat-title-4">
            <a:extLst xmlns:a="http://schemas.openxmlformats.org/drawingml/2006/main">
              <a:ext uri="{FF2B5EF4-FFF2-40B4-BE49-F238E27FC236}">
                <a16:creationId xmlns:a16="http://schemas.microsoft.com/office/drawing/2014/main" id="{D90E428E-D28E-44FA-B3D2-A6261DEF9547}"/>
              </a:ext>
            </a:extLst>
          </p:cNvPr>
          <p:cNvSpPr>
            <a:spLocks xmlns:a="http://schemas.openxmlformats.org/drawingml/2006/main" noGrp="1"/>
          </p:cNvSpPr>
          <p:nvPr/>
        </p:nvSpPr>
        <p:spPr>
          <a:xfrm xmlns:a="http://schemas.openxmlformats.org/drawingml/2006/main">
            <a:off x="1066800" y="3810000"/>
            <a:ext cx="27813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200" b="1">
                <a:solidFill>
                  <a:srgbClr val="176BFF"/>
                </a:solidFill>
                <a:latin typeface="Microsoft YaHei"/>
                <a:ea typeface="Microsoft YaHei"/>
                <a:cs typeface="Microsoft YaHei"/>
              </a:defRPr>
            </a:pPr>
            <a:r>
              <a:rPr sz="1200" b="1">
                <a:solidFill>
                  <a:srgbClr val="176BFF"/>
                </a:solidFill>
                <a:latin typeface="Microsoft YaHei"/>
                <a:ea typeface="Microsoft YaHei"/>
                <a:cs typeface="Microsoft YaHei"/>
              </a:rPr>
              <a:t>教育机构运营</a:t>
            </a:r>
          </a:p>
        </p:txBody>
      </p:sp>
      <p:sp>
        <p:nvSpPr>
          <p:cNvPr id="56" name="compat-name-4">
            <a:extLst xmlns:a="http://schemas.openxmlformats.org/drawingml/2006/main">
              <a:ext uri="{FF2B5EF4-FFF2-40B4-BE49-F238E27FC236}">
                <a16:creationId xmlns:a16="http://schemas.microsoft.com/office/drawing/2014/main" id="{D67341F5-F649-4091-824C-34F94796A6D1}"/>
              </a:ext>
            </a:extLst>
          </p:cNvPr>
          <p:cNvSpPr>
            <a:spLocks xmlns:a="http://schemas.openxmlformats.org/drawingml/2006/main" noGrp="1"/>
          </p:cNvSpPr>
          <p:nvPr/>
        </p:nvSpPr>
        <p:spPr>
          <a:xfrm xmlns:a="http://schemas.openxmlformats.org/drawingml/2006/main">
            <a:off x="1066800" y="4095750"/>
            <a:ext cx="27813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950" b="1">
                <a:solidFill>
                  <a:srgbClr val="111827"/>
                </a:solidFill>
                <a:latin typeface="Microsoft YaHei"/>
                <a:ea typeface="Microsoft YaHei"/>
                <a:cs typeface="Microsoft YaHei"/>
              </a:defRPr>
            </a:pPr>
            <a:r>
              <a:rPr sz="1950" b="1">
                <a:solidFill>
                  <a:srgbClr val="111827"/>
                </a:solidFill>
                <a:latin typeface="Microsoft YaHei"/>
                <a:ea typeface="Microsoft YaHei"/>
                <a:cs typeface="Microsoft YaHei"/>
              </a:rPr>
              <a:t>班级与教师服务</a:t>
            </a:r>
          </a:p>
        </p:txBody>
      </p:sp>
      <p:sp>
        <p:nvSpPr>
          <p:cNvPr id="57" name="compat-desc-4">
            <a:extLst xmlns:a="http://schemas.openxmlformats.org/drawingml/2006/main">
              <a:ext uri="{FF2B5EF4-FFF2-40B4-BE49-F238E27FC236}">
                <a16:creationId xmlns:a16="http://schemas.microsoft.com/office/drawing/2014/main" id="{47CDDB18-5D86-4CBA-8410-B9E666436D93}"/>
              </a:ext>
            </a:extLst>
          </p:cNvPr>
          <p:cNvSpPr>
            <a:spLocks xmlns:a="http://schemas.openxmlformats.org/drawingml/2006/main" noGrp="1"/>
          </p:cNvSpPr>
          <p:nvPr/>
        </p:nvSpPr>
        <p:spPr>
          <a:xfrm xmlns:a="http://schemas.openxmlformats.org/drawingml/2006/main">
            <a:off x="1066800" y="4514850"/>
            <a:ext cx="28194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050">
                <a:solidFill>
                  <a:srgbClr val="64748B"/>
                </a:solidFill>
                <a:latin typeface="Microsoft YaHei"/>
                <a:ea typeface="Microsoft YaHei"/>
                <a:cs typeface="Microsoft YaHei"/>
              </a:defRPr>
            </a:pPr>
            <a:r>
              <a:rPr sz="1125" b="0">
                <a:solidFill>
                  <a:srgbClr val="667085"/>
                </a:solidFill>
                <a:latin typeface="Microsoft YaHei"/>
                <a:ea typeface="Microsoft YaHei"/>
                <a:cs typeface="Microsoft YaHei"/>
              </a:rPr>
              <a:t>培训 / 分发 / 提交 / 本地资源</a:t>
            </a:r>
          </a:p>
        </p:txBody>
      </p:sp>
      <p:sp>
        <p:nvSpPr>
          <p:cNvPr id="58" name="compat-card-fill-5-1">
            <a:extLst xmlns:a="http://schemas.openxmlformats.org/drawingml/2006/main">
              <a:ext uri="{FF2B5EF4-FFF2-40B4-BE49-F238E27FC236}">
                <a16:creationId xmlns:a16="http://schemas.microsoft.com/office/drawing/2014/main" id="{396A1AB6-3033-43F3-ACA5-9A38A7DB0437}"/>
              </a:ext>
            </a:extLst>
          </p:cNvPr>
          <p:cNvSpPr>
            <a:spLocks xmlns:a="http://schemas.openxmlformats.org/drawingml/2006/main" noGrp="1"/>
          </p:cNvSpPr>
          <p:nvPr/>
        </p:nvSpPr>
        <p:spPr>
          <a:xfrm xmlns:a="http://schemas.openxmlformats.org/drawingml/2006/main">
            <a:off x="4438650" y="3695700"/>
            <a:ext cx="3162300" cy="381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59" name="compat-card-fill-5-2">
            <a:extLst xmlns:a="http://schemas.openxmlformats.org/drawingml/2006/main">
              <a:ext uri="{FF2B5EF4-FFF2-40B4-BE49-F238E27FC236}">
                <a16:creationId xmlns:a16="http://schemas.microsoft.com/office/drawing/2014/main" id="{341658E3-D68B-4E28-80D8-EE43D6BFCBA3}"/>
              </a:ext>
            </a:extLst>
          </p:cNvPr>
          <p:cNvSpPr>
            <a:spLocks xmlns:a="http://schemas.openxmlformats.org/drawingml/2006/main" noGrp="1"/>
          </p:cNvSpPr>
          <p:nvPr/>
        </p:nvSpPr>
        <p:spPr>
          <a:xfrm xmlns:a="http://schemas.openxmlformats.org/drawingml/2006/main">
            <a:off x="4438650" y="4076700"/>
            <a:ext cx="3162300" cy="381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60" name="compat-card-fill-5-3">
            <a:extLst xmlns:a="http://schemas.openxmlformats.org/drawingml/2006/main">
              <a:ext uri="{FF2B5EF4-FFF2-40B4-BE49-F238E27FC236}">
                <a16:creationId xmlns:a16="http://schemas.microsoft.com/office/drawing/2014/main" id="{F78F7300-8212-4596-BBCE-56316A9D76A8}"/>
              </a:ext>
            </a:extLst>
          </p:cNvPr>
          <p:cNvSpPr>
            <a:spLocks xmlns:a="http://schemas.openxmlformats.org/drawingml/2006/main" noGrp="1"/>
          </p:cNvSpPr>
          <p:nvPr/>
        </p:nvSpPr>
        <p:spPr>
          <a:xfrm xmlns:a="http://schemas.openxmlformats.org/drawingml/2006/main">
            <a:off x="4438650" y="4457700"/>
            <a:ext cx="3162300" cy="4762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61" name="compat-card-5">
            <a:extLst xmlns:a="http://schemas.openxmlformats.org/drawingml/2006/main">
              <a:ext uri="{FF2B5EF4-FFF2-40B4-BE49-F238E27FC236}">
                <a16:creationId xmlns:a16="http://schemas.microsoft.com/office/drawing/2014/main" id="{9ADA23D9-4B4A-410F-95B5-E660DEDA7FBD}"/>
              </a:ext>
            </a:extLst>
          </p:cNvPr>
          <p:cNvSpPr>
            <a:spLocks xmlns:a="http://schemas.openxmlformats.org/drawingml/2006/main" noGrp="1"/>
          </p:cNvSpPr>
          <p:nvPr/>
        </p:nvSpPr>
        <p:spPr>
          <a:xfrm xmlns:a="http://schemas.openxmlformats.org/drawingml/2006/main">
            <a:off x="4381500" y="3638550"/>
            <a:ext cx="3276600" cy="1352550"/>
          </a:xfrm>
          <a:prstGeom xmlns:a="http://schemas.openxmlformats.org/drawingml/2006/main" prst="roundRect">
            <a:avLst>
              <a:gd name="adj" fmla="val 5634"/>
            </a:avLst>
          </a:prstGeom>
          <a:noFill xmlns:a="http://schemas.openxmlformats.org/drawingml/2006/main"/>
          <a:ln xmlns:a="http://schemas.openxmlformats.org/drawingml/2006/main" w="9525">
            <a:solidFill>
              <a:srgbClr val="DDE7F5"/>
            </a:solidFill>
            <a:prstDash val="solid"/>
          </a:ln>
        </p:spPr>
      </p:sp>
      <p:sp>
        <p:nvSpPr>
          <p:cNvPr id="62" name="compat-accent-5">
            <a:extLst xmlns:a="http://schemas.openxmlformats.org/drawingml/2006/main">
              <a:ext uri="{FF2B5EF4-FFF2-40B4-BE49-F238E27FC236}">
                <a16:creationId xmlns:a16="http://schemas.microsoft.com/office/drawing/2014/main" id="{211650E4-8E44-4E1D-B760-CDAD74E7CEF5}"/>
              </a:ext>
            </a:extLst>
          </p:cNvPr>
          <p:cNvSpPr>
            <a:spLocks xmlns:a="http://schemas.openxmlformats.org/drawingml/2006/main" noGrp="1"/>
          </p:cNvSpPr>
          <p:nvPr/>
        </p:nvSpPr>
        <p:spPr>
          <a:xfrm xmlns:a="http://schemas.openxmlformats.org/drawingml/2006/main">
            <a:off x="4381500" y="3790950"/>
            <a:ext cx="47625" cy="1047750"/>
          </a:xfrm>
          <a:prstGeom xmlns:a="http://schemas.openxmlformats.org/drawingml/2006/main" prst="rect">
            <a:avLst/>
          </a:prstGeom>
          <a:solidFill xmlns:a="http://schemas.openxmlformats.org/drawingml/2006/main">
            <a:srgbClr val="176BFF"/>
          </a:solidFill>
          <a:ln xmlns:a="http://schemas.openxmlformats.org/drawingml/2006/main" w="0">
            <a:noFill/>
            <a:prstDash val="solid"/>
          </a:ln>
        </p:spPr>
      </p:sp>
      <p:sp>
        <p:nvSpPr>
          <p:cNvPr id="63" name="compat-title-5">
            <a:extLst xmlns:a="http://schemas.openxmlformats.org/drawingml/2006/main">
              <a:ext uri="{FF2B5EF4-FFF2-40B4-BE49-F238E27FC236}">
                <a16:creationId xmlns:a16="http://schemas.microsoft.com/office/drawing/2014/main" id="{8E1DBBC4-BF46-47E4-A7DB-7D88F6BF0B25}"/>
              </a:ext>
            </a:extLst>
          </p:cNvPr>
          <p:cNvSpPr>
            <a:spLocks xmlns:a="http://schemas.openxmlformats.org/drawingml/2006/main" noGrp="1"/>
          </p:cNvSpPr>
          <p:nvPr/>
        </p:nvSpPr>
        <p:spPr>
          <a:xfrm xmlns:a="http://schemas.openxmlformats.org/drawingml/2006/main">
            <a:off x="4610100" y="3810000"/>
            <a:ext cx="27813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200" b="1">
                <a:solidFill>
                  <a:srgbClr val="176BFF"/>
                </a:solidFill>
                <a:latin typeface="Microsoft YaHei"/>
                <a:ea typeface="Microsoft YaHei"/>
                <a:cs typeface="Microsoft YaHei"/>
              </a:defRPr>
            </a:pPr>
            <a:r>
              <a:rPr sz="1200" b="1">
                <a:solidFill>
                  <a:srgbClr val="176BFF"/>
                </a:solidFill>
                <a:latin typeface="Microsoft YaHei"/>
                <a:ea typeface="Microsoft YaHei"/>
                <a:cs typeface="Microsoft YaHei"/>
              </a:rPr>
              <a:t>企业场景共创</a:t>
            </a:r>
          </a:p>
        </p:txBody>
      </p:sp>
      <p:sp>
        <p:nvSpPr>
          <p:cNvPr id="64" name="compat-name-5">
            <a:extLst xmlns:a="http://schemas.openxmlformats.org/drawingml/2006/main">
              <a:ext uri="{FF2B5EF4-FFF2-40B4-BE49-F238E27FC236}">
                <a16:creationId xmlns:a16="http://schemas.microsoft.com/office/drawing/2014/main" id="{B47D0A35-7660-433A-889E-BA518CAD734D}"/>
              </a:ext>
            </a:extLst>
          </p:cNvPr>
          <p:cNvSpPr>
            <a:spLocks xmlns:a="http://schemas.openxmlformats.org/drawingml/2006/main" noGrp="1"/>
          </p:cNvSpPr>
          <p:nvPr/>
        </p:nvSpPr>
        <p:spPr>
          <a:xfrm xmlns:a="http://schemas.openxmlformats.org/drawingml/2006/main">
            <a:off x="4610100" y="4095750"/>
            <a:ext cx="27813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950" b="1">
                <a:solidFill>
                  <a:srgbClr val="111827"/>
                </a:solidFill>
                <a:latin typeface="Microsoft YaHei"/>
                <a:ea typeface="Microsoft YaHei"/>
                <a:cs typeface="Microsoft YaHei"/>
              </a:defRPr>
            </a:pPr>
            <a:r>
              <a:rPr sz="1950" b="1">
                <a:solidFill>
                  <a:srgbClr val="111827"/>
                </a:solidFill>
                <a:latin typeface="Microsoft YaHei"/>
                <a:ea typeface="Microsoft YaHei"/>
                <a:cs typeface="Microsoft YaHei"/>
              </a:rPr>
              <a:t>流程诊断与方案</a:t>
            </a:r>
          </a:p>
        </p:txBody>
      </p:sp>
      <p:sp>
        <p:nvSpPr>
          <p:cNvPr id="65" name="compat-desc-5">
            <a:extLst xmlns:a="http://schemas.openxmlformats.org/drawingml/2006/main">
              <a:ext uri="{FF2B5EF4-FFF2-40B4-BE49-F238E27FC236}">
                <a16:creationId xmlns:a16="http://schemas.microsoft.com/office/drawing/2014/main" id="{31B375FF-D546-47FA-A589-63E7B6D57B05}"/>
              </a:ext>
            </a:extLst>
          </p:cNvPr>
          <p:cNvSpPr>
            <a:spLocks xmlns:a="http://schemas.openxmlformats.org/drawingml/2006/main" noGrp="1"/>
          </p:cNvSpPr>
          <p:nvPr/>
        </p:nvSpPr>
        <p:spPr>
          <a:xfrm xmlns:a="http://schemas.openxmlformats.org/drawingml/2006/main">
            <a:off x="4610100" y="4514850"/>
            <a:ext cx="28194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050">
                <a:solidFill>
                  <a:srgbClr val="64748B"/>
                </a:solidFill>
                <a:latin typeface="Microsoft YaHei"/>
                <a:ea typeface="Microsoft YaHei"/>
                <a:cs typeface="Microsoft YaHei"/>
              </a:defRPr>
            </a:pPr>
            <a:r>
              <a:rPr sz="1125" b="0">
                <a:solidFill>
                  <a:srgbClr val="667085"/>
                </a:solidFill>
                <a:latin typeface="Microsoft YaHei"/>
                <a:ea typeface="Microsoft YaHei"/>
                <a:cs typeface="Microsoft YaHei"/>
              </a:rPr>
              <a:t>角色 / 数据 / 系统 / 风险边界</a:t>
            </a:r>
          </a:p>
        </p:txBody>
      </p:sp>
      <p:sp>
        <p:nvSpPr>
          <p:cNvPr id="66" name="compat-card-fill-6-1">
            <a:extLst xmlns:a="http://schemas.openxmlformats.org/drawingml/2006/main">
              <a:ext uri="{FF2B5EF4-FFF2-40B4-BE49-F238E27FC236}">
                <a16:creationId xmlns:a16="http://schemas.microsoft.com/office/drawing/2014/main" id="{ECA9979D-C56C-4AA7-AA58-5B1AEACB7C9B}"/>
              </a:ext>
            </a:extLst>
          </p:cNvPr>
          <p:cNvSpPr>
            <a:spLocks xmlns:a="http://schemas.openxmlformats.org/drawingml/2006/main" noGrp="1"/>
          </p:cNvSpPr>
          <p:nvPr/>
        </p:nvSpPr>
        <p:spPr>
          <a:xfrm xmlns:a="http://schemas.openxmlformats.org/drawingml/2006/main">
            <a:off x="7981950" y="3695700"/>
            <a:ext cx="3162300" cy="381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67" name="compat-card-fill-6-2">
            <a:extLst xmlns:a="http://schemas.openxmlformats.org/drawingml/2006/main">
              <a:ext uri="{FF2B5EF4-FFF2-40B4-BE49-F238E27FC236}">
                <a16:creationId xmlns:a16="http://schemas.microsoft.com/office/drawing/2014/main" id="{64024621-3F06-4AC9-9FF2-CF3E3393C103}"/>
              </a:ext>
            </a:extLst>
          </p:cNvPr>
          <p:cNvSpPr>
            <a:spLocks xmlns:a="http://schemas.openxmlformats.org/drawingml/2006/main" noGrp="1"/>
          </p:cNvSpPr>
          <p:nvPr/>
        </p:nvSpPr>
        <p:spPr>
          <a:xfrm xmlns:a="http://schemas.openxmlformats.org/drawingml/2006/main">
            <a:off x="7981950" y="4076700"/>
            <a:ext cx="3162300" cy="381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68" name="compat-card-fill-6-3">
            <a:extLst xmlns:a="http://schemas.openxmlformats.org/drawingml/2006/main">
              <a:ext uri="{FF2B5EF4-FFF2-40B4-BE49-F238E27FC236}">
                <a16:creationId xmlns:a16="http://schemas.microsoft.com/office/drawing/2014/main" id="{DC1041DE-C570-4450-8E05-373C0B3D6B9A}"/>
              </a:ext>
            </a:extLst>
          </p:cNvPr>
          <p:cNvSpPr>
            <a:spLocks xmlns:a="http://schemas.openxmlformats.org/drawingml/2006/main" noGrp="1"/>
          </p:cNvSpPr>
          <p:nvPr/>
        </p:nvSpPr>
        <p:spPr>
          <a:xfrm xmlns:a="http://schemas.openxmlformats.org/drawingml/2006/main">
            <a:off x="7981950" y="4457700"/>
            <a:ext cx="3162300" cy="4762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69" name="compat-card-6">
            <a:extLst xmlns:a="http://schemas.openxmlformats.org/drawingml/2006/main">
              <a:ext uri="{FF2B5EF4-FFF2-40B4-BE49-F238E27FC236}">
                <a16:creationId xmlns:a16="http://schemas.microsoft.com/office/drawing/2014/main" id="{A0845199-7DAE-4F90-B433-E53849F2B76F}"/>
              </a:ext>
            </a:extLst>
          </p:cNvPr>
          <p:cNvSpPr>
            <a:spLocks xmlns:a="http://schemas.openxmlformats.org/drawingml/2006/main" noGrp="1"/>
          </p:cNvSpPr>
          <p:nvPr/>
        </p:nvSpPr>
        <p:spPr>
          <a:xfrm xmlns:a="http://schemas.openxmlformats.org/drawingml/2006/main">
            <a:off x="7924800" y="3638550"/>
            <a:ext cx="3276600" cy="1352550"/>
          </a:xfrm>
          <a:prstGeom xmlns:a="http://schemas.openxmlformats.org/drawingml/2006/main" prst="roundRect">
            <a:avLst>
              <a:gd name="adj" fmla="val 5634"/>
            </a:avLst>
          </a:prstGeom>
          <a:noFill xmlns:a="http://schemas.openxmlformats.org/drawingml/2006/main"/>
          <a:ln xmlns:a="http://schemas.openxmlformats.org/drawingml/2006/main" w="9525">
            <a:solidFill>
              <a:srgbClr val="DDE7F5"/>
            </a:solidFill>
            <a:prstDash val="solid"/>
          </a:ln>
        </p:spPr>
      </p:sp>
      <p:sp>
        <p:nvSpPr>
          <p:cNvPr id="70" name="compat-accent-6">
            <a:extLst xmlns:a="http://schemas.openxmlformats.org/drawingml/2006/main">
              <a:ext uri="{FF2B5EF4-FFF2-40B4-BE49-F238E27FC236}">
                <a16:creationId xmlns:a16="http://schemas.microsoft.com/office/drawing/2014/main" id="{1EAA9EC5-B647-4985-93CD-2920FC7D0E2E}"/>
              </a:ext>
            </a:extLst>
          </p:cNvPr>
          <p:cNvSpPr>
            <a:spLocks xmlns:a="http://schemas.openxmlformats.org/drawingml/2006/main" noGrp="1"/>
          </p:cNvSpPr>
          <p:nvPr/>
        </p:nvSpPr>
        <p:spPr>
          <a:xfrm xmlns:a="http://schemas.openxmlformats.org/drawingml/2006/main">
            <a:off x="7924800" y="3790950"/>
            <a:ext cx="47625" cy="1047750"/>
          </a:xfrm>
          <a:prstGeom xmlns:a="http://schemas.openxmlformats.org/drawingml/2006/main" prst="rect">
            <a:avLst/>
          </a:prstGeom>
          <a:solidFill xmlns:a="http://schemas.openxmlformats.org/drawingml/2006/main">
            <a:srgbClr val="176BFF"/>
          </a:solidFill>
          <a:ln xmlns:a="http://schemas.openxmlformats.org/drawingml/2006/main" w="0">
            <a:noFill/>
            <a:prstDash val="solid"/>
          </a:ln>
        </p:spPr>
      </p:sp>
      <p:sp>
        <p:nvSpPr>
          <p:cNvPr id="71" name="compat-title-6">
            <a:extLst xmlns:a="http://schemas.openxmlformats.org/drawingml/2006/main">
              <a:ext uri="{FF2B5EF4-FFF2-40B4-BE49-F238E27FC236}">
                <a16:creationId xmlns:a16="http://schemas.microsoft.com/office/drawing/2014/main" id="{80C194AA-D60E-4C5B-BEA3-071A33ECE20D}"/>
              </a:ext>
            </a:extLst>
          </p:cNvPr>
          <p:cNvSpPr>
            <a:spLocks xmlns:a="http://schemas.openxmlformats.org/drawingml/2006/main" noGrp="1"/>
          </p:cNvSpPr>
          <p:nvPr/>
        </p:nvSpPr>
        <p:spPr>
          <a:xfrm xmlns:a="http://schemas.openxmlformats.org/drawingml/2006/main">
            <a:off x="8153400" y="3810000"/>
            <a:ext cx="27813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200" b="1">
                <a:solidFill>
                  <a:srgbClr val="176BFF"/>
                </a:solidFill>
                <a:latin typeface="Microsoft YaHei"/>
                <a:ea typeface="Microsoft YaHei"/>
                <a:cs typeface="Microsoft YaHei"/>
              </a:defRPr>
            </a:pPr>
            <a:r>
              <a:rPr sz="1200" b="1">
                <a:solidFill>
                  <a:srgbClr val="176BFF"/>
                </a:solidFill>
                <a:latin typeface="Microsoft YaHei"/>
                <a:ea typeface="Microsoft YaHei"/>
                <a:cs typeface="Microsoft YaHei"/>
              </a:rPr>
              <a:t>企业定制交付</a:t>
            </a:r>
          </a:p>
        </p:txBody>
      </p:sp>
      <p:sp>
        <p:nvSpPr>
          <p:cNvPr id="72" name="compat-name-6">
            <a:extLst xmlns:a="http://schemas.openxmlformats.org/drawingml/2006/main">
              <a:ext uri="{FF2B5EF4-FFF2-40B4-BE49-F238E27FC236}">
                <a16:creationId xmlns:a16="http://schemas.microsoft.com/office/drawing/2014/main" id="{3405F951-01AF-4756-B8E9-74CA6384748F}"/>
              </a:ext>
            </a:extLst>
          </p:cNvPr>
          <p:cNvSpPr>
            <a:spLocks xmlns:a="http://schemas.openxmlformats.org/drawingml/2006/main" noGrp="1"/>
          </p:cNvSpPr>
          <p:nvPr/>
        </p:nvSpPr>
        <p:spPr>
          <a:xfrm xmlns:a="http://schemas.openxmlformats.org/drawingml/2006/main">
            <a:off x="8153400" y="4095750"/>
            <a:ext cx="27813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725" b="1">
                <a:solidFill>
                  <a:srgbClr val="111827"/>
                </a:solidFill>
                <a:latin typeface="Microsoft YaHei"/>
                <a:ea typeface="Microsoft YaHei"/>
                <a:cs typeface="Microsoft YaHei"/>
              </a:defRPr>
            </a:pPr>
            <a:r>
              <a:rPr sz="1725" b="1">
                <a:solidFill>
                  <a:srgbClr val="111827"/>
                </a:solidFill>
                <a:latin typeface="Microsoft YaHei"/>
                <a:ea typeface="Microsoft YaHei"/>
                <a:cs typeface="Microsoft YaHei"/>
              </a:rPr>
              <a:t>Agent + App + RPA</a:t>
            </a:r>
          </a:p>
        </p:txBody>
      </p:sp>
      <p:sp>
        <p:nvSpPr>
          <p:cNvPr id="73" name="compat-desc-6">
            <a:extLst xmlns:a="http://schemas.openxmlformats.org/drawingml/2006/main">
              <a:ext uri="{FF2B5EF4-FFF2-40B4-BE49-F238E27FC236}">
                <a16:creationId xmlns:a16="http://schemas.microsoft.com/office/drawing/2014/main" id="{2ECFBFFD-E59A-4A3A-8724-DE3549232001}"/>
              </a:ext>
            </a:extLst>
          </p:cNvPr>
          <p:cNvSpPr>
            <a:spLocks xmlns:a="http://schemas.openxmlformats.org/drawingml/2006/main" noGrp="1"/>
          </p:cNvSpPr>
          <p:nvPr/>
        </p:nvSpPr>
        <p:spPr>
          <a:xfrm xmlns:a="http://schemas.openxmlformats.org/drawingml/2006/main">
            <a:off x="8153400" y="4514850"/>
            <a:ext cx="28194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050">
                <a:solidFill>
                  <a:srgbClr val="64748B"/>
                </a:solidFill>
                <a:latin typeface="Microsoft YaHei"/>
                <a:ea typeface="Microsoft YaHei"/>
                <a:cs typeface="Microsoft YaHei"/>
              </a:defRPr>
            </a:pPr>
            <a:r>
              <a:rPr sz="1125" b="0">
                <a:solidFill>
                  <a:srgbClr val="667085"/>
                </a:solidFill>
                <a:latin typeface="Microsoft YaHei"/>
                <a:ea typeface="Microsoft YaHei"/>
                <a:cs typeface="Microsoft YaHei"/>
              </a:rPr>
              <a:t>集成 / 私有化 / 审计 / 运维</a:t>
            </a:r>
          </a:p>
        </p:txBody>
      </p:sp>
    </p:spTree>
    <p:extLst>
      <p:ext uri="{BB962C8B-B14F-4D97-AF65-F5344CB8AC3E}">
        <p14:creationId xmlns:p14="http://schemas.microsoft.com/office/powerpoint/2010/main" val="1152093156"/>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A95339E4-F604-4D6A-86EF-DF2CD0929E18}"/>
              </a:ext>
            </a:extLst>
          </p:cNvPr>
          <p:cNvSpPr>
            <a:spLocks xmlns:a="http://schemas.openxmlformats.org/drawingml/2006/main" noGrp="1"/>
          </p:cNvSpPr>
          <p:nvPr/>
        </p:nvSpPr>
        <p:spPr>
          <a:xfrm xmlns:a="http://schemas.openxmlformats.org/drawingml/2006/main">
            <a:off x="685800" y="40005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200" b="1" i="0">
                <a:solidFill>
                  <a:srgbClr val="176BFF"/>
                </a:solidFill>
                <a:latin typeface="Microsoft YaHei"/>
                <a:ea typeface="Microsoft YaHei"/>
                <a:cs typeface="Microsoft YaHei"/>
              </a:defRPr>
            </a:pPr>
            <a:r>
              <a:rPr sz="1200" b="1" i="0">
                <a:solidFill>
                  <a:srgbClr val="176BFF"/>
                </a:solidFill>
                <a:latin typeface="Microsoft YaHei"/>
                <a:ea typeface="Microsoft YaHei"/>
                <a:cs typeface="Microsoft YaHei"/>
              </a:rPr>
              <a:t>CUSTOM DELIVERY · 定制服务体系</a:t>
            </a:r>
          </a:p>
        </p:txBody>
      </p:sp>
      <p:sp>
        <p:nvSpPr>
          <p:cNvPr id="2" name="">
            <a:extLst xmlns:a="http://schemas.openxmlformats.org/drawingml/2006/main">
              <a:ext uri="{FF2B5EF4-FFF2-40B4-BE49-F238E27FC236}">
                <a16:creationId xmlns:a16="http://schemas.microsoft.com/office/drawing/2014/main" id="{7370CF98-9ECF-4290-B608-8ACEB1A04835}"/>
              </a:ext>
            </a:extLst>
          </p:cNvPr>
          <p:cNvSpPr>
            <a:spLocks xmlns:a="http://schemas.openxmlformats.org/drawingml/2006/main" noGrp="1"/>
          </p:cNvSpPr>
          <p:nvPr/>
        </p:nvSpPr>
        <p:spPr>
          <a:xfrm xmlns:a="http://schemas.openxmlformats.org/drawingml/2006/main">
            <a:off x="685800" y="742950"/>
            <a:ext cx="108204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3150" b="1" i="0">
                <a:solidFill>
                  <a:srgbClr val="111827"/>
                </a:solidFill>
                <a:latin typeface="Microsoft YaHei"/>
                <a:ea typeface="Microsoft YaHei"/>
                <a:cs typeface="Microsoft YaHei"/>
              </a:defRPr>
            </a:pPr>
            <a:r>
              <a:rPr sz="2925" b="1" i="0">
                <a:solidFill>
                  <a:srgbClr val="111827"/>
                </a:solidFill>
                <a:latin typeface="Microsoft YaHei"/>
                <a:ea typeface="Microsoft YaHei"/>
                <a:cs typeface="Microsoft YaHei"/>
              </a:rPr>
              <a:t>定制不是一次性交付，而是可复用的产品化链路</a:t>
            </a:r>
          </a:p>
        </p:txBody>
      </p:sp>
      <p:sp>
        <p:nvSpPr>
          <p:cNvPr id="3" name="">
            <a:extLst xmlns:a="http://schemas.openxmlformats.org/drawingml/2006/main">
              <a:ext uri="{FF2B5EF4-FFF2-40B4-BE49-F238E27FC236}">
                <a16:creationId xmlns:a16="http://schemas.microsoft.com/office/drawing/2014/main" id="{B79087C1-24E9-4883-BB39-FFC3752BBE8C}"/>
              </a:ext>
            </a:extLst>
          </p:cNvPr>
          <p:cNvSpPr>
            <a:spLocks xmlns:a="http://schemas.openxmlformats.org/drawingml/2006/main" noGrp="1"/>
          </p:cNvSpPr>
          <p:nvPr/>
        </p:nvSpPr>
        <p:spPr>
          <a:xfrm xmlns:a="http://schemas.openxmlformats.org/drawingml/2006/main">
            <a:off x="1714500" y="2019300"/>
            <a:ext cx="7905750" cy="3429000"/>
          </a:xfrm>
          <a:prstGeom xmlns:a="http://schemas.openxmlformats.org/drawingml/2006/main" prst="roundRect">
            <a:avLst>
              <a:gd name="adj" fmla="val 5556"/>
            </a:avLst>
          </a:prstGeom>
          <a:noFill xmlns:a="http://schemas.openxmlformats.org/drawingml/2006/main"/>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6C15C7A3-B066-45AE-9611-3A53A1582751}"/>
              </a:ext>
            </a:extLst>
          </p:cNvPr>
          <p:cNvSpPr>
            <a:spLocks xmlns:a="http://schemas.openxmlformats.org/drawingml/2006/main" noGrp="1"/>
          </p:cNvSpPr>
          <p:nvPr/>
        </p:nvSpPr>
        <p:spPr>
          <a:xfrm xmlns:a="http://schemas.openxmlformats.org/drawingml/2006/main">
            <a:off x="13335000" y="2438400"/>
            <a:ext cx="28575" cy="2476500"/>
          </a:xfrm>
          <a:prstGeom xmlns:a="http://schemas.openxmlformats.org/drawingml/2006/main" prst="rect">
            <a:avLst/>
          </a:prstGeom>
          <a:solidFill xmlns:a="http://schemas.openxmlformats.org/drawingml/2006/main">
            <a:srgbClr val="111827"/>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F8CF3443-2956-4DCD-9397-CE8B308C9C68}"/>
              </a:ext>
            </a:extLst>
          </p:cNvPr>
          <p:cNvSpPr>
            <a:spLocks xmlns:a="http://schemas.openxmlformats.org/drawingml/2006/main" noGrp="1"/>
          </p:cNvSpPr>
          <p:nvPr/>
        </p:nvSpPr>
        <p:spPr>
          <a:xfrm xmlns:a="http://schemas.openxmlformats.org/drawingml/2006/main">
            <a:off x="13373100" y="4895850"/>
            <a:ext cx="6191250" cy="28575"/>
          </a:xfrm>
          <a:prstGeom xmlns:a="http://schemas.openxmlformats.org/drawingml/2006/main" prst="rect">
            <a:avLst/>
          </a:prstGeom>
          <a:solidFill xmlns:a="http://schemas.openxmlformats.org/drawingml/2006/main">
            <a:srgbClr val="111827"/>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19AB1834-49B3-4F51-9EB9-45529734317A}"/>
              </a:ext>
            </a:extLst>
          </p:cNvPr>
          <p:cNvSpPr>
            <a:spLocks xmlns:a="http://schemas.openxmlformats.org/drawingml/2006/main" noGrp="1"/>
          </p:cNvSpPr>
          <p:nvPr/>
        </p:nvSpPr>
        <p:spPr>
          <a:xfrm xmlns:a="http://schemas.openxmlformats.org/drawingml/2006/main">
            <a:off x="13411200" y="3648075"/>
            <a:ext cx="6191250" cy="9525"/>
          </a:xfrm>
          <a:prstGeom xmlns:a="http://schemas.openxmlformats.org/drawingml/2006/main" prst="rect">
            <a:avLst/>
          </a:prstGeom>
          <a:solidFill xmlns:a="http://schemas.openxmlformats.org/drawingml/2006/main">
            <a:srgbClr val="DCE3EC"/>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2D17254A-D248-480E-A64C-9F3D946563C0}"/>
              </a:ext>
            </a:extLst>
          </p:cNvPr>
          <p:cNvSpPr>
            <a:spLocks xmlns:a="http://schemas.openxmlformats.org/drawingml/2006/main" noGrp="1"/>
          </p:cNvSpPr>
          <p:nvPr/>
        </p:nvSpPr>
        <p:spPr>
          <a:xfrm xmlns:a="http://schemas.openxmlformats.org/drawingml/2006/main">
            <a:off x="13449300" y="2438400"/>
            <a:ext cx="9525" cy="2476500"/>
          </a:xfrm>
          <a:prstGeom xmlns:a="http://schemas.openxmlformats.org/drawingml/2006/main" prst="rect">
            <a:avLst/>
          </a:prstGeom>
          <a:solidFill xmlns:a="http://schemas.openxmlformats.org/drawingml/2006/main">
            <a:srgbClr val="DCE3EC"/>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8AF039EF-8669-48E6-8355-B3E3CDD61D65}"/>
              </a:ext>
            </a:extLst>
          </p:cNvPr>
          <p:cNvSpPr>
            <a:spLocks xmlns:a="http://schemas.openxmlformats.org/drawingml/2006/main" noGrp="1"/>
          </p:cNvSpPr>
          <p:nvPr/>
        </p:nvSpPr>
        <p:spPr>
          <a:xfrm xmlns:a="http://schemas.openxmlformats.org/drawingml/2006/main">
            <a:off x="685800" y="1428750"/>
            <a:ext cx="108204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425" b="1" i="0">
                <a:solidFill>
                  <a:srgbClr val="64748B"/>
                </a:solidFill>
                <a:latin typeface="Microsoft YaHei"/>
                <a:ea typeface="Microsoft YaHei"/>
                <a:cs typeface="Microsoft YaHei"/>
              </a:defRPr>
            </a:pPr>
            <a:r>
              <a:rPr sz="1350" b="0" i="0">
                <a:solidFill>
                  <a:srgbClr val="667085"/>
                </a:solidFill>
                <a:latin typeface="Microsoft YaHei"/>
                <a:ea typeface="Microsoft YaHei"/>
                <a:cs typeface="Microsoft YaHei"/>
              </a:rPr>
              <a:t>每次场景共创都沿统一步骤落地，并把成果沉淀为组织蓝图、私有积木与版本化解决方案。</a:t>
            </a:r>
          </a:p>
        </p:txBody>
      </p:sp>
      <p:sp>
        <p:nvSpPr>
          <p:cNvPr id="9" name="">
            <a:extLst xmlns:a="http://schemas.openxmlformats.org/drawingml/2006/main">
              <a:ext uri="{FF2B5EF4-FFF2-40B4-BE49-F238E27FC236}">
                <a16:creationId xmlns:a16="http://schemas.microsoft.com/office/drawing/2014/main" id="{E8252EBC-6654-4A56-A43D-04234BEB26AE}"/>
              </a:ext>
            </a:extLst>
          </p:cNvPr>
          <p:cNvSpPr>
            <a:spLocks xmlns:a="http://schemas.openxmlformats.org/drawingml/2006/main" noGrp="1"/>
          </p:cNvSpPr>
          <p:nvPr/>
        </p:nvSpPr>
        <p:spPr>
          <a:xfrm xmlns:a="http://schemas.openxmlformats.org/drawingml/2006/main">
            <a:off x="876300" y="5105400"/>
            <a:ext cx="10439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125" b="1" i="0">
                <a:solidFill>
                  <a:srgbClr val="1456C7"/>
                </a:solidFill>
                <a:latin typeface="Microsoft YaHei"/>
                <a:ea typeface="Microsoft YaHei"/>
                <a:cs typeface="Microsoft YaHei"/>
              </a:defRPr>
            </a:pPr>
            <a:r>
              <a:rPr sz="1350" b="1" i="0">
                <a:solidFill>
                  <a:srgbClr val="176BFF"/>
                </a:solidFill>
                <a:latin typeface="Microsoft YaHei"/>
                <a:ea typeface="Microsoft YaHei"/>
                <a:cs typeface="Microsoft YaHei"/>
              </a:rPr>
              <a:t>标准积木优先，自定义能力有契约，原生能力有保留区；交付可升级、可回滚、可复用</a:t>
            </a:r>
          </a:p>
        </p:txBody>
      </p:sp>
      <p:sp>
        <p:nvSpPr>
          <p:cNvPr id="10" name="">
            <a:extLst xmlns:a="http://schemas.openxmlformats.org/drawingml/2006/main">
              <a:ext uri="{FF2B5EF4-FFF2-40B4-BE49-F238E27FC236}">
                <a16:creationId xmlns:a16="http://schemas.microsoft.com/office/drawing/2014/main" id="{F709C619-2BD1-4EF2-9FB4-E67118A23879}"/>
              </a:ext>
            </a:extLst>
          </p:cNvPr>
          <p:cNvSpPr>
            <a:spLocks xmlns:a="http://schemas.openxmlformats.org/drawingml/2006/main" noGrp="1"/>
          </p:cNvSpPr>
          <p:nvPr/>
        </p:nvSpPr>
        <p:spPr>
          <a:xfrm xmlns:a="http://schemas.openxmlformats.org/drawingml/2006/main">
            <a:off x="13487400" y="4038600"/>
            <a:ext cx="400050" cy="400050"/>
          </a:xfrm>
          <a:prstGeom xmlns:a="http://schemas.openxmlformats.org/drawingml/2006/main" prst="ellipse">
            <a:avLst/>
          </a:prstGeom>
          <a:solidFill xmlns:a="http://schemas.openxmlformats.org/drawingml/2006/main">
            <a:srgbClr val="98A2B3"/>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A5049E2C-638C-4C84-9984-35EE7E45EF3D}"/>
              </a:ext>
            </a:extLst>
          </p:cNvPr>
          <p:cNvSpPr>
            <a:spLocks xmlns:a="http://schemas.openxmlformats.org/drawingml/2006/main" noGrp="1"/>
          </p:cNvSpPr>
          <p:nvPr/>
        </p:nvSpPr>
        <p:spPr>
          <a:xfrm xmlns:a="http://schemas.openxmlformats.org/drawingml/2006/main">
            <a:off x="13525500" y="4514850"/>
            <a:ext cx="1428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i="0">
                <a:solidFill>
                  <a:srgbClr val="667085"/>
                </a:solidFill>
                <a:latin typeface="Microsoft YaHei"/>
                <a:ea typeface="Microsoft YaHei"/>
                <a:cs typeface="Microsoft YaHei"/>
              </a:defRPr>
            </a:pPr>
            <a:r>
              <a:rPr sz="1200" b="0" i="0">
                <a:solidFill>
                  <a:srgbClr val="667085"/>
                </a:solidFill>
                <a:latin typeface="Microsoft YaHei"/>
                <a:ea typeface="Microsoft YaHei"/>
                <a:cs typeface="Microsoft YaHei"/>
              </a:rPr>
              <a:t>办公问答</a:t>
            </a:r>
          </a:p>
        </p:txBody>
      </p:sp>
      <p:sp>
        <p:nvSpPr>
          <p:cNvPr id="12" name="">
            <a:extLst xmlns:a="http://schemas.openxmlformats.org/drawingml/2006/main">
              <a:ext uri="{FF2B5EF4-FFF2-40B4-BE49-F238E27FC236}">
                <a16:creationId xmlns:a16="http://schemas.microsoft.com/office/drawing/2014/main" id="{F4BE703F-ECE8-4177-B632-BC2BAF5358DF}"/>
              </a:ext>
            </a:extLst>
          </p:cNvPr>
          <p:cNvSpPr>
            <a:spLocks xmlns:a="http://schemas.openxmlformats.org/drawingml/2006/main" noGrp="1"/>
          </p:cNvSpPr>
          <p:nvPr/>
        </p:nvSpPr>
        <p:spPr>
          <a:xfrm xmlns:a="http://schemas.openxmlformats.org/drawingml/2006/main">
            <a:off x="13563600" y="3781425"/>
            <a:ext cx="457200" cy="457200"/>
          </a:xfrm>
          <a:prstGeom xmlns:a="http://schemas.openxmlformats.org/drawingml/2006/main" prst="ellipse">
            <a:avLst/>
          </a:prstGeom>
          <a:solidFill xmlns:a="http://schemas.openxmlformats.org/drawingml/2006/main">
            <a:srgbClr val="F79009"/>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1AB245E4-7D7B-4DD8-84A1-4F701573FA23}"/>
              </a:ext>
            </a:extLst>
          </p:cNvPr>
          <p:cNvSpPr>
            <a:spLocks xmlns:a="http://schemas.openxmlformats.org/drawingml/2006/main" noGrp="1"/>
          </p:cNvSpPr>
          <p:nvPr/>
        </p:nvSpPr>
        <p:spPr>
          <a:xfrm xmlns:a="http://schemas.openxmlformats.org/drawingml/2006/main">
            <a:off x="13601700" y="4314825"/>
            <a:ext cx="13716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i="0">
                <a:solidFill>
                  <a:srgbClr val="667085"/>
                </a:solidFill>
                <a:latin typeface="Microsoft YaHei"/>
                <a:ea typeface="Microsoft YaHei"/>
                <a:cs typeface="Microsoft YaHei"/>
              </a:defRPr>
            </a:pPr>
            <a:r>
              <a:rPr sz="1200" b="0" i="0">
                <a:solidFill>
                  <a:srgbClr val="667085"/>
                </a:solidFill>
                <a:latin typeface="Microsoft YaHei"/>
                <a:ea typeface="Microsoft YaHei"/>
                <a:cs typeface="Microsoft YaHei"/>
              </a:rPr>
              <a:t>浏览器任务</a:t>
            </a:r>
          </a:p>
        </p:txBody>
      </p:sp>
      <p:sp>
        <p:nvSpPr>
          <p:cNvPr id="14" name="">
            <a:extLst xmlns:a="http://schemas.openxmlformats.org/drawingml/2006/main">
              <a:ext uri="{FF2B5EF4-FFF2-40B4-BE49-F238E27FC236}">
                <a16:creationId xmlns:a16="http://schemas.microsoft.com/office/drawing/2014/main" id="{F4165A70-FD04-45E9-8824-2BD37261498E}"/>
              </a:ext>
            </a:extLst>
          </p:cNvPr>
          <p:cNvSpPr>
            <a:spLocks xmlns:a="http://schemas.openxmlformats.org/drawingml/2006/main" noGrp="1"/>
          </p:cNvSpPr>
          <p:nvPr/>
        </p:nvSpPr>
        <p:spPr>
          <a:xfrm xmlns:a="http://schemas.openxmlformats.org/drawingml/2006/main">
            <a:off x="13639800" y="2762250"/>
            <a:ext cx="495300" cy="495300"/>
          </a:xfrm>
          <a:prstGeom xmlns:a="http://schemas.openxmlformats.org/drawingml/2006/main" prst="ellipse">
            <a:avLst/>
          </a:prstGeom>
          <a:solidFill xmlns:a="http://schemas.openxmlformats.org/drawingml/2006/main">
            <a:srgbClr val="17A673"/>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C1FEFD31-A748-48DC-9B67-88B96D45E1D7}"/>
              </a:ext>
            </a:extLst>
          </p:cNvPr>
          <p:cNvSpPr>
            <a:spLocks xmlns:a="http://schemas.openxmlformats.org/drawingml/2006/main" noGrp="1"/>
          </p:cNvSpPr>
          <p:nvPr/>
        </p:nvSpPr>
        <p:spPr>
          <a:xfrm xmlns:a="http://schemas.openxmlformats.org/drawingml/2006/main">
            <a:off x="13677900" y="3333750"/>
            <a:ext cx="13716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i="0">
                <a:solidFill>
                  <a:srgbClr val="667085"/>
                </a:solidFill>
                <a:latin typeface="Microsoft YaHei"/>
                <a:ea typeface="Microsoft YaHei"/>
                <a:cs typeface="Microsoft YaHei"/>
              </a:defRPr>
            </a:pPr>
            <a:r>
              <a:rPr sz="1200" b="0" i="0">
                <a:solidFill>
                  <a:srgbClr val="667085"/>
                </a:solidFill>
                <a:latin typeface="Microsoft YaHei"/>
                <a:ea typeface="Microsoft YaHei"/>
                <a:cs typeface="Microsoft YaHei"/>
              </a:rPr>
              <a:t>桌面任务</a:t>
            </a:r>
          </a:p>
        </p:txBody>
      </p:sp>
      <p:sp>
        <p:nvSpPr>
          <p:cNvPr id="16" name="">
            <a:extLst xmlns:a="http://schemas.openxmlformats.org/drawingml/2006/main">
              <a:ext uri="{FF2B5EF4-FFF2-40B4-BE49-F238E27FC236}">
                <a16:creationId xmlns:a16="http://schemas.microsoft.com/office/drawing/2014/main" id="{152ECAB1-E514-4F89-A764-A2DA3B8D70EF}"/>
              </a:ext>
            </a:extLst>
          </p:cNvPr>
          <p:cNvSpPr>
            <a:spLocks xmlns:a="http://schemas.openxmlformats.org/drawingml/2006/main" noGrp="1"/>
          </p:cNvSpPr>
          <p:nvPr/>
        </p:nvSpPr>
        <p:spPr>
          <a:xfrm xmlns:a="http://schemas.openxmlformats.org/drawingml/2006/main">
            <a:off x="13716000" y="2705100"/>
            <a:ext cx="609600" cy="609600"/>
          </a:xfrm>
          <a:prstGeom xmlns:a="http://schemas.openxmlformats.org/drawingml/2006/main" prst="ellipse">
            <a:avLst/>
          </a:prstGeom>
          <a:solidFill xmlns:a="http://schemas.openxmlformats.org/drawingml/2006/main">
            <a:srgbClr val="176BFF"/>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E2A9564E-1B04-4A3B-9C90-58816AC91485}"/>
              </a:ext>
            </a:extLst>
          </p:cNvPr>
          <p:cNvSpPr>
            <a:spLocks xmlns:a="http://schemas.openxmlformats.org/drawingml/2006/main" noGrp="1"/>
          </p:cNvSpPr>
          <p:nvPr/>
        </p:nvSpPr>
        <p:spPr>
          <a:xfrm xmlns:a="http://schemas.openxmlformats.org/drawingml/2006/main">
            <a:off x="13754100" y="3390900"/>
            <a:ext cx="13716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425" b="1" i="0">
                <a:solidFill>
                  <a:srgbClr val="176BFF"/>
                </a:solidFill>
                <a:latin typeface="Microsoft YaHei"/>
                <a:ea typeface="Microsoft YaHei"/>
                <a:cs typeface="Microsoft YaHei"/>
              </a:defRPr>
            </a:pPr>
            <a:r>
              <a:rPr sz="1425" b="1" i="0">
                <a:solidFill>
                  <a:srgbClr val="176BFF"/>
                </a:solidFill>
                <a:latin typeface="Microsoft YaHei"/>
                <a:ea typeface="Microsoft YaHei"/>
                <a:cs typeface="Microsoft YaHei"/>
              </a:rPr>
              <a:t>Blocky</a:t>
            </a:r>
          </a:p>
        </p:txBody>
      </p:sp>
      <p:sp>
        <p:nvSpPr>
          <p:cNvPr id="18" name="">
            <a:extLst xmlns:a="http://schemas.openxmlformats.org/drawingml/2006/main">
              <a:ext uri="{FF2B5EF4-FFF2-40B4-BE49-F238E27FC236}">
                <a16:creationId xmlns:a16="http://schemas.microsoft.com/office/drawing/2014/main" id="{A710F48B-9833-4CEA-96EC-F710C0DB08BB}"/>
              </a:ext>
            </a:extLst>
          </p:cNvPr>
          <p:cNvSpPr>
            <a:spLocks xmlns:a="http://schemas.openxmlformats.org/drawingml/2006/main" noGrp="1"/>
          </p:cNvSpPr>
          <p:nvPr/>
        </p:nvSpPr>
        <p:spPr>
          <a:xfrm xmlns:a="http://schemas.openxmlformats.org/drawingml/2006/main">
            <a:off x="9906000" y="2076450"/>
            <a:ext cx="1600200" cy="3352800"/>
          </a:xfrm>
          <a:prstGeom xmlns:a="http://schemas.openxmlformats.org/drawingml/2006/main" prst="roundRect">
            <a:avLst>
              <a:gd name="adj" fmla="val 11905"/>
            </a:avLst>
          </a:prstGeom>
          <a:noFill xmlns:a="http://schemas.openxmlformats.org/drawingml/2006/main"/>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24B3CED9-2289-46C4-878F-B09658EEEAAB}"/>
              </a:ext>
            </a:extLst>
          </p:cNvPr>
          <p:cNvSpPr>
            <a:spLocks xmlns:a="http://schemas.openxmlformats.org/drawingml/2006/main" noGrp="1"/>
          </p:cNvSpPr>
          <p:nvPr/>
        </p:nvSpPr>
        <p:spPr>
          <a:xfrm xmlns:a="http://schemas.openxmlformats.org/drawingml/2006/main">
            <a:off x="13792200" y="2362200"/>
            <a:ext cx="12192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800" b="1" i="0">
                <a:solidFill>
                  <a:srgbClr val="176BFF"/>
                </a:solidFill>
                <a:latin typeface="Microsoft YaHei"/>
                <a:ea typeface="Microsoft YaHei"/>
                <a:cs typeface="Microsoft YaHei"/>
              </a:defRPr>
            </a:pPr>
            <a:r>
              <a:rPr sz="1800" b="1" i="0">
                <a:solidFill>
                  <a:srgbClr val="176BFF"/>
                </a:solidFill>
                <a:latin typeface="Microsoft YaHei"/>
                <a:ea typeface="Microsoft YaHei"/>
                <a:cs typeface="Microsoft YaHei"/>
              </a:rPr>
              <a:t>Agent + 自动化</a:t>
            </a:r>
          </a:p>
        </p:txBody>
      </p:sp>
      <p:sp>
        <p:nvSpPr>
          <p:cNvPr id="20" name="">
            <a:extLst xmlns:a="http://schemas.openxmlformats.org/drawingml/2006/main">
              <a:ext uri="{FF2B5EF4-FFF2-40B4-BE49-F238E27FC236}">
                <a16:creationId xmlns:a16="http://schemas.microsoft.com/office/drawing/2014/main" id="{E6DE07F1-2CE1-4A8A-BE82-360BF6C6E148}"/>
              </a:ext>
            </a:extLst>
          </p:cNvPr>
          <p:cNvSpPr>
            <a:spLocks xmlns:a="http://schemas.openxmlformats.org/drawingml/2006/main" noGrp="1"/>
          </p:cNvSpPr>
          <p:nvPr/>
        </p:nvSpPr>
        <p:spPr>
          <a:xfrm xmlns:a="http://schemas.openxmlformats.org/drawingml/2006/main">
            <a:off x="13830300" y="3238500"/>
            <a:ext cx="121920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500" b="1" i="0">
                <a:solidFill>
                  <a:srgbClr val="111827"/>
                </a:solidFill>
                <a:latin typeface="Microsoft YaHei"/>
                <a:ea typeface="Microsoft YaHei"/>
                <a:cs typeface="Microsoft YaHei"/>
              </a:defRPr>
            </a:pPr>
            <a:r>
              <a:rPr sz="1500" b="1" i="0">
                <a:solidFill>
                  <a:srgbClr val="111827"/>
                </a:solidFill>
                <a:latin typeface="Microsoft YaHei"/>
                <a:ea typeface="Microsoft YaHei"/>
                <a:cs typeface="Microsoft YaHei"/>
              </a:rPr>
              <a:t>入门 Agent</a:t>
            </a:r>
          </a:p>
          <a:p xmlns:a="http://schemas.openxmlformats.org/drawingml/2006/main">
            <a:pPr algn="ctr">
              <a:buNone/>
              <a:defRPr sz="1500" b="1" i="0">
                <a:solidFill>
                  <a:srgbClr val="111827"/>
                </a:solidFill>
                <a:latin typeface="Microsoft YaHei"/>
                <a:ea typeface="Microsoft YaHei"/>
                <a:cs typeface="Microsoft YaHei"/>
              </a:defRPr>
            </a:pPr>
            <a:r>
              <a:rPr sz="1500" b="1" i="0">
                <a:solidFill>
                  <a:srgbClr val="111827"/>
                </a:solidFill>
                <a:latin typeface="Microsoft YaHei"/>
                <a:ea typeface="Microsoft YaHei"/>
                <a:cs typeface="Microsoft YaHei"/>
              </a:rPr>
              <a:t>↓</a:t>
            </a:r>
          </a:p>
          <a:p xmlns:a="http://schemas.openxmlformats.org/drawingml/2006/main">
            <a:pPr algn="ctr">
              <a:buNone/>
              <a:defRPr sz="1500" b="1" i="0">
                <a:solidFill>
                  <a:srgbClr val="111827"/>
                </a:solidFill>
                <a:latin typeface="Microsoft YaHei"/>
                <a:ea typeface="Microsoft YaHei"/>
                <a:cs typeface="Microsoft YaHei"/>
              </a:defRPr>
            </a:pPr>
            <a:r>
              <a:rPr sz="1500" b="1" i="0">
                <a:solidFill>
                  <a:srgbClr val="111827"/>
                </a:solidFill>
                <a:latin typeface="Microsoft YaHei"/>
                <a:ea typeface="Microsoft YaHei"/>
                <a:cs typeface="Microsoft YaHei"/>
              </a:rPr>
              <a:t>专业 Agent</a:t>
            </a:r>
          </a:p>
          <a:p xmlns:a="http://schemas.openxmlformats.org/drawingml/2006/main">
            <a:pPr algn="ctr">
              <a:buNone/>
              <a:defRPr sz="1500" b="1" i="0">
                <a:solidFill>
                  <a:srgbClr val="111827"/>
                </a:solidFill>
                <a:latin typeface="Microsoft YaHei"/>
                <a:ea typeface="Microsoft YaHei"/>
                <a:cs typeface="Microsoft YaHei"/>
              </a:defRPr>
            </a:pPr>
            <a:r>
              <a:rPr sz="1500" b="1" i="0">
                <a:solidFill>
                  <a:srgbClr val="111827"/>
                </a:solidFill>
                <a:latin typeface="Microsoft YaHei"/>
                <a:ea typeface="Microsoft YaHei"/>
                <a:cs typeface="Microsoft YaHei"/>
              </a:rPr>
              <a:t>↓</a:t>
            </a:r>
          </a:p>
          <a:p xmlns:a="http://schemas.openxmlformats.org/drawingml/2006/main">
            <a:pPr algn="ctr">
              <a:buNone/>
              <a:defRPr sz="1500" b="1" i="0">
                <a:solidFill>
                  <a:srgbClr val="111827"/>
                </a:solidFill>
                <a:latin typeface="Microsoft YaHei"/>
                <a:ea typeface="Microsoft YaHei"/>
                <a:cs typeface="Microsoft YaHei"/>
              </a:defRPr>
            </a:pPr>
            <a:r>
              <a:rPr sz="1500" b="1" i="0">
                <a:solidFill>
                  <a:srgbClr val="111827"/>
                </a:solidFill>
                <a:latin typeface="Microsoft YaHei"/>
                <a:ea typeface="Microsoft YaHei"/>
                <a:cs typeface="Microsoft YaHei"/>
              </a:rPr>
              <a:t>蓝图 / 代码</a:t>
            </a:r>
          </a:p>
          <a:p xmlns:a="http://schemas.openxmlformats.org/drawingml/2006/main">
            <a:pPr algn="ctr">
              <a:buNone/>
              <a:defRPr sz="1500" b="1" i="0">
                <a:solidFill>
                  <a:srgbClr val="111827"/>
                </a:solidFill>
                <a:latin typeface="Microsoft YaHei"/>
                <a:ea typeface="Microsoft YaHei"/>
                <a:cs typeface="Microsoft YaHei"/>
              </a:defRPr>
            </a:pPr>
            <a:r>
              <a:rPr sz="1500" b="1" i="0">
                <a:solidFill>
                  <a:srgbClr val="111827"/>
                </a:solidFill>
                <a:latin typeface="Microsoft YaHei"/>
                <a:ea typeface="Microsoft YaHei"/>
                <a:cs typeface="Microsoft YaHei"/>
              </a:rPr>
              <a:t>↓</a:t>
            </a:r>
          </a:p>
          <a:p xmlns:a="http://schemas.openxmlformats.org/drawingml/2006/main">
            <a:pPr algn="ctr">
              <a:buNone/>
              <a:defRPr sz="1500" b="1" i="0">
                <a:solidFill>
                  <a:srgbClr val="111827"/>
                </a:solidFill>
                <a:latin typeface="Microsoft YaHei"/>
                <a:ea typeface="Microsoft YaHei"/>
                <a:cs typeface="Microsoft YaHei"/>
              </a:defRPr>
            </a:pPr>
            <a:r>
              <a:rPr sz="1500" b="1" i="0">
                <a:solidFill>
                  <a:srgbClr val="111827"/>
                </a:solidFill>
                <a:latin typeface="Microsoft YaHei"/>
                <a:ea typeface="Microsoft YaHei"/>
                <a:cs typeface="Microsoft YaHei"/>
              </a:rPr>
              <a:t>运行轨迹</a:t>
            </a:r>
          </a:p>
        </p:txBody>
      </p:sp>
      <p:sp>
        <p:nvSpPr>
          <p:cNvPr id="21" name="">
            <a:extLst xmlns:a="http://schemas.openxmlformats.org/drawingml/2006/main">
              <a:ext uri="{FF2B5EF4-FFF2-40B4-BE49-F238E27FC236}">
                <a16:creationId xmlns:a16="http://schemas.microsoft.com/office/drawing/2014/main" id="{5ACF8F47-F459-4EE8-AFFB-431D2346A884}"/>
              </a:ext>
            </a:extLst>
          </p:cNvPr>
          <p:cNvSpPr>
            <a:spLocks xmlns:a="http://schemas.openxmlformats.org/drawingml/2006/main" noGrp="1"/>
          </p:cNvSpPr>
          <p:nvPr/>
        </p:nvSpPr>
        <p:spPr>
          <a:xfrm xmlns:a="http://schemas.openxmlformats.org/drawingml/2006/main">
            <a:off x="685800" y="5600700"/>
            <a:ext cx="108204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050" b="0" i="0">
                <a:solidFill>
                  <a:srgbClr val="64748B"/>
                </a:solidFill>
                <a:latin typeface="Microsoft YaHei"/>
                <a:ea typeface="Microsoft YaHei"/>
                <a:cs typeface="Microsoft YaHei"/>
              </a:defRPr>
            </a:pPr>
            <a:r>
              <a:rPr sz="1275" b="0" i="0">
                <a:solidFill>
                  <a:srgbClr val="667085"/>
                </a:solidFill>
                <a:latin typeface="Microsoft YaHei"/>
                <a:ea typeface="Microsoft YaHei"/>
                <a:cs typeface="Microsoft YaHei"/>
              </a:rPr>
              <a:t>交付闭环：诊断 → 设计 → 共创 → 验证 → 部署 → 运营 → 资产回流</a:t>
            </a:r>
          </a:p>
        </p:txBody>
      </p:sp>
      <p:sp>
        <p:nvSpPr>
          <p:cNvPr id="22" name="">
            <a:extLst xmlns:a="http://schemas.openxmlformats.org/drawingml/2006/main">
              <a:ext uri="{FF2B5EF4-FFF2-40B4-BE49-F238E27FC236}">
                <a16:creationId xmlns:a16="http://schemas.microsoft.com/office/drawing/2014/main" id="{7CA2238B-6981-4EEF-9644-CAB79A1ED2D3}"/>
              </a:ext>
            </a:extLst>
          </p:cNvPr>
          <p:cNvSpPr>
            <a:spLocks xmlns:a="http://schemas.openxmlformats.org/drawingml/2006/main" noGrp="1"/>
          </p:cNvSpPr>
          <p:nvPr/>
        </p:nvSpPr>
        <p:spPr>
          <a:xfrm xmlns:a="http://schemas.openxmlformats.org/drawingml/2006/main">
            <a:off x="685800" y="6496050"/>
            <a:ext cx="10820400" cy="9525"/>
          </a:xfrm>
          <a:prstGeom xmlns:a="http://schemas.openxmlformats.org/drawingml/2006/main" prst="rect">
            <a:avLst/>
          </a:prstGeom>
          <a:solidFill xmlns:a="http://schemas.openxmlformats.org/drawingml/2006/main">
            <a:srgbClr val="DCE3EC"/>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4EEEB512-B61D-4234-BF5B-E7FCE68FD363}"/>
              </a:ext>
            </a:extLst>
          </p:cNvPr>
          <p:cNvSpPr>
            <a:spLocks xmlns:a="http://schemas.openxmlformats.org/drawingml/2006/main" noGrp="1"/>
          </p:cNvSpPr>
          <p:nvPr/>
        </p:nvSpPr>
        <p:spPr>
          <a:xfrm xmlns:a="http://schemas.openxmlformats.org/drawingml/2006/main">
            <a:off x="685800" y="6553200"/>
            <a:ext cx="476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975" b="0" i="0">
                <a:solidFill>
                  <a:srgbClr val="98A2B3"/>
                </a:solidFill>
                <a:latin typeface="Microsoft YaHei"/>
                <a:ea typeface="Microsoft YaHei"/>
                <a:cs typeface="Microsoft YaHei"/>
              </a:defRPr>
            </a:pPr>
            <a:r>
              <a:rPr sz="975" b="0" i="0">
                <a:solidFill>
                  <a:srgbClr val="98A2B3"/>
                </a:solidFill>
                <a:latin typeface="Microsoft YaHei"/>
                <a:ea typeface="Microsoft YaHei"/>
                <a:cs typeface="Microsoft YaHei"/>
              </a:rPr>
              <a:t>Blocky Studio · Agent 搭建教育</a:t>
            </a:r>
          </a:p>
        </p:txBody>
      </p:sp>
      <p:sp>
        <p:nvSpPr>
          <p:cNvPr id="24" name="">
            <a:extLst xmlns:a="http://schemas.openxmlformats.org/drawingml/2006/main">
              <a:ext uri="{FF2B5EF4-FFF2-40B4-BE49-F238E27FC236}">
                <a16:creationId xmlns:a16="http://schemas.microsoft.com/office/drawing/2014/main" id="{F36BBFE9-8C7C-4891-A36F-ED778245CE43}"/>
              </a:ext>
            </a:extLst>
          </p:cNvPr>
          <p:cNvSpPr>
            <a:spLocks xmlns:a="http://schemas.openxmlformats.org/drawingml/2006/main" noGrp="1"/>
          </p:cNvSpPr>
          <p:nvPr/>
        </p:nvSpPr>
        <p:spPr>
          <a:xfrm xmlns:a="http://schemas.openxmlformats.org/drawingml/2006/main">
            <a:off x="10953750" y="6553200"/>
            <a:ext cx="552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975" b="0" i="0">
                <a:solidFill>
                  <a:srgbClr val="98A2B3"/>
                </a:solidFill>
                <a:latin typeface="Microsoft YaHei"/>
                <a:ea typeface="Microsoft YaHei"/>
                <a:cs typeface="Microsoft YaHei"/>
              </a:defRPr>
            </a:pPr>
            <a:r>
              <a:rPr sz="975" b="0" i="0">
                <a:solidFill>
                  <a:srgbClr val="98A2B3"/>
                </a:solidFill>
                <a:latin typeface="Microsoft YaHei"/>
                <a:ea typeface="Microsoft YaHei"/>
                <a:cs typeface="Microsoft YaHei"/>
              </a:rPr>
              <a:t>24</a:t>
            </a:r>
          </a:p>
        </p:txBody>
      </p:sp>
      <p:sp>
        <p:nvSpPr>
          <p:cNvPr id="26" name="compat-card-fill-1-1">
            <a:extLst xmlns:a="http://schemas.openxmlformats.org/drawingml/2006/main">
              <a:ext uri="{FF2B5EF4-FFF2-40B4-BE49-F238E27FC236}">
                <a16:creationId xmlns:a16="http://schemas.microsoft.com/office/drawing/2014/main" id="{F69DB481-5385-40C6-8BEA-8619F0A3E72B}"/>
              </a:ext>
            </a:extLst>
          </p:cNvPr>
          <p:cNvSpPr>
            <a:spLocks xmlns:a="http://schemas.openxmlformats.org/drawingml/2006/main" noGrp="1"/>
          </p:cNvSpPr>
          <p:nvPr/>
        </p:nvSpPr>
        <p:spPr>
          <a:xfrm xmlns:a="http://schemas.openxmlformats.org/drawingml/2006/main">
            <a:off x="895350" y="2133600"/>
            <a:ext cx="3162300" cy="381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7" name="compat-card-fill-1-2">
            <a:extLst xmlns:a="http://schemas.openxmlformats.org/drawingml/2006/main">
              <a:ext uri="{FF2B5EF4-FFF2-40B4-BE49-F238E27FC236}">
                <a16:creationId xmlns:a16="http://schemas.microsoft.com/office/drawing/2014/main" id="{E4EF5A44-61F6-43D8-A716-C98483ED0778}"/>
              </a:ext>
            </a:extLst>
          </p:cNvPr>
          <p:cNvSpPr>
            <a:spLocks xmlns:a="http://schemas.openxmlformats.org/drawingml/2006/main" noGrp="1"/>
          </p:cNvSpPr>
          <p:nvPr/>
        </p:nvSpPr>
        <p:spPr>
          <a:xfrm xmlns:a="http://schemas.openxmlformats.org/drawingml/2006/main">
            <a:off x="895350" y="2514600"/>
            <a:ext cx="3162300" cy="381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8" name="compat-card-fill-1-3">
            <a:extLst xmlns:a="http://schemas.openxmlformats.org/drawingml/2006/main">
              <a:ext uri="{FF2B5EF4-FFF2-40B4-BE49-F238E27FC236}">
                <a16:creationId xmlns:a16="http://schemas.microsoft.com/office/drawing/2014/main" id="{2D5C7F0A-2376-4FCC-B006-D475EB4611E7}"/>
              </a:ext>
            </a:extLst>
          </p:cNvPr>
          <p:cNvSpPr>
            <a:spLocks xmlns:a="http://schemas.openxmlformats.org/drawingml/2006/main" noGrp="1"/>
          </p:cNvSpPr>
          <p:nvPr/>
        </p:nvSpPr>
        <p:spPr>
          <a:xfrm xmlns:a="http://schemas.openxmlformats.org/drawingml/2006/main">
            <a:off x="895350" y="2895600"/>
            <a:ext cx="3162300" cy="4762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9" name="compat-card-1">
            <a:extLst xmlns:a="http://schemas.openxmlformats.org/drawingml/2006/main">
              <a:ext uri="{FF2B5EF4-FFF2-40B4-BE49-F238E27FC236}">
                <a16:creationId xmlns:a16="http://schemas.microsoft.com/office/drawing/2014/main" id="{6C151DE4-71A9-4FA2-9A44-BC594719616F}"/>
              </a:ext>
            </a:extLst>
          </p:cNvPr>
          <p:cNvSpPr>
            <a:spLocks xmlns:a="http://schemas.openxmlformats.org/drawingml/2006/main" noGrp="1"/>
          </p:cNvSpPr>
          <p:nvPr/>
        </p:nvSpPr>
        <p:spPr>
          <a:xfrm xmlns:a="http://schemas.openxmlformats.org/drawingml/2006/main">
            <a:off x="838200" y="2076450"/>
            <a:ext cx="3276600" cy="1352550"/>
          </a:xfrm>
          <a:prstGeom xmlns:a="http://schemas.openxmlformats.org/drawingml/2006/main" prst="roundRect">
            <a:avLst>
              <a:gd name="adj" fmla="val 5634"/>
            </a:avLst>
          </a:prstGeom>
          <a:noFill xmlns:a="http://schemas.openxmlformats.org/drawingml/2006/main"/>
          <a:ln xmlns:a="http://schemas.openxmlformats.org/drawingml/2006/main" w="9525">
            <a:solidFill>
              <a:srgbClr val="DDE7F5"/>
            </a:solidFill>
            <a:prstDash val="solid"/>
          </a:ln>
        </p:spPr>
      </p:sp>
      <p:sp>
        <p:nvSpPr>
          <p:cNvPr id="30" name="compat-accent-1">
            <a:extLst xmlns:a="http://schemas.openxmlformats.org/drawingml/2006/main">
              <a:ext uri="{FF2B5EF4-FFF2-40B4-BE49-F238E27FC236}">
                <a16:creationId xmlns:a16="http://schemas.microsoft.com/office/drawing/2014/main" id="{4A5AF1A7-B885-4B88-B017-97B67775F82B}"/>
              </a:ext>
            </a:extLst>
          </p:cNvPr>
          <p:cNvSpPr>
            <a:spLocks xmlns:a="http://schemas.openxmlformats.org/drawingml/2006/main" noGrp="1"/>
          </p:cNvSpPr>
          <p:nvPr/>
        </p:nvSpPr>
        <p:spPr>
          <a:xfrm xmlns:a="http://schemas.openxmlformats.org/drawingml/2006/main">
            <a:off x="838200" y="2228850"/>
            <a:ext cx="47625" cy="1047750"/>
          </a:xfrm>
          <a:prstGeom xmlns:a="http://schemas.openxmlformats.org/drawingml/2006/main" prst="rect">
            <a:avLst/>
          </a:prstGeom>
          <a:solidFill xmlns:a="http://schemas.openxmlformats.org/drawingml/2006/main">
            <a:srgbClr val="176BFF"/>
          </a:solidFill>
          <a:ln xmlns:a="http://schemas.openxmlformats.org/drawingml/2006/main" w="0">
            <a:noFill/>
            <a:prstDash val="solid"/>
          </a:ln>
        </p:spPr>
      </p:sp>
      <p:sp>
        <p:nvSpPr>
          <p:cNvPr id="31" name="compat-title-1">
            <a:extLst xmlns:a="http://schemas.openxmlformats.org/drawingml/2006/main">
              <a:ext uri="{FF2B5EF4-FFF2-40B4-BE49-F238E27FC236}">
                <a16:creationId xmlns:a16="http://schemas.microsoft.com/office/drawing/2014/main" id="{34755EBE-93F0-4137-A1C0-A92B874AF4D1}"/>
              </a:ext>
            </a:extLst>
          </p:cNvPr>
          <p:cNvSpPr>
            <a:spLocks xmlns:a="http://schemas.openxmlformats.org/drawingml/2006/main" noGrp="1"/>
          </p:cNvSpPr>
          <p:nvPr/>
        </p:nvSpPr>
        <p:spPr>
          <a:xfrm xmlns:a="http://schemas.openxmlformats.org/drawingml/2006/main">
            <a:off x="1066800" y="2247900"/>
            <a:ext cx="27813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200" b="1">
                <a:solidFill>
                  <a:srgbClr val="176BFF"/>
                </a:solidFill>
                <a:latin typeface="Microsoft YaHei"/>
                <a:ea typeface="Microsoft YaHei"/>
                <a:cs typeface="Microsoft YaHei"/>
              </a:defRPr>
            </a:pPr>
            <a:r>
              <a:rPr sz="1200" b="1">
                <a:solidFill>
                  <a:srgbClr val="176BFF"/>
                </a:solidFill>
                <a:latin typeface="Microsoft YaHei"/>
                <a:ea typeface="Microsoft YaHei"/>
                <a:cs typeface="Microsoft YaHei"/>
              </a:rPr>
              <a:t>场景诊断</a:t>
            </a:r>
          </a:p>
        </p:txBody>
      </p:sp>
      <p:sp>
        <p:nvSpPr>
          <p:cNvPr id="32" name="compat-name-1">
            <a:extLst xmlns:a="http://schemas.openxmlformats.org/drawingml/2006/main">
              <a:ext uri="{FF2B5EF4-FFF2-40B4-BE49-F238E27FC236}">
                <a16:creationId xmlns:a16="http://schemas.microsoft.com/office/drawing/2014/main" id="{7B4D9A5C-E768-4DC4-A8BF-A0C0D3177F91}"/>
              </a:ext>
            </a:extLst>
          </p:cNvPr>
          <p:cNvSpPr>
            <a:spLocks xmlns:a="http://schemas.openxmlformats.org/drawingml/2006/main" noGrp="1"/>
          </p:cNvSpPr>
          <p:nvPr/>
        </p:nvSpPr>
        <p:spPr>
          <a:xfrm xmlns:a="http://schemas.openxmlformats.org/drawingml/2006/main">
            <a:off x="1066800" y="2533650"/>
            <a:ext cx="27813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950" b="1">
                <a:solidFill>
                  <a:srgbClr val="111827"/>
                </a:solidFill>
                <a:latin typeface="Microsoft YaHei"/>
                <a:ea typeface="Microsoft YaHei"/>
                <a:cs typeface="Microsoft YaHei"/>
              </a:defRPr>
            </a:pPr>
            <a:r>
              <a:rPr sz="1950" b="1">
                <a:solidFill>
                  <a:srgbClr val="111827"/>
                </a:solidFill>
                <a:latin typeface="Microsoft YaHei"/>
                <a:ea typeface="Microsoft YaHei"/>
                <a:cs typeface="Microsoft YaHei"/>
              </a:rPr>
              <a:t>目标与流程建模</a:t>
            </a:r>
          </a:p>
        </p:txBody>
      </p:sp>
      <p:sp>
        <p:nvSpPr>
          <p:cNvPr id="33" name="compat-desc-1">
            <a:extLst xmlns:a="http://schemas.openxmlformats.org/drawingml/2006/main">
              <a:ext uri="{FF2B5EF4-FFF2-40B4-BE49-F238E27FC236}">
                <a16:creationId xmlns:a16="http://schemas.microsoft.com/office/drawing/2014/main" id="{6EEF4EE7-6902-4F7D-979E-88501EA44802}"/>
              </a:ext>
            </a:extLst>
          </p:cNvPr>
          <p:cNvSpPr>
            <a:spLocks xmlns:a="http://schemas.openxmlformats.org/drawingml/2006/main" noGrp="1"/>
          </p:cNvSpPr>
          <p:nvPr/>
        </p:nvSpPr>
        <p:spPr>
          <a:xfrm xmlns:a="http://schemas.openxmlformats.org/drawingml/2006/main">
            <a:off x="1066800" y="2952750"/>
            <a:ext cx="28194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050">
                <a:solidFill>
                  <a:srgbClr val="64748B"/>
                </a:solidFill>
                <a:latin typeface="Microsoft YaHei"/>
                <a:ea typeface="Microsoft YaHei"/>
                <a:cs typeface="Microsoft YaHei"/>
              </a:defRPr>
            </a:pPr>
            <a:r>
              <a:rPr sz="1125" b="0">
                <a:solidFill>
                  <a:srgbClr val="667085"/>
                </a:solidFill>
                <a:latin typeface="Microsoft YaHei"/>
                <a:ea typeface="Microsoft YaHei"/>
                <a:cs typeface="Microsoft YaHei"/>
              </a:rPr>
              <a:t>用户 / 任务 / KPI / 责任边界</a:t>
            </a:r>
          </a:p>
        </p:txBody>
      </p:sp>
      <p:sp>
        <p:nvSpPr>
          <p:cNvPr id="34" name="compat-card-fill-2-1">
            <a:extLst xmlns:a="http://schemas.openxmlformats.org/drawingml/2006/main">
              <a:ext uri="{FF2B5EF4-FFF2-40B4-BE49-F238E27FC236}">
                <a16:creationId xmlns:a16="http://schemas.microsoft.com/office/drawing/2014/main" id="{6678D41D-B7A4-47ED-A705-BC8B0F76C6AB}"/>
              </a:ext>
            </a:extLst>
          </p:cNvPr>
          <p:cNvSpPr>
            <a:spLocks xmlns:a="http://schemas.openxmlformats.org/drawingml/2006/main" noGrp="1"/>
          </p:cNvSpPr>
          <p:nvPr/>
        </p:nvSpPr>
        <p:spPr>
          <a:xfrm xmlns:a="http://schemas.openxmlformats.org/drawingml/2006/main">
            <a:off x="4438650" y="2133600"/>
            <a:ext cx="3162300" cy="381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5" name="compat-card-fill-2-2">
            <a:extLst xmlns:a="http://schemas.openxmlformats.org/drawingml/2006/main">
              <a:ext uri="{FF2B5EF4-FFF2-40B4-BE49-F238E27FC236}">
                <a16:creationId xmlns:a16="http://schemas.microsoft.com/office/drawing/2014/main" id="{AF7B2C68-02AD-4AB9-9093-19F05DEF1A4B}"/>
              </a:ext>
            </a:extLst>
          </p:cNvPr>
          <p:cNvSpPr>
            <a:spLocks xmlns:a="http://schemas.openxmlformats.org/drawingml/2006/main" noGrp="1"/>
          </p:cNvSpPr>
          <p:nvPr/>
        </p:nvSpPr>
        <p:spPr>
          <a:xfrm xmlns:a="http://schemas.openxmlformats.org/drawingml/2006/main">
            <a:off x="4438650" y="2514600"/>
            <a:ext cx="3162300" cy="381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6" name="compat-card-fill-2-3">
            <a:extLst xmlns:a="http://schemas.openxmlformats.org/drawingml/2006/main">
              <a:ext uri="{FF2B5EF4-FFF2-40B4-BE49-F238E27FC236}">
                <a16:creationId xmlns:a16="http://schemas.microsoft.com/office/drawing/2014/main" id="{E3636D79-096C-47D6-B78F-E30DAF504A34}"/>
              </a:ext>
            </a:extLst>
          </p:cNvPr>
          <p:cNvSpPr>
            <a:spLocks xmlns:a="http://schemas.openxmlformats.org/drawingml/2006/main" noGrp="1"/>
          </p:cNvSpPr>
          <p:nvPr/>
        </p:nvSpPr>
        <p:spPr>
          <a:xfrm xmlns:a="http://schemas.openxmlformats.org/drawingml/2006/main">
            <a:off x="4438650" y="2895600"/>
            <a:ext cx="3162300" cy="4762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7" name="compat-card-2">
            <a:extLst xmlns:a="http://schemas.openxmlformats.org/drawingml/2006/main">
              <a:ext uri="{FF2B5EF4-FFF2-40B4-BE49-F238E27FC236}">
                <a16:creationId xmlns:a16="http://schemas.microsoft.com/office/drawing/2014/main" id="{59DCAF35-0EEB-4DA4-B734-CCF9E9C4CFF7}"/>
              </a:ext>
            </a:extLst>
          </p:cNvPr>
          <p:cNvSpPr>
            <a:spLocks xmlns:a="http://schemas.openxmlformats.org/drawingml/2006/main" noGrp="1"/>
          </p:cNvSpPr>
          <p:nvPr/>
        </p:nvSpPr>
        <p:spPr>
          <a:xfrm xmlns:a="http://schemas.openxmlformats.org/drawingml/2006/main">
            <a:off x="4381500" y="2076450"/>
            <a:ext cx="3276600" cy="1352550"/>
          </a:xfrm>
          <a:prstGeom xmlns:a="http://schemas.openxmlformats.org/drawingml/2006/main" prst="roundRect">
            <a:avLst>
              <a:gd name="adj" fmla="val 5634"/>
            </a:avLst>
          </a:prstGeom>
          <a:noFill xmlns:a="http://schemas.openxmlformats.org/drawingml/2006/main"/>
          <a:ln xmlns:a="http://schemas.openxmlformats.org/drawingml/2006/main" w="9525">
            <a:solidFill>
              <a:srgbClr val="DDE7F5"/>
            </a:solidFill>
            <a:prstDash val="solid"/>
          </a:ln>
        </p:spPr>
      </p:sp>
      <p:sp>
        <p:nvSpPr>
          <p:cNvPr id="38" name="compat-accent-2">
            <a:extLst xmlns:a="http://schemas.openxmlformats.org/drawingml/2006/main">
              <a:ext uri="{FF2B5EF4-FFF2-40B4-BE49-F238E27FC236}">
                <a16:creationId xmlns:a16="http://schemas.microsoft.com/office/drawing/2014/main" id="{6D379EDB-817E-4F0B-91DB-DF83E8488E25}"/>
              </a:ext>
            </a:extLst>
          </p:cNvPr>
          <p:cNvSpPr>
            <a:spLocks xmlns:a="http://schemas.openxmlformats.org/drawingml/2006/main" noGrp="1"/>
          </p:cNvSpPr>
          <p:nvPr/>
        </p:nvSpPr>
        <p:spPr>
          <a:xfrm xmlns:a="http://schemas.openxmlformats.org/drawingml/2006/main">
            <a:off x="4381500" y="2228850"/>
            <a:ext cx="47625" cy="1047750"/>
          </a:xfrm>
          <a:prstGeom xmlns:a="http://schemas.openxmlformats.org/drawingml/2006/main" prst="rect">
            <a:avLst/>
          </a:prstGeom>
          <a:solidFill xmlns:a="http://schemas.openxmlformats.org/drawingml/2006/main">
            <a:srgbClr val="176BFF"/>
          </a:solidFill>
          <a:ln xmlns:a="http://schemas.openxmlformats.org/drawingml/2006/main" w="0">
            <a:noFill/>
            <a:prstDash val="solid"/>
          </a:ln>
        </p:spPr>
      </p:sp>
      <p:sp>
        <p:nvSpPr>
          <p:cNvPr id="39" name="compat-title-2">
            <a:extLst xmlns:a="http://schemas.openxmlformats.org/drawingml/2006/main">
              <a:ext uri="{FF2B5EF4-FFF2-40B4-BE49-F238E27FC236}">
                <a16:creationId xmlns:a16="http://schemas.microsoft.com/office/drawing/2014/main" id="{E6BC2108-034B-409A-ABE7-485519372F2C}"/>
              </a:ext>
            </a:extLst>
          </p:cNvPr>
          <p:cNvSpPr>
            <a:spLocks xmlns:a="http://schemas.openxmlformats.org/drawingml/2006/main" noGrp="1"/>
          </p:cNvSpPr>
          <p:nvPr/>
        </p:nvSpPr>
        <p:spPr>
          <a:xfrm xmlns:a="http://schemas.openxmlformats.org/drawingml/2006/main">
            <a:off x="4610100" y="2247900"/>
            <a:ext cx="27813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200" b="1">
                <a:solidFill>
                  <a:srgbClr val="176BFF"/>
                </a:solidFill>
                <a:latin typeface="Microsoft YaHei"/>
                <a:ea typeface="Microsoft YaHei"/>
                <a:cs typeface="Microsoft YaHei"/>
              </a:defRPr>
            </a:pPr>
            <a:r>
              <a:rPr sz="1200" b="1">
                <a:solidFill>
                  <a:srgbClr val="176BFF"/>
                </a:solidFill>
                <a:latin typeface="Microsoft YaHei"/>
                <a:ea typeface="Microsoft YaHei"/>
                <a:cs typeface="Microsoft YaHei"/>
              </a:rPr>
              <a:t>方案设计</a:t>
            </a:r>
          </a:p>
        </p:txBody>
      </p:sp>
      <p:sp>
        <p:nvSpPr>
          <p:cNvPr id="40" name="compat-name-2">
            <a:extLst xmlns:a="http://schemas.openxmlformats.org/drawingml/2006/main">
              <a:ext uri="{FF2B5EF4-FFF2-40B4-BE49-F238E27FC236}">
                <a16:creationId xmlns:a16="http://schemas.microsoft.com/office/drawing/2014/main" id="{53F45C2E-A901-407B-AAAB-6E9BA20F451C}"/>
              </a:ext>
            </a:extLst>
          </p:cNvPr>
          <p:cNvSpPr>
            <a:spLocks xmlns:a="http://schemas.openxmlformats.org/drawingml/2006/main" noGrp="1"/>
          </p:cNvSpPr>
          <p:nvPr/>
        </p:nvSpPr>
        <p:spPr>
          <a:xfrm xmlns:a="http://schemas.openxmlformats.org/drawingml/2006/main">
            <a:off x="4610100" y="2533650"/>
            <a:ext cx="27813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950" b="1">
                <a:solidFill>
                  <a:srgbClr val="111827"/>
                </a:solidFill>
                <a:latin typeface="Microsoft YaHei"/>
                <a:ea typeface="Microsoft YaHei"/>
                <a:cs typeface="Microsoft YaHei"/>
              </a:defRPr>
            </a:pPr>
            <a:r>
              <a:rPr sz="1950" b="1">
                <a:solidFill>
                  <a:srgbClr val="111827"/>
                </a:solidFill>
                <a:latin typeface="Microsoft YaHei"/>
                <a:ea typeface="Microsoft YaHei"/>
                <a:cs typeface="Microsoft YaHei"/>
              </a:rPr>
              <a:t>Agent 与模块蓝图</a:t>
            </a:r>
          </a:p>
        </p:txBody>
      </p:sp>
      <p:sp>
        <p:nvSpPr>
          <p:cNvPr id="41" name="compat-desc-2">
            <a:extLst xmlns:a="http://schemas.openxmlformats.org/drawingml/2006/main">
              <a:ext uri="{FF2B5EF4-FFF2-40B4-BE49-F238E27FC236}">
                <a16:creationId xmlns:a16="http://schemas.microsoft.com/office/drawing/2014/main" id="{7857053F-D439-4C53-B6DB-03E22CF16485}"/>
              </a:ext>
            </a:extLst>
          </p:cNvPr>
          <p:cNvSpPr>
            <a:spLocks xmlns:a="http://schemas.openxmlformats.org/drawingml/2006/main" noGrp="1"/>
          </p:cNvSpPr>
          <p:nvPr/>
        </p:nvSpPr>
        <p:spPr>
          <a:xfrm xmlns:a="http://schemas.openxmlformats.org/drawingml/2006/main">
            <a:off x="4610100" y="2952750"/>
            <a:ext cx="28194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050">
                <a:solidFill>
                  <a:srgbClr val="64748B"/>
                </a:solidFill>
                <a:latin typeface="Microsoft YaHei"/>
                <a:ea typeface="Microsoft YaHei"/>
                <a:cs typeface="Microsoft YaHei"/>
              </a:defRPr>
            </a:pPr>
            <a:r>
              <a:rPr sz="1125" b="0">
                <a:solidFill>
                  <a:srgbClr val="667085"/>
                </a:solidFill>
                <a:latin typeface="Microsoft YaHei"/>
                <a:ea typeface="Microsoft YaHei"/>
                <a:cs typeface="Microsoft YaHei"/>
              </a:rPr>
              <a:t>知识 / 工具 / 权限 / 人工节点</a:t>
            </a:r>
          </a:p>
        </p:txBody>
      </p:sp>
      <p:sp>
        <p:nvSpPr>
          <p:cNvPr id="42" name="compat-card-fill-3-1">
            <a:extLst xmlns:a="http://schemas.openxmlformats.org/drawingml/2006/main">
              <a:ext uri="{FF2B5EF4-FFF2-40B4-BE49-F238E27FC236}">
                <a16:creationId xmlns:a16="http://schemas.microsoft.com/office/drawing/2014/main" id="{D02C6BBE-B855-49E3-9FFF-F9AAB4710C1E}"/>
              </a:ext>
            </a:extLst>
          </p:cNvPr>
          <p:cNvSpPr>
            <a:spLocks xmlns:a="http://schemas.openxmlformats.org/drawingml/2006/main" noGrp="1"/>
          </p:cNvSpPr>
          <p:nvPr/>
        </p:nvSpPr>
        <p:spPr>
          <a:xfrm xmlns:a="http://schemas.openxmlformats.org/drawingml/2006/main">
            <a:off x="7981950" y="2133600"/>
            <a:ext cx="3162300" cy="381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3" name="compat-card-fill-3-2">
            <a:extLst xmlns:a="http://schemas.openxmlformats.org/drawingml/2006/main">
              <a:ext uri="{FF2B5EF4-FFF2-40B4-BE49-F238E27FC236}">
                <a16:creationId xmlns:a16="http://schemas.microsoft.com/office/drawing/2014/main" id="{777F7FB1-AD1C-4E78-AC1C-0C013DEA09DB}"/>
              </a:ext>
            </a:extLst>
          </p:cNvPr>
          <p:cNvSpPr>
            <a:spLocks xmlns:a="http://schemas.openxmlformats.org/drawingml/2006/main" noGrp="1"/>
          </p:cNvSpPr>
          <p:nvPr/>
        </p:nvSpPr>
        <p:spPr>
          <a:xfrm xmlns:a="http://schemas.openxmlformats.org/drawingml/2006/main">
            <a:off x="7981950" y="2514600"/>
            <a:ext cx="3162300" cy="381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4" name="compat-card-fill-3-3">
            <a:extLst xmlns:a="http://schemas.openxmlformats.org/drawingml/2006/main">
              <a:ext uri="{FF2B5EF4-FFF2-40B4-BE49-F238E27FC236}">
                <a16:creationId xmlns:a16="http://schemas.microsoft.com/office/drawing/2014/main" id="{45AFEE63-5A0B-450B-8AC2-1BF30F6BF4B6}"/>
              </a:ext>
            </a:extLst>
          </p:cNvPr>
          <p:cNvSpPr>
            <a:spLocks xmlns:a="http://schemas.openxmlformats.org/drawingml/2006/main" noGrp="1"/>
          </p:cNvSpPr>
          <p:nvPr/>
        </p:nvSpPr>
        <p:spPr>
          <a:xfrm xmlns:a="http://schemas.openxmlformats.org/drawingml/2006/main">
            <a:off x="7981950" y="2895600"/>
            <a:ext cx="3162300" cy="4762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5" name="compat-card-3">
            <a:extLst xmlns:a="http://schemas.openxmlformats.org/drawingml/2006/main">
              <a:ext uri="{FF2B5EF4-FFF2-40B4-BE49-F238E27FC236}">
                <a16:creationId xmlns:a16="http://schemas.microsoft.com/office/drawing/2014/main" id="{EFD30262-A6C0-4D53-A7BF-1B52ACFE3797}"/>
              </a:ext>
            </a:extLst>
          </p:cNvPr>
          <p:cNvSpPr>
            <a:spLocks xmlns:a="http://schemas.openxmlformats.org/drawingml/2006/main" noGrp="1"/>
          </p:cNvSpPr>
          <p:nvPr/>
        </p:nvSpPr>
        <p:spPr>
          <a:xfrm xmlns:a="http://schemas.openxmlformats.org/drawingml/2006/main">
            <a:off x="7924800" y="2076450"/>
            <a:ext cx="3276600" cy="1352550"/>
          </a:xfrm>
          <a:prstGeom xmlns:a="http://schemas.openxmlformats.org/drawingml/2006/main" prst="roundRect">
            <a:avLst>
              <a:gd name="adj" fmla="val 5634"/>
            </a:avLst>
          </a:prstGeom>
          <a:noFill xmlns:a="http://schemas.openxmlformats.org/drawingml/2006/main"/>
          <a:ln xmlns:a="http://schemas.openxmlformats.org/drawingml/2006/main" w="9525">
            <a:solidFill>
              <a:srgbClr val="DDE7F5"/>
            </a:solidFill>
            <a:prstDash val="solid"/>
          </a:ln>
        </p:spPr>
      </p:sp>
      <p:sp>
        <p:nvSpPr>
          <p:cNvPr id="46" name="compat-accent-3">
            <a:extLst xmlns:a="http://schemas.openxmlformats.org/drawingml/2006/main">
              <a:ext uri="{FF2B5EF4-FFF2-40B4-BE49-F238E27FC236}">
                <a16:creationId xmlns:a16="http://schemas.microsoft.com/office/drawing/2014/main" id="{B425A560-FF61-42E2-8088-6874D276AB15}"/>
              </a:ext>
            </a:extLst>
          </p:cNvPr>
          <p:cNvSpPr>
            <a:spLocks xmlns:a="http://schemas.openxmlformats.org/drawingml/2006/main" noGrp="1"/>
          </p:cNvSpPr>
          <p:nvPr/>
        </p:nvSpPr>
        <p:spPr>
          <a:xfrm xmlns:a="http://schemas.openxmlformats.org/drawingml/2006/main">
            <a:off x="7924800" y="2228850"/>
            <a:ext cx="47625" cy="1047750"/>
          </a:xfrm>
          <a:prstGeom xmlns:a="http://schemas.openxmlformats.org/drawingml/2006/main" prst="rect">
            <a:avLst/>
          </a:prstGeom>
          <a:solidFill xmlns:a="http://schemas.openxmlformats.org/drawingml/2006/main">
            <a:srgbClr val="176BFF"/>
          </a:solidFill>
          <a:ln xmlns:a="http://schemas.openxmlformats.org/drawingml/2006/main" w="0">
            <a:noFill/>
            <a:prstDash val="solid"/>
          </a:ln>
        </p:spPr>
      </p:sp>
      <p:sp>
        <p:nvSpPr>
          <p:cNvPr id="47" name="compat-title-3">
            <a:extLst xmlns:a="http://schemas.openxmlformats.org/drawingml/2006/main">
              <a:ext uri="{FF2B5EF4-FFF2-40B4-BE49-F238E27FC236}">
                <a16:creationId xmlns:a16="http://schemas.microsoft.com/office/drawing/2014/main" id="{DE4D6871-BF98-4AEC-B845-AFDCEC1FCA89}"/>
              </a:ext>
            </a:extLst>
          </p:cNvPr>
          <p:cNvSpPr>
            <a:spLocks xmlns:a="http://schemas.openxmlformats.org/drawingml/2006/main" noGrp="1"/>
          </p:cNvSpPr>
          <p:nvPr/>
        </p:nvSpPr>
        <p:spPr>
          <a:xfrm xmlns:a="http://schemas.openxmlformats.org/drawingml/2006/main">
            <a:off x="8153400" y="2247900"/>
            <a:ext cx="27813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200" b="1">
                <a:solidFill>
                  <a:srgbClr val="176BFF"/>
                </a:solidFill>
                <a:latin typeface="Microsoft YaHei"/>
                <a:ea typeface="Microsoft YaHei"/>
                <a:cs typeface="Microsoft YaHei"/>
              </a:defRPr>
            </a:pPr>
            <a:r>
              <a:rPr sz="1200" b="1">
                <a:solidFill>
                  <a:srgbClr val="176BFF"/>
                </a:solidFill>
                <a:latin typeface="Microsoft YaHei"/>
                <a:ea typeface="Microsoft YaHei"/>
                <a:cs typeface="Microsoft YaHei"/>
              </a:rPr>
              <a:t>内容与数据</a:t>
            </a:r>
          </a:p>
        </p:txBody>
      </p:sp>
      <p:sp>
        <p:nvSpPr>
          <p:cNvPr id="48" name="compat-name-3">
            <a:extLst xmlns:a="http://schemas.openxmlformats.org/drawingml/2006/main">
              <a:ext uri="{FF2B5EF4-FFF2-40B4-BE49-F238E27FC236}">
                <a16:creationId xmlns:a16="http://schemas.microsoft.com/office/drawing/2014/main" id="{DED0F3A4-98EC-4B28-99FD-5C1D27931BB8}"/>
              </a:ext>
            </a:extLst>
          </p:cNvPr>
          <p:cNvSpPr>
            <a:spLocks xmlns:a="http://schemas.openxmlformats.org/drawingml/2006/main" noGrp="1"/>
          </p:cNvSpPr>
          <p:nvPr/>
        </p:nvSpPr>
        <p:spPr>
          <a:xfrm xmlns:a="http://schemas.openxmlformats.org/drawingml/2006/main">
            <a:off x="8153400" y="2533650"/>
            <a:ext cx="27813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950" b="1">
                <a:solidFill>
                  <a:srgbClr val="111827"/>
                </a:solidFill>
                <a:latin typeface="Microsoft YaHei"/>
                <a:ea typeface="Microsoft YaHei"/>
                <a:cs typeface="Microsoft YaHei"/>
              </a:defRPr>
            </a:pPr>
            <a:r>
              <a:rPr sz="1950" b="1">
                <a:solidFill>
                  <a:srgbClr val="111827"/>
                </a:solidFill>
                <a:latin typeface="Microsoft YaHei"/>
                <a:ea typeface="Microsoft YaHei"/>
                <a:cs typeface="Microsoft YaHei"/>
              </a:rPr>
              <a:t>课程 / 知识 / 规则</a:t>
            </a:r>
          </a:p>
        </p:txBody>
      </p:sp>
      <p:sp>
        <p:nvSpPr>
          <p:cNvPr id="49" name="compat-desc-3">
            <a:extLst xmlns:a="http://schemas.openxmlformats.org/drawingml/2006/main">
              <a:ext uri="{FF2B5EF4-FFF2-40B4-BE49-F238E27FC236}">
                <a16:creationId xmlns:a16="http://schemas.microsoft.com/office/drawing/2014/main" id="{18FAF0F3-633A-440E-8341-7797379702B4}"/>
              </a:ext>
            </a:extLst>
          </p:cNvPr>
          <p:cNvSpPr>
            <a:spLocks xmlns:a="http://schemas.openxmlformats.org/drawingml/2006/main" noGrp="1"/>
          </p:cNvSpPr>
          <p:nvPr/>
        </p:nvSpPr>
        <p:spPr>
          <a:xfrm xmlns:a="http://schemas.openxmlformats.org/drawingml/2006/main">
            <a:off x="8153400" y="2952750"/>
            <a:ext cx="28194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050">
                <a:solidFill>
                  <a:srgbClr val="64748B"/>
                </a:solidFill>
                <a:latin typeface="Microsoft YaHei"/>
                <a:ea typeface="Microsoft YaHei"/>
                <a:cs typeface="Microsoft YaHei"/>
              </a:defRPr>
            </a:pPr>
            <a:r>
              <a:rPr sz="1125" b="0">
                <a:solidFill>
                  <a:srgbClr val="667085"/>
                </a:solidFill>
                <a:latin typeface="Microsoft YaHei"/>
                <a:ea typeface="Microsoft YaHei"/>
                <a:cs typeface="Microsoft YaHei"/>
              </a:rPr>
              <a:t>来源 / ACL / 更新 / 引用</a:t>
            </a:r>
          </a:p>
        </p:txBody>
      </p:sp>
      <p:sp>
        <p:nvSpPr>
          <p:cNvPr id="50" name="compat-card-fill-4-1">
            <a:extLst xmlns:a="http://schemas.openxmlformats.org/drawingml/2006/main">
              <a:ext uri="{FF2B5EF4-FFF2-40B4-BE49-F238E27FC236}">
                <a16:creationId xmlns:a16="http://schemas.microsoft.com/office/drawing/2014/main" id="{E0562B3F-3B89-4B8F-A3C5-10385080D496}"/>
              </a:ext>
            </a:extLst>
          </p:cNvPr>
          <p:cNvSpPr>
            <a:spLocks xmlns:a="http://schemas.openxmlformats.org/drawingml/2006/main" noGrp="1"/>
          </p:cNvSpPr>
          <p:nvPr/>
        </p:nvSpPr>
        <p:spPr>
          <a:xfrm xmlns:a="http://schemas.openxmlformats.org/drawingml/2006/main">
            <a:off x="895350" y="3695700"/>
            <a:ext cx="3162300" cy="381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51" name="compat-card-fill-4-2">
            <a:extLst xmlns:a="http://schemas.openxmlformats.org/drawingml/2006/main">
              <a:ext uri="{FF2B5EF4-FFF2-40B4-BE49-F238E27FC236}">
                <a16:creationId xmlns:a16="http://schemas.microsoft.com/office/drawing/2014/main" id="{48C12C69-CFB1-4C46-BBD9-D4625CCBA581}"/>
              </a:ext>
            </a:extLst>
          </p:cNvPr>
          <p:cNvSpPr>
            <a:spLocks xmlns:a="http://schemas.openxmlformats.org/drawingml/2006/main" noGrp="1"/>
          </p:cNvSpPr>
          <p:nvPr/>
        </p:nvSpPr>
        <p:spPr>
          <a:xfrm xmlns:a="http://schemas.openxmlformats.org/drawingml/2006/main">
            <a:off x="895350" y="4076700"/>
            <a:ext cx="3162300" cy="381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52" name="compat-card-fill-4-3">
            <a:extLst xmlns:a="http://schemas.openxmlformats.org/drawingml/2006/main">
              <a:ext uri="{FF2B5EF4-FFF2-40B4-BE49-F238E27FC236}">
                <a16:creationId xmlns:a16="http://schemas.microsoft.com/office/drawing/2014/main" id="{B526D05E-C47D-49D2-A72B-7996334C26A3}"/>
              </a:ext>
            </a:extLst>
          </p:cNvPr>
          <p:cNvSpPr>
            <a:spLocks xmlns:a="http://schemas.openxmlformats.org/drawingml/2006/main" noGrp="1"/>
          </p:cNvSpPr>
          <p:nvPr/>
        </p:nvSpPr>
        <p:spPr>
          <a:xfrm xmlns:a="http://schemas.openxmlformats.org/drawingml/2006/main">
            <a:off x="895350" y="4457700"/>
            <a:ext cx="3162300" cy="4762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53" name="compat-card-4">
            <a:extLst xmlns:a="http://schemas.openxmlformats.org/drawingml/2006/main">
              <a:ext uri="{FF2B5EF4-FFF2-40B4-BE49-F238E27FC236}">
                <a16:creationId xmlns:a16="http://schemas.microsoft.com/office/drawing/2014/main" id="{78665501-39CF-43AB-A709-09CE61C4A59E}"/>
              </a:ext>
            </a:extLst>
          </p:cNvPr>
          <p:cNvSpPr>
            <a:spLocks xmlns:a="http://schemas.openxmlformats.org/drawingml/2006/main" noGrp="1"/>
          </p:cNvSpPr>
          <p:nvPr/>
        </p:nvSpPr>
        <p:spPr>
          <a:xfrm xmlns:a="http://schemas.openxmlformats.org/drawingml/2006/main">
            <a:off x="838200" y="3638550"/>
            <a:ext cx="3276600" cy="1352550"/>
          </a:xfrm>
          <a:prstGeom xmlns:a="http://schemas.openxmlformats.org/drawingml/2006/main" prst="roundRect">
            <a:avLst>
              <a:gd name="adj" fmla="val 5634"/>
            </a:avLst>
          </a:prstGeom>
          <a:noFill xmlns:a="http://schemas.openxmlformats.org/drawingml/2006/main"/>
          <a:ln xmlns:a="http://schemas.openxmlformats.org/drawingml/2006/main" w="9525">
            <a:solidFill>
              <a:srgbClr val="DDE7F5"/>
            </a:solidFill>
            <a:prstDash val="solid"/>
          </a:ln>
        </p:spPr>
      </p:sp>
      <p:sp>
        <p:nvSpPr>
          <p:cNvPr id="54" name="compat-accent-4">
            <a:extLst xmlns:a="http://schemas.openxmlformats.org/drawingml/2006/main">
              <a:ext uri="{FF2B5EF4-FFF2-40B4-BE49-F238E27FC236}">
                <a16:creationId xmlns:a16="http://schemas.microsoft.com/office/drawing/2014/main" id="{49B9AA27-CD03-495D-9699-BB6DE584A024}"/>
              </a:ext>
            </a:extLst>
          </p:cNvPr>
          <p:cNvSpPr>
            <a:spLocks xmlns:a="http://schemas.openxmlformats.org/drawingml/2006/main" noGrp="1"/>
          </p:cNvSpPr>
          <p:nvPr/>
        </p:nvSpPr>
        <p:spPr>
          <a:xfrm xmlns:a="http://schemas.openxmlformats.org/drawingml/2006/main">
            <a:off x="838200" y="3790950"/>
            <a:ext cx="47625" cy="1047750"/>
          </a:xfrm>
          <a:prstGeom xmlns:a="http://schemas.openxmlformats.org/drawingml/2006/main" prst="rect">
            <a:avLst/>
          </a:prstGeom>
          <a:solidFill xmlns:a="http://schemas.openxmlformats.org/drawingml/2006/main">
            <a:srgbClr val="176BFF"/>
          </a:solidFill>
          <a:ln xmlns:a="http://schemas.openxmlformats.org/drawingml/2006/main" w="0">
            <a:noFill/>
            <a:prstDash val="solid"/>
          </a:ln>
        </p:spPr>
      </p:sp>
      <p:sp>
        <p:nvSpPr>
          <p:cNvPr id="55" name="compat-title-4">
            <a:extLst xmlns:a="http://schemas.openxmlformats.org/drawingml/2006/main">
              <a:ext uri="{FF2B5EF4-FFF2-40B4-BE49-F238E27FC236}">
                <a16:creationId xmlns:a16="http://schemas.microsoft.com/office/drawing/2014/main" id="{D90E428E-D28E-44FA-B3D2-A6261DEF9547}"/>
              </a:ext>
            </a:extLst>
          </p:cNvPr>
          <p:cNvSpPr>
            <a:spLocks xmlns:a="http://schemas.openxmlformats.org/drawingml/2006/main" noGrp="1"/>
          </p:cNvSpPr>
          <p:nvPr/>
        </p:nvSpPr>
        <p:spPr>
          <a:xfrm xmlns:a="http://schemas.openxmlformats.org/drawingml/2006/main">
            <a:off x="1066800" y="3810000"/>
            <a:ext cx="27813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200" b="1">
                <a:solidFill>
                  <a:srgbClr val="176BFF"/>
                </a:solidFill>
                <a:latin typeface="Microsoft YaHei"/>
                <a:ea typeface="Microsoft YaHei"/>
                <a:cs typeface="Microsoft YaHei"/>
              </a:defRPr>
            </a:pPr>
            <a:r>
              <a:rPr sz="1200" b="1">
                <a:solidFill>
                  <a:srgbClr val="176BFF"/>
                </a:solidFill>
                <a:latin typeface="Microsoft YaHei"/>
                <a:ea typeface="Microsoft YaHei"/>
                <a:cs typeface="Microsoft YaHei"/>
              </a:rPr>
              <a:t>连接与开发</a:t>
            </a:r>
          </a:p>
        </p:txBody>
      </p:sp>
      <p:sp>
        <p:nvSpPr>
          <p:cNvPr id="56" name="compat-name-4">
            <a:extLst xmlns:a="http://schemas.openxmlformats.org/drawingml/2006/main">
              <a:ext uri="{FF2B5EF4-FFF2-40B4-BE49-F238E27FC236}">
                <a16:creationId xmlns:a16="http://schemas.microsoft.com/office/drawing/2014/main" id="{D67341F5-F649-4091-824C-34F94796A6D1}"/>
              </a:ext>
            </a:extLst>
          </p:cNvPr>
          <p:cNvSpPr>
            <a:spLocks xmlns:a="http://schemas.openxmlformats.org/drawingml/2006/main" noGrp="1"/>
          </p:cNvSpPr>
          <p:nvPr/>
        </p:nvSpPr>
        <p:spPr>
          <a:xfrm xmlns:a="http://schemas.openxmlformats.org/drawingml/2006/main">
            <a:off x="1066800" y="4095750"/>
            <a:ext cx="27813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950" b="1">
                <a:solidFill>
                  <a:srgbClr val="111827"/>
                </a:solidFill>
                <a:latin typeface="Microsoft YaHei"/>
                <a:ea typeface="Microsoft YaHei"/>
                <a:cs typeface="Microsoft YaHei"/>
              </a:defRPr>
            </a:pPr>
            <a:r>
              <a:rPr sz="1950" b="1">
                <a:solidFill>
                  <a:srgbClr val="111827"/>
                </a:solidFill>
                <a:latin typeface="Microsoft YaHei"/>
                <a:ea typeface="Microsoft YaHei"/>
                <a:cs typeface="Microsoft YaHei"/>
              </a:rPr>
              <a:t>积木 / MCP / API</a:t>
            </a:r>
          </a:p>
        </p:txBody>
      </p:sp>
      <p:sp>
        <p:nvSpPr>
          <p:cNvPr id="57" name="compat-desc-4">
            <a:extLst xmlns:a="http://schemas.openxmlformats.org/drawingml/2006/main">
              <a:ext uri="{FF2B5EF4-FFF2-40B4-BE49-F238E27FC236}">
                <a16:creationId xmlns:a16="http://schemas.microsoft.com/office/drawing/2014/main" id="{47CDDB18-5D86-4CBA-8410-B9E666436D93}"/>
              </a:ext>
            </a:extLst>
          </p:cNvPr>
          <p:cNvSpPr>
            <a:spLocks xmlns:a="http://schemas.openxmlformats.org/drawingml/2006/main" noGrp="1"/>
          </p:cNvSpPr>
          <p:nvPr/>
        </p:nvSpPr>
        <p:spPr>
          <a:xfrm xmlns:a="http://schemas.openxmlformats.org/drawingml/2006/main">
            <a:off x="1066800" y="4514850"/>
            <a:ext cx="28194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050">
                <a:solidFill>
                  <a:srgbClr val="64748B"/>
                </a:solidFill>
                <a:latin typeface="Microsoft YaHei"/>
                <a:ea typeface="Microsoft YaHei"/>
                <a:cs typeface="Microsoft YaHei"/>
              </a:defRPr>
            </a:pPr>
            <a:r>
              <a:rPr sz="1125" b="0">
                <a:solidFill>
                  <a:srgbClr val="667085"/>
                </a:solidFill>
                <a:latin typeface="Microsoft YaHei"/>
                <a:ea typeface="Microsoft YaHei"/>
                <a:cs typeface="Microsoft YaHei"/>
              </a:rPr>
              <a:t>AppSurface / RPA / 旧系统适配</a:t>
            </a:r>
          </a:p>
        </p:txBody>
      </p:sp>
      <p:sp>
        <p:nvSpPr>
          <p:cNvPr id="58" name="compat-card-fill-5-1">
            <a:extLst xmlns:a="http://schemas.openxmlformats.org/drawingml/2006/main">
              <a:ext uri="{FF2B5EF4-FFF2-40B4-BE49-F238E27FC236}">
                <a16:creationId xmlns:a16="http://schemas.microsoft.com/office/drawing/2014/main" id="{396A1AB6-3033-43F3-ACA5-9A38A7DB0437}"/>
              </a:ext>
            </a:extLst>
          </p:cNvPr>
          <p:cNvSpPr>
            <a:spLocks xmlns:a="http://schemas.openxmlformats.org/drawingml/2006/main" noGrp="1"/>
          </p:cNvSpPr>
          <p:nvPr/>
        </p:nvSpPr>
        <p:spPr>
          <a:xfrm xmlns:a="http://schemas.openxmlformats.org/drawingml/2006/main">
            <a:off x="4438650" y="3695700"/>
            <a:ext cx="3162300" cy="381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59" name="compat-card-fill-5-2">
            <a:extLst xmlns:a="http://schemas.openxmlformats.org/drawingml/2006/main">
              <a:ext uri="{FF2B5EF4-FFF2-40B4-BE49-F238E27FC236}">
                <a16:creationId xmlns:a16="http://schemas.microsoft.com/office/drawing/2014/main" id="{341658E3-D68B-4E28-80D8-EE43D6BFCBA3}"/>
              </a:ext>
            </a:extLst>
          </p:cNvPr>
          <p:cNvSpPr>
            <a:spLocks xmlns:a="http://schemas.openxmlformats.org/drawingml/2006/main" noGrp="1"/>
          </p:cNvSpPr>
          <p:nvPr/>
        </p:nvSpPr>
        <p:spPr>
          <a:xfrm xmlns:a="http://schemas.openxmlformats.org/drawingml/2006/main">
            <a:off x="4438650" y="4076700"/>
            <a:ext cx="3162300" cy="381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60" name="compat-card-fill-5-3">
            <a:extLst xmlns:a="http://schemas.openxmlformats.org/drawingml/2006/main">
              <a:ext uri="{FF2B5EF4-FFF2-40B4-BE49-F238E27FC236}">
                <a16:creationId xmlns:a16="http://schemas.microsoft.com/office/drawing/2014/main" id="{F78F7300-8212-4596-BBCE-56316A9D76A8}"/>
              </a:ext>
            </a:extLst>
          </p:cNvPr>
          <p:cNvSpPr>
            <a:spLocks xmlns:a="http://schemas.openxmlformats.org/drawingml/2006/main" noGrp="1"/>
          </p:cNvSpPr>
          <p:nvPr/>
        </p:nvSpPr>
        <p:spPr>
          <a:xfrm xmlns:a="http://schemas.openxmlformats.org/drawingml/2006/main">
            <a:off x="4438650" y="4457700"/>
            <a:ext cx="3162300" cy="4762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61" name="compat-card-5">
            <a:extLst xmlns:a="http://schemas.openxmlformats.org/drawingml/2006/main">
              <a:ext uri="{FF2B5EF4-FFF2-40B4-BE49-F238E27FC236}">
                <a16:creationId xmlns:a16="http://schemas.microsoft.com/office/drawing/2014/main" id="{9ADA23D9-4B4A-410F-95B5-E660DEDA7FBD}"/>
              </a:ext>
            </a:extLst>
          </p:cNvPr>
          <p:cNvSpPr>
            <a:spLocks xmlns:a="http://schemas.openxmlformats.org/drawingml/2006/main" noGrp="1"/>
          </p:cNvSpPr>
          <p:nvPr/>
        </p:nvSpPr>
        <p:spPr>
          <a:xfrm xmlns:a="http://schemas.openxmlformats.org/drawingml/2006/main">
            <a:off x="4381500" y="3638550"/>
            <a:ext cx="3276600" cy="1352550"/>
          </a:xfrm>
          <a:prstGeom xmlns:a="http://schemas.openxmlformats.org/drawingml/2006/main" prst="roundRect">
            <a:avLst>
              <a:gd name="adj" fmla="val 5634"/>
            </a:avLst>
          </a:prstGeom>
          <a:noFill xmlns:a="http://schemas.openxmlformats.org/drawingml/2006/main"/>
          <a:ln xmlns:a="http://schemas.openxmlformats.org/drawingml/2006/main" w="9525">
            <a:solidFill>
              <a:srgbClr val="DDE7F5"/>
            </a:solidFill>
            <a:prstDash val="solid"/>
          </a:ln>
        </p:spPr>
      </p:sp>
      <p:sp>
        <p:nvSpPr>
          <p:cNvPr id="62" name="compat-accent-5">
            <a:extLst xmlns:a="http://schemas.openxmlformats.org/drawingml/2006/main">
              <a:ext uri="{FF2B5EF4-FFF2-40B4-BE49-F238E27FC236}">
                <a16:creationId xmlns:a16="http://schemas.microsoft.com/office/drawing/2014/main" id="{211650E4-8E44-4E1D-B760-CDAD74E7CEF5}"/>
              </a:ext>
            </a:extLst>
          </p:cNvPr>
          <p:cNvSpPr>
            <a:spLocks xmlns:a="http://schemas.openxmlformats.org/drawingml/2006/main" noGrp="1"/>
          </p:cNvSpPr>
          <p:nvPr/>
        </p:nvSpPr>
        <p:spPr>
          <a:xfrm xmlns:a="http://schemas.openxmlformats.org/drawingml/2006/main">
            <a:off x="4381500" y="3790950"/>
            <a:ext cx="47625" cy="1047750"/>
          </a:xfrm>
          <a:prstGeom xmlns:a="http://schemas.openxmlformats.org/drawingml/2006/main" prst="rect">
            <a:avLst/>
          </a:prstGeom>
          <a:solidFill xmlns:a="http://schemas.openxmlformats.org/drawingml/2006/main">
            <a:srgbClr val="176BFF"/>
          </a:solidFill>
          <a:ln xmlns:a="http://schemas.openxmlformats.org/drawingml/2006/main" w="0">
            <a:noFill/>
            <a:prstDash val="solid"/>
          </a:ln>
        </p:spPr>
      </p:sp>
      <p:sp>
        <p:nvSpPr>
          <p:cNvPr id="63" name="compat-title-5">
            <a:extLst xmlns:a="http://schemas.openxmlformats.org/drawingml/2006/main">
              <a:ext uri="{FF2B5EF4-FFF2-40B4-BE49-F238E27FC236}">
                <a16:creationId xmlns:a16="http://schemas.microsoft.com/office/drawing/2014/main" id="{8E1DBBC4-BF46-47E4-A7DB-7D88F6BF0B25}"/>
              </a:ext>
            </a:extLst>
          </p:cNvPr>
          <p:cNvSpPr>
            <a:spLocks xmlns:a="http://schemas.openxmlformats.org/drawingml/2006/main" noGrp="1"/>
          </p:cNvSpPr>
          <p:nvPr/>
        </p:nvSpPr>
        <p:spPr>
          <a:xfrm xmlns:a="http://schemas.openxmlformats.org/drawingml/2006/main">
            <a:off x="4610100" y="3810000"/>
            <a:ext cx="27813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200" b="1">
                <a:solidFill>
                  <a:srgbClr val="176BFF"/>
                </a:solidFill>
                <a:latin typeface="Microsoft YaHei"/>
                <a:ea typeface="Microsoft YaHei"/>
                <a:cs typeface="Microsoft YaHei"/>
              </a:defRPr>
            </a:pPr>
            <a:r>
              <a:rPr sz="1200" b="1">
                <a:solidFill>
                  <a:srgbClr val="176BFF"/>
                </a:solidFill>
                <a:latin typeface="Microsoft YaHei"/>
                <a:ea typeface="Microsoft YaHei"/>
                <a:cs typeface="Microsoft YaHei"/>
              </a:rPr>
              <a:t>部署与治理</a:t>
            </a:r>
          </a:p>
        </p:txBody>
      </p:sp>
      <p:sp>
        <p:nvSpPr>
          <p:cNvPr id="64" name="compat-name-5">
            <a:extLst xmlns:a="http://schemas.openxmlformats.org/drawingml/2006/main">
              <a:ext uri="{FF2B5EF4-FFF2-40B4-BE49-F238E27FC236}">
                <a16:creationId xmlns:a16="http://schemas.microsoft.com/office/drawing/2014/main" id="{B47D0A35-7660-433A-889E-BA518CAD734D}"/>
              </a:ext>
            </a:extLst>
          </p:cNvPr>
          <p:cNvSpPr>
            <a:spLocks xmlns:a="http://schemas.openxmlformats.org/drawingml/2006/main" noGrp="1"/>
          </p:cNvSpPr>
          <p:nvPr/>
        </p:nvSpPr>
        <p:spPr>
          <a:xfrm xmlns:a="http://schemas.openxmlformats.org/drawingml/2006/main">
            <a:off x="4610100" y="4095750"/>
            <a:ext cx="27813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950" b="1">
                <a:solidFill>
                  <a:srgbClr val="111827"/>
                </a:solidFill>
                <a:latin typeface="Microsoft YaHei"/>
                <a:ea typeface="Microsoft YaHei"/>
                <a:cs typeface="Microsoft YaHei"/>
              </a:defRPr>
            </a:pPr>
            <a:r>
              <a:rPr sz="1950" b="1">
                <a:solidFill>
                  <a:srgbClr val="111827"/>
                </a:solidFill>
                <a:latin typeface="Microsoft YaHei"/>
                <a:ea typeface="Microsoft YaHei"/>
                <a:cs typeface="Microsoft YaHei"/>
              </a:rPr>
              <a:t>环境 / Secrets / 审计</a:t>
            </a:r>
          </a:p>
        </p:txBody>
      </p:sp>
      <p:sp>
        <p:nvSpPr>
          <p:cNvPr id="65" name="compat-desc-5">
            <a:extLst xmlns:a="http://schemas.openxmlformats.org/drawingml/2006/main">
              <a:ext uri="{FF2B5EF4-FFF2-40B4-BE49-F238E27FC236}">
                <a16:creationId xmlns:a16="http://schemas.microsoft.com/office/drawing/2014/main" id="{31B375FF-D546-47FA-A589-63E7B6D57B05}"/>
              </a:ext>
            </a:extLst>
          </p:cNvPr>
          <p:cNvSpPr>
            <a:spLocks xmlns:a="http://schemas.openxmlformats.org/drawingml/2006/main" noGrp="1"/>
          </p:cNvSpPr>
          <p:nvPr/>
        </p:nvSpPr>
        <p:spPr>
          <a:xfrm xmlns:a="http://schemas.openxmlformats.org/drawingml/2006/main">
            <a:off x="4610100" y="4514850"/>
            <a:ext cx="28194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050">
                <a:solidFill>
                  <a:srgbClr val="64748B"/>
                </a:solidFill>
                <a:latin typeface="Microsoft YaHei"/>
                <a:ea typeface="Microsoft YaHei"/>
                <a:cs typeface="Microsoft YaHei"/>
              </a:defRPr>
            </a:pPr>
            <a:r>
              <a:rPr sz="1125" b="0">
                <a:solidFill>
                  <a:srgbClr val="667085"/>
                </a:solidFill>
                <a:latin typeface="Microsoft YaHei"/>
                <a:ea typeface="Microsoft YaHei"/>
                <a:cs typeface="Microsoft YaHei"/>
              </a:rPr>
              <a:t>权限 / 回滚 / 成本 / 可用性</a:t>
            </a:r>
          </a:p>
        </p:txBody>
      </p:sp>
      <p:sp>
        <p:nvSpPr>
          <p:cNvPr id="66" name="compat-card-fill-6-1">
            <a:extLst xmlns:a="http://schemas.openxmlformats.org/drawingml/2006/main">
              <a:ext uri="{FF2B5EF4-FFF2-40B4-BE49-F238E27FC236}">
                <a16:creationId xmlns:a16="http://schemas.microsoft.com/office/drawing/2014/main" id="{ECA9979D-C56C-4AA7-AA58-5B1AEACB7C9B}"/>
              </a:ext>
            </a:extLst>
          </p:cNvPr>
          <p:cNvSpPr>
            <a:spLocks xmlns:a="http://schemas.openxmlformats.org/drawingml/2006/main" noGrp="1"/>
          </p:cNvSpPr>
          <p:nvPr/>
        </p:nvSpPr>
        <p:spPr>
          <a:xfrm xmlns:a="http://schemas.openxmlformats.org/drawingml/2006/main">
            <a:off x="7981950" y="3695700"/>
            <a:ext cx="3162300" cy="381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67" name="compat-card-fill-6-2">
            <a:extLst xmlns:a="http://schemas.openxmlformats.org/drawingml/2006/main">
              <a:ext uri="{FF2B5EF4-FFF2-40B4-BE49-F238E27FC236}">
                <a16:creationId xmlns:a16="http://schemas.microsoft.com/office/drawing/2014/main" id="{64024621-3F06-4AC9-9FF2-CF3E3393C103}"/>
              </a:ext>
            </a:extLst>
          </p:cNvPr>
          <p:cNvSpPr>
            <a:spLocks xmlns:a="http://schemas.openxmlformats.org/drawingml/2006/main" noGrp="1"/>
          </p:cNvSpPr>
          <p:nvPr/>
        </p:nvSpPr>
        <p:spPr>
          <a:xfrm xmlns:a="http://schemas.openxmlformats.org/drawingml/2006/main">
            <a:off x="7981950" y="4076700"/>
            <a:ext cx="3162300" cy="381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68" name="compat-card-fill-6-3">
            <a:extLst xmlns:a="http://schemas.openxmlformats.org/drawingml/2006/main">
              <a:ext uri="{FF2B5EF4-FFF2-40B4-BE49-F238E27FC236}">
                <a16:creationId xmlns:a16="http://schemas.microsoft.com/office/drawing/2014/main" id="{DC1041DE-C570-4450-8E05-373C0B3D6B9A}"/>
              </a:ext>
            </a:extLst>
          </p:cNvPr>
          <p:cNvSpPr>
            <a:spLocks xmlns:a="http://schemas.openxmlformats.org/drawingml/2006/main" noGrp="1"/>
          </p:cNvSpPr>
          <p:nvPr/>
        </p:nvSpPr>
        <p:spPr>
          <a:xfrm xmlns:a="http://schemas.openxmlformats.org/drawingml/2006/main">
            <a:off x="7981950" y="4457700"/>
            <a:ext cx="3162300" cy="4762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69" name="compat-card-6">
            <a:extLst xmlns:a="http://schemas.openxmlformats.org/drawingml/2006/main">
              <a:ext uri="{FF2B5EF4-FFF2-40B4-BE49-F238E27FC236}">
                <a16:creationId xmlns:a16="http://schemas.microsoft.com/office/drawing/2014/main" id="{A0845199-7DAE-4F90-B433-E53849F2B76F}"/>
              </a:ext>
            </a:extLst>
          </p:cNvPr>
          <p:cNvSpPr>
            <a:spLocks xmlns:a="http://schemas.openxmlformats.org/drawingml/2006/main" noGrp="1"/>
          </p:cNvSpPr>
          <p:nvPr/>
        </p:nvSpPr>
        <p:spPr>
          <a:xfrm xmlns:a="http://schemas.openxmlformats.org/drawingml/2006/main">
            <a:off x="7924800" y="3638550"/>
            <a:ext cx="3276600" cy="1352550"/>
          </a:xfrm>
          <a:prstGeom xmlns:a="http://schemas.openxmlformats.org/drawingml/2006/main" prst="roundRect">
            <a:avLst>
              <a:gd name="adj" fmla="val 5634"/>
            </a:avLst>
          </a:prstGeom>
          <a:noFill xmlns:a="http://schemas.openxmlformats.org/drawingml/2006/main"/>
          <a:ln xmlns:a="http://schemas.openxmlformats.org/drawingml/2006/main" w="9525">
            <a:solidFill>
              <a:srgbClr val="DDE7F5"/>
            </a:solidFill>
            <a:prstDash val="solid"/>
          </a:ln>
        </p:spPr>
      </p:sp>
      <p:sp>
        <p:nvSpPr>
          <p:cNvPr id="70" name="compat-accent-6">
            <a:extLst xmlns:a="http://schemas.openxmlformats.org/drawingml/2006/main">
              <a:ext uri="{FF2B5EF4-FFF2-40B4-BE49-F238E27FC236}">
                <a16:creationId xmlns:a16="http://schemas.microsoft.com/office/drawing/2014/main" id="{1EAA9EC5-B647-4985-93CD-2920FC7D0E2E}"/>
              </a:ext>
            </a:extLst>
          </p:cNvPr>
          <p:cNvSpPr>
            <a:spLocks xmlns:a="http://schemas.openxmlformats.org/drawingml/2006/main" noGrp="1"/>
          </p:cNvSpPr>
          <p:nvPr/>
        </p:nvSpPr>
        <p:spPr>
          <a:xfrm xmlns:a="http://schemas.openxmlformats.org/drawingml/2006/main">
            <a:off x="7924800" y="3790950"/>
            <a:ext cx="47625" cy="1047750"/>
          </a:xfrm>
          <a:prstGeom xmlns:a="http://schemas.openxmlformats.org/drawingml/2006/main" prst="rect">
            <a:avLst/>
          </a:prstGeom>
          <a:solidFill xmlns:a="http://schemas.openxmlformats.org/drawingml/2006/main">
            <a:srgbClr val="176BFF"/>
          </a:solidFill>
          <a:ln xmlns:a="http://schemas.openxmlformats.org/drawingml/2006/main" w="0">
            <a:noFill/>
            <a:prstDash val="solid"/>
          </a:ln>
        </p:spPr>
      </p:sp>
      <p:sp>
        <p:nvSpPr>
          <p:cNvPr id="71" name="compat-title-6">
            <a:extLst xmlns:a="http://schemas.openxmlformats.org/drawingml/2006/main">
              <a:ext uri="{FF2B5EF4-FFF2-40B4-BE49-F238E27FC236}">
                <a16:creationId xmlns:a16="http://schemas.microsoft.com/office/drawing/2014/main" id="{80C194AA-D60E-4C5B-BEA3-071A33ECE20D}"/>
              </a:ext>
            </a:extLst>
          </p:cNvPr>
          <p:cNvSpPr>
            <a:spLocks xmlns:a="http://schemas.openxmlformats.org/drawingml/2006/main" noGrp="1"/>
          </p:cNvSpPr>
          <p:nvPr/>
        </p:nvSpPr>
        <p:spPr>
          <a:xfrm xmlns:a="http://schemas.openxmlformats.org/drawingml/2006/main">
            <a:off x="8153400" y="3810000"/>
            <a:ext cx="27813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200" b="1">
                <a:solidFill>
                  <a:srgbClr val="176BFF"/>
                </a:solidFill>
                <a:latin typeface="Microsoft YaHei"/>
                <a:ea typeface="Microsoft YaHei"/>
                <a:cs typeface="Microsoft YaHei"/>
              </a:defRPr>
            </a:pPr>
            <a:r>
              <a:rPr sz="1200" b="1">
                <a:solidFill>
                  <a:srgbClr val="176BFF"/>
                </a:solidFill>
                <a:latin typeface="Microsoft YaHei"/>
                <a:ea typeface="Microsoft YaHei"/>
                <a:cs typeface="Microsoft YaHei"/>
              </a:rPr>
              <a:t>培训与运营</a:t>
            </a:r>
          </a:p>
        </p:txBody>
      </p:sp>
      <p:sp>
        <p:nvSpPr>
          <p:cNvPr id="72" name="compat-name-6">
            <a:extLst xmlns:a="http://schemas.openxmlformats.org/drawingml/2006/main">
              <a:ext uri="{FF2B5EF4-FFF2-40B4-BE49-F238E27FC236}">
                <a16:creationId xmlns:a16="http://schemas.microsoft.com/office/drawing/2014/main" id="{3405F951-01AF-4756-B8E9-74CA6384748F}"/>
              </a:ext>
            </a:extLst>
          </p:cNvPr>
          <p:cNvSpPr>
            <a:spLocks xmlns:a="http://schemas.openxmlformats.org/drawingml/2006/main" noGrp="1"/>
          </p:cNvSpPr>
          <p:nvPr/>
        </p:nvSpPr>
        <p:spPr>
          <a:xfrm xmlns:a="http://schemas.openxmlformats.org/drawingml/2006/main">
            <a:off x="8153400" y="4095750"/>
            <a:ext cx="27813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725" b="1">
                <a:solidFill>
                  <a:srgbClr val="111827"/>
                </a:solidFill>
                <a:latin typeface="Microsoft YaHei"/>
                <a:ea typeface="Microsoft YaHei"/>
                <a:cs typeface="Microsoft YaHei"/>
              </a:defRPr>
            </a:pPr>
            <a:r>
              <a:rPr sz="1725" b="1">
                <a:solidFill>
                  <a:srgbClr val="111827"/>
                </a:solidFill>
                <a:latin typeface="Microsoft YaHei"/>
                <a:ea typeface="Microsoft YaHei"/>
                <a:cs typeface="Microsoft YaHei"/>
              </a:rPr>
              <a:t>教师 / 员工 / 管理员</a:t>
            </a:r>
          </a:p>
        </p:txBody>
      </p:sp>
      <p:sp>
        <p:nvSpPr>
          <p:cNvPr id="73" name="compat-desc-6">
            <a:extLst xmlns:a="http://schemas.openxmlformats.org/drawingml/2006/main">
              <a:ext uri="{FF2B5EF4-FFF2-40B4-BE49-F238E27FC236}">
                <a16:creationId xmlns:a16="http://schemas.microsoft.com/office/drawing/2014/main" id="{2ECFBFFD-E59A-4A3A-8724-DE3549232001}"/>
              </a:ext>
            </a:extLst>
          </p:cNvPr>
          <p:cNvSpPr>
            <a:spLocks xmlns:a="http://schemas.openxmlformats.org/drawingml/2006/main" noGrp="1"/>
          </p:cNvSpPr>
          <p:nvPr/>
        </p:nvSpPr>
        <p:spPr>
          <a:xfrm xmlns:a="http://schemas.openxmlformats.org/drawingml/2006/main">
            <a:off x="8153400" y="4514850"/>
            <a:ext cx="28194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050">
                <a:solidFill>
                  <a:srgbClr val="64748B"/>
                </a:solidFill>
                <a:latin typeface="Microsoft YaHei"/>
                <a:ea typeface="Microsoft YaHei"/>
                <a:cs typeface="Microsoft YaHei"/>
              </a:defRPr>
            </a:pPr>
            <a:r>
              <a:rPr sz="1125" b="0">
                <a:solidFill>
                  <a:srgbClr val="667085"/>
                </a:solidFill>
                <a:latin typeface="Microsoft YaHei"/>
                <a:ea typeface="Microsoft YaHei"/>
                <a:cs typeface="Microsoft YaHei"/>
              </a:rPr>
              <a:t>上线 / 支持 / 评测 / 版本升级</a:t>
            </a:r>
          </a:p>
        </p:txBody>
      </p:sp>
    </p:spTree>
    <p:extLst>
      <p:ext uri="{BB962C8B-B14F-4D97-AF65-F5344CB8AC3E}">
        <p14:creationId xmlns:p14="http://schemas.microsoft.com/office/powerpoint/2010/main" val="1152093156"/>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8" name="">
            <a:extLst xmlns:a="http://schemas.openxmlformats.org/drawingml/2006/main">
              <a:ext uri="{FF2B5EF4-FFF2-40B4-BE49-F238E27FC236}">
                <a16:creationId xmlns:a16="http://schemas.microsoft.com/office/drawing/2014/main" id="{B6A27B5C-FFF8-4BA6-8AA8-D1D9233B5BD9}"/>
              </a:ext>
            </a:extLst>
          </p:cNvPr>
          <p:cNvSpPr>
            <a:spLocks xmlns:a="http://schemas.openxmlformats.org/drawingml/2006/main" noGrp="1"/>
          </p:cNvSpPr>
          <p:nvPr/>
        </p:nvSpPr>
        <p:spPr>
          <a:xfrm xmlns:a="http://schemas.openxmlformats.org/drawingml/2006/main">
            <a:off x="685800" y="40005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200" b="1" i="0">
                <a:solidFill>
                  <a:srgbClr val="176BFF"/>
                </a:solidFill>
                <a:latin typeface="Microsoft YaHei"/>
                <a:ea typeface="Microsoft YaHei"/>
                <a:cs typeface="Microsoft YaHei"/>
              </a:defRPr>
            </a:pPr>
            <a:r>
              <a:rPr sz="1200" b="1" i="0">
                <a:solidFill>
                  <a:srgbClr val="176BFF"/>
                </a:solidFill>
                <a:latin typeface="Microsoft YaHei"/>
                <a:ea typeface="Microsoft YaHei"/>
                <a:cs typeface="Microsoft YaHei"/>
              </a:rPr>
              <a:t>BUSINESS MODEL · 订阅 + 解决方案</a:t>
            </a:r>
          </a:p>
        </p:txBody>
      </p:sp>
      <p:sp>
        <p:nvSpPr>
          <p:cNvPr id="2" name="">
            <a:extLst xmlns:a="http://schemas.openxmlformats.org/drawingml/2006/main">
              <a:ext uri="{FF2B5EF4-FFF2-40B4-BE49-F238E27FC236}">
                <a16:creationId xmlns:a16="http://schemas.microsoft.com/office/drawing/2014/main" id="{4A8EE994-63C8-4810-8512-496778EA1524}"/>
              </a:ext>
            </a:extLst>
          </p:cNvPr>
          <p:cNvSpPr>
            <a:spLocks xmlns:a="http://schemas.openxmlformats.org/drawingml/2006/main" noGrp="1"/>
          </p:cNvSpPr>
          <p:nvPr/>
        </p:nvSpPr>
        <p:spPr>
          <a:xfrm xmlns:a="http://schemas.openxmlformats.org/drawingml/2006/main">
            <a:off x="685800" y="742950"/>
            <a:ext cx="108204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3150" b="1" i="0">
                <a:solidFill>
                  <a:srgbClr val="111827"/>
                </a:solidFill>
                <a:latin typeface="Microsoft YaHei"/>
                <a:ea typeface="Microsoft YaHei"/>
                <a:cs typeface="Microsoft YaHei"/>
              </a:defRPr>
            </a:pPr>
            <a:r>
              <a:rPr sz="2850" b="1" i="0">
                <a:solidFill>
                  <a:srgbClr val="111827"/>
                </a:solidFill>
                <a:latin typeface="Microsoft YaHei"/>
                <a:ea typeface="Microsoft YaHei"/>
                <a:cs typeface="Microsoft YaHei"/>
              </a:rPr>
              <a:t>标准产品建立复购，场景化服务扩大价值与客单价</a:t>
            </a:r>
          </a:p>
        </p:txBody>
      </p:sp>
      <p:sp>
        <p:nvSpPr>
          <p:cNvPr id="3" name="">
            <a:extLst xmlns:a="http://schemas.openxmlformats.org/drawingml/2006/main">
              <a:ext uri="{FF2B5EF4-FFF2-40B4-BE49-F238E27FC236}">
                <a16:creationId xmlns:a16="http://schemas.microsoft.com/office/drawing/2014/main" id="{978C2394-E478-4A35-ACBE-A67CFD17036C}"/>
              </a:ext>
            </a:extLst>
          </p:cNvPr>
          <p:cNvSpPr>
            <a:spLocks xmlns:a="http://schemas.openxmlformats.org/drawingml/2006/main" noGrp="1"/>
          </p:cNvSpPr>
          <p:nvPr/>
        </p:nvSpPr>
        <p:spPr>
          <a:xfrm xmlns:a="http://schemas.openxmlformats.org/drawingml/2006/main">
            <a:off x="685800" y="2000250"/>
            <a:ext cx="5105400" cy="1428750"/>
          </a:xfrm>
          <a:prstGeom xmlns:a="http://schemas.openxmlformats.org/drawingml/2006/main" prst="roundRect">
            <a:avLst>
              <a:gd name="adj" fmla="val 13333"/>
            </a:avLst>
          </a:prstGeom>
          <a:solidFill xmlns:a="http://schemas.openxmlformats.org/drawingml/2006/main">
            <a:srgbClr val="F7F9FC"/>
          </a:solidFill>
          <a:ln xmlns:a="http://schemas.openxmlformats.org/drawingml/2006/main" w="9525">
            <a:solidFill>
              <a:srgbClr val="DCE6F5"/>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4" name="">
            <a:extLst xmlns:a="http://schemas.openxmlformats.org/drawingml/2006/main">
              <a:ext uri="{FF2B5EF4-FFF2-40B4-BE49-F238E27FC236}">
                <a16:creationId xmlns:a16="http://schemas.microsoft.com/office/drawing/2014/main" id="{FDA8FFC8-C87E-4425-842E-FF0B44101981}"/>
              </a:ext>
            </a:extLst>
          </p:cNvPr>
          <p:cNvSpPr>
            <a:spLocks xmlns:a="http://schemas.openxmlformats.org/drawingml/2006/main" noGrp="1"/>
          </p:cNvSpPr>
          <p:nvPr/>
        </p:nvSpPr>
        <p:spPr>
          <a:xfrm xmlns:a="http://schemas.openxmlformats.org/drawingml/2006/main">
            <a:off x="914400" y="2266950"/>
            <a:ext cx="438150" cy="438150"/>
          </a:xfrm>
          <a:prstGeom xmlns:a="http://schemas.openxmlformats.org/drawingml/2006/main" prst="ellipse">
            <a:avLst/>
          </a:prstGeom>
          <a:solidFill xmlns:a="http://schemas.openxmlformats.org/drawingml/2006/main">
            <a:srgbClr val="176BFF"/>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93A22C28-74B8-480B-A5F0-7E848C1209AE}"/>
              </a:ext>
            </a:extLst>
          </p:cNvPr>
          <p:cNvSpPr>
            <a:spLocks xmlns:a="http://schemas.openxmlformats.org/drawingml/2006/main" noGrp="1"/>
          </p:cNvSpPr>
          <p:nvPr/>
        </p:nvSpPr>
        <p:spPr>
          <a:xfrm xmlns:a="http://schemas.openxmlformats.org/drawingml/2006/main">
            <a:off x="914400" y="238125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275" b="1" i="0">
                <a:solidFill>
                  <a:srgbClr val="FFFFFF"/>
                </a:solidFill>
                <a:latin typeface="Microsoft YaHei"/>
                <a:ea typeface="Microsoft YaHei"/>
                <a:cs typeface="Microsoft YaHei"/>
              </a:defRPr>
            </a:pPr>
            <a:r>
              <a:rPr sz="1350" b="1" i="0">
                <a:solidFill>
                  <a:srgbClr val="176BFF"/>
                </a:solidFill>
                <a:latin typeface="Microsoft YaHei"/>
                <a:ea typeface="Microsoft YaHei"/>
                <a:cs typeface="Microsoft YaHei"/>
              </a:rPr>
              <a:t>1</a:t>
            </a:r>
          </a:p>
        </p:txBody>
      </p:sp>
      <p:sp>
        <p:nvSpPr>
          <p:cNvPr id="6" name="">
            <a:extLst xmlns:a="http://schemas.openxmlformats.org/drawingml/2006/main">
              <a:ext uri="{FF2B5EF4-FFF2-40B4-BE49-F238E27FC236}">
                <a16:creationId xmlns:a16="http://schemas.microsoft.com/office/drawing/2014/main" id="{71149FBD-B9E2-4937-8B71-F37ADC28A043}"/>
              </a:ext>
            </a:extLst>
          </p:cNvPr>
          <p:cNvSpPr>
            <a:spLocks xmlns:a="http://schemas.openxmlformats.org/drawingml/2006/main" noGrp="1"/>
          </p:cNvSpPr>
          <p:nvPr/>
        </p:nvSpPr>
        <p:spPr>
          <a:xfrm xmlns:a="http://schemas.openxmlformats.org/drawingml/2006/main">
            <a:off x="1524000" y="2228850"/>
            <a:ext cx="39433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725" b="1" i="0">
                <a:solidFill>
                  <a:srgbClr val="111827"/>
                </a:solidFill>
                <a:latin typeface="Microsoft YaHei"/>
                <a:ea typeface="Microsoft YaHei"/>
                <a:cs typeface="Microsoft YaHei"/>
              </a:defRPr>
            </a:pPr>
            <a:r>
              <a:rPr sz="1800" b="1" i="0">
                <a:solidFill>
                  <a:srgbClr val="111827"/>
                </a:solidFill>
                <a:latin typeface="Microsoft YaHei"/>
                <a:ea typeface="Microsoft YaHei"/>
                <a:cs typeface="Microsoft YaHei"/>
              </a:rPr>
              <a:t>个人教育与学习</a:t>
            </a:r>
          </a:p>
        </p:txBody>
      </p:sp>
      <p:sp>
        <p:nvSpPr>
          <p:cNvPr id="7" name="">
            <a:extLst xmlns:a="http://schemas.openxmlformats.org/drawingml/2006/main">
              <a:ext uri="{FF2B5EF4-FFF2-40B4-BE49-F238E27FC236}">
                <a16:creationId xmlns:a16="http://schemas.microsoft.com/office/drawing/2014/main" id="{C262D701-95C6-4BED-A41F-8D6A6AF6AC1F}"/>
              </a:ext>
            </a:extLst>
          </p:cNvPr>
          <p:cNvSpPr>
            <a:spLocks xmlns:a="http://schemas.openxmlformats.org/drawingml/2006/main" noGrp="1"/>
          </p:cNvSpPr>
          <p:nvPr/>
        </p:nvSpPr>
        <p:spPr>
          <a:xfrm xmlns:a="http://schemas.openxmlformats.org/drawingml/2006/main">
            <a:off x="1524000" y="2647950"/>
            <a:ext cx="39433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67130"/>
          </a:bodyPr>
          <a:lstStyle xmlns:a="http://schemas.openxmlformats.org/drawingml/2006/main"/>
          <a:p xmlns:a="http://schemas.openxmlformats.org/drawingml/2006/main">
            <a:r>
              <a:t>教育基础｜本地核心能力</a:t>
            </a:r>
          </a:p>
          <a:p xmlns:a="http://schemas.openxmlformats.org/drawingml/2006/main">
            <a:r>
              <a:t>教育拓展｜¥128 月 / ¥98 连续包月</a:t>
            </a:r>
          </a:p>
          <a:p xmlns:a="http://schemas.openxmlformats.org/drawingml/2006/main">
            <a:r>
              <a:t>年费｜¥980</a:t>
            </a:r>
          </a:p>
        </p:txBody>
      </p:sp>
      <p:sp>
        <p:nvSpPr>
          <p:cNvPr id="8" name="">
            <a:extLst xmlns:a="http://schemas.openxmlformats.org/drawingml/2006/main">
              <a:ext uri="{FF2B5EF4-FFF2-40B4-BE49-F238E27FC236}">
                <a16:creationId xmlns:a16="http://schemas.microsoft.com/office/drawing/2014/main" id="{DE5B7810-3F26-43BB-93A0-F55D68BF7537}"/>
              </a:ext>
            </a:extLst>
          </p:cNvPr>
          <p:cNvSpPr>
            <a:spLocks xmlns:a="http://schemas.openxmlformats.org/drawingml/2006/main" noGrp="1"/>
          </p:cNvSpPr>
          <p:nvPr/>
        </p:nvSpPr>
        <p:spPr>
          <a:xfrm xmlns:a="http://schemas.openxmlformats.org/drawingml/2006/main">
            <a:off x="6096000" y="2000250"/>
            <a:ext cx="5105400" cy="1428750"/>
          </a:xfrm>
          <a:prstGeom xmlns:a="http://schemas.openxmlformats.org/drawingml/2006/main" prst="roundRect">
            <a:avLst>
              <a:gd name="adj" fmla="val 13333"/>
            </a:avLst>
          </a:prstGeom>
          <a:solidFill xmlns:a="http://schemas.openxmlformats.org/drawingml/2006/main">
            <a:srgbClr val="F7F9FC"/>
          </a:solidFill>
          <a:ln xmlns:a="http://schemas.openxmlformats.org/drawingml/2006/main" w="9525">
            <a:solidFill>
              <a:srgbClr val="DCE6F5"/>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9" name="">
            <a:extLst xmlns:a="http://schemas.openxmlformats.org/drawingml/2006/main">
              <a:ext uri="{FF2B5EF4-FFF2-40B4-BE49-F238E27FC236}">
                <a16:creationId xmlns:a16="http://schemas.microsoft.com/office/drawing/2014/main" id="{0B718EFF-3796-4785-9452-469623611F10}"/>
              </a:ext>
            </a:extLst>
          </p:cNvPr>
          <p:cNvSpPr>
            <a:spLocks xmlns:a="http://schemas.openxmlformats.org/drawingml/2006/main" noGrp="1"/>
          </p:cNvSpPr>
          <p:nvPr/>
        </p:nvSpPr>
        <p:spPr>
          <a:xfrm xmlns:a="http://schemas.openxmlformats.org/drawingml/2006/main">
            <a:off x="6324600" y="2266950"/>
            <a:ext cx="438150" cy="438150"/>
          </a:xfrm>
          <a:prstGeom xmlns:a="http://schemas.openxmlformats.org/drawingml/2006/main" prst="ellipse">
            <a:avLst/>
          </a:prstGeom>
          <a:solidFill xmlns:a="http://schemas.openxmlformats.org/drawingml/2006/main">
            <a:srgbClr val="176BF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526341AC-2841-4CC4-9481-27E550260A74}"/>
              </a:ext>
            </a:extLst>
          </p:cNvPr>
          <p:cNvSpPr>
            <a:spLocks xmlns:a="http://schemas.openxmlformats.org/drawingml/2006/main" noGrp="1"/>
          </p:cNvSpPr>
          <p:nvPr/>
        </p:nvSpPr>
        <p:spPr>
          <a:xfrm xmlns:a="http://schemas.openxmlformats.org/drawingml/2006/main">
            <a:off x="6324600" y="238125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275" b="1" i="0">
                <a:solidFill>
                  <a:srgbClr val="FFFFFF"/>
                </a:solidFill>
                <a:latin typeface="Microsoft YaHei"/>
                <a:ea typeface="Microsoft YaHei"/>
                <a:cs typeface="Microsoft YaHei"/>
              </a:defRPr>
            </a:pPr>
            <a:r>
              <a:rPr sz="1350" b="1" i="0">
                <a:solidFill>
                  <a:srgbClr val="176BFF"/>
                </a:solidFill>
                <a:latin typeface="Microsoft YaHei"/>
                <a:ea typeface="Microsoft YaHei"/>
                <a:cs typeface="Microsoft YaHei"/>
              </a:rPr>
              <a:t>2</a:t>
            </a:r>
          </a:p>
        </p:txBody>
      </p:sp>
      <p:sp>
        <p:nvSpPr>
          <p:cNvPr id="11" name="">
            <a:extLst xmlns:a="http://schemas.openxmlformats.org/drawingml/2006/main">
              <a:ext uri="{FF2B5EF4-FFF2-40B4-BE49-F238E27FC236}">
                <a16:creationId xmlns:a16="http://schemas.microsoft.com/office/drawing/2014/main" id="{69382CA7-1DDC-4F08-83E5-C455DB14BABD}"/>
              </a:ext>
            </a:extLst>
          </p:cNvPr>
          <p:cNvSpPr>
            <a:spLocks xmlns:a="http://schemas.openxmlformats.org/drawingml/2006/main" noGrp="1"/>
          </p:cNvSpPr>
          <p:nvPr/>
        </p:nvSpPr>
        <p:spPr>
          <a:xfrm xmlns:a="http://schemas.openxmlformats.org/drawingml/2006/main">
            <a:off x="6934200" y="2228850"/>
            <a:ext cx="39433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725" b="1" i="0">
                <a:solidFill>
                  <a:srgbClr val="111827"/>
                </a:solidFill>
                <a:latin typeface="Microsoft YaHei"/>
                <a:ea typeface="Microsoft YaHei"/>
                <a:cs typeface="Microsoft YaHei"/>
              </a:defRPr>
            </a:pPr>
            <a:r>
              <a:rPr sz="1800" b="1" i="0">
                <a:solidFill>
                  <a:srgbClr val="111827"/>
                </a:solidFill>
                <a:latin typeface="Microsoft YaHei"/>
                <a:ea typeface="Microsoft YaHei"/>
                <a:cs typeface="Microsoft YaHei"/>
              </a:rPr>
              <a:t>专业创作订阅</a:t>
            </a:r>
          </a:p>
        </p:txBody>
      </p:sp>
      <p:sp>
        <p:nvSpPr>
          <p:cNvPr id="12" name="">
            <a:extLst xmlns:a="http://schemas.openxmlformats.org/drawingml/2006/main">
              <a:ext uri="{FF2B5EF4-FFF2-40B4-BE49-F238E27FC236}">
                <a16:creationId xmlns:a16="http://schemas.microsoft.com/office/drawing/2014/main" id="{5D0B39A9-8513-47ED-A1BC-F37C3E47D708}"/>
              </a:ext>
            </a:extLst>
          </p:cNvPr>
          <p:cNvSpPr>
            <a:spLocks xmlns:a="http://schemas.openxmlformats.org/drawingml/2006/main" noGrp="1"/>
          </p:cNvSpPr>
          <p:nvPr/>
        </p:nvSpPr>
        <p:spPr>
          <a:xfrm xmlns:a="http://schemas.openxmlformats.org/drawingml/2006/main">
            <a:off x="6934200" y="2647950"/>
            <a:ext cx="39433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67130"/>
          </a:bodyPr>
          <a:lstStyle xmlns:a="http://schemas.openxmlformats.org/drawingml/2006/main"/>
          <a:p xmlns:a="http://schemas.openxmlformats.org/drawingml/2006/main">
            <a:r>
              <a:t>专业版｜¥598 月 / ¥520 连续包月</a:t>
            </a:r>
          </a:p>
          <a:p xmlns:a="http://schemas.openxmlformats.org/drawingml/2006/main">
            <a:r>
              <a:t>年费｜¥5,200</a:t>
            </a:r>
          </a:p>
          <a:p xmlns:a="http://schemas.openxmlformats.org/drawingml/2006/main">
            <a:r>
              <a:t>包含｜教育拓展 + 专业能力</a:t>
            </a:r>
          </a:p>
        </p:txBody>
      </p:sp>
      <p:sp>
        <p:nvSpPr>
          <p:cNvPr id="13" name="">
            <a:extLst xmlns:a="http://schemas.openxmlformats.org/drawingml/2006/main">
              <a:ext uri="{FF2B5EF4-FFF2-40B4-BE49-F238E27FC236}">
                <a16:creationId xmlns:a16="http://schemas.microsoft.com/office/drawing/2014/main" id="{8A4452A7-E5CE-4924-A445-B48DA60A6495}"/>
              </a:ext>
            </a:extLst>
          </p:cNvPr>
          <p:cNvSpPr>
            <a:spLocks xmlns:a="http://schemas.openxmlformats.org/drawingml/2006/main" noGrp="1"/>
          </p:cNvSpPr>
          <p:nvPr/>
        </p:nvSpPr>
        <p:spPr>
          <a:xfrm xmlns:a="http://schemas.openxmlformats.org/drawingml/2006/main">
            <a:off x="685800" y="3695700"/>
            <a:ext cx="5105400" cy="1428750"/>
          </a:xfrm>
          <a:prstGeom xmlns:a="http://schemas.openxmlformats.org/drawingml/2006/main" prst="roundRect">
            <a:avLst>
              <a:gd name="adj" fmla="val 13333"/>
            </a:avLst>
          </a:prstGeom>
          <a:solidFill xmlns:a="http://schemas.openxmlformats.org/drawingml/2006/main">
            <a:srgbClr val="F7F9FC"/>
          </a:solidFill>
          <a:ln xmlns:a="http://schemas.openxmlformats.org/drawingml/2006/main" w="9525">
            <a:solidFill>
              <a:srgbClr val="DCE6F5"/>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4" name="">
            <a:extLst xmlns:a="http://schemas.openxmlformats.org/drawingml/2006/main">
              <a:ext uri="{FF2B5EF4-FFF2-40B4-BE49-F238E27FC236}">
                <a16:creationId xmlns:a16="http://schemas.microsoft.com/office/drawing/2014/main" id="{B2D7D452-E553-4345-AF90-902F7EB5B858}"/>
              </a:ext>
            </a:extLst>
          </p:cNvPr>
          <p:cNvSpPr>
            <a:spLocks xmlns:a="http://schemas.openxmlformats.org/drawingml/2006/main" noGrp="1"/>
          </p:cNvSpPr>
          <p:nvPr/>
        </p:nvSpPr>
        <p:spPr>
          <a:xfrm xmlns:a="http://schemas.openxmlformats.org/drawingml/2006/main">
            <a:off x="914400" y="3962400"/>
            <a:ext cx="438150" cy="438150"/>
          </a:xfrm>
          <a:prstGeom xmlns:a="http://schemas.openxmlformats.org/drawingml/2006/main" prst="ellipse">
            <a:avLst/>
          </a:prstGeom>
          <a:solidFill xmlns:a="http://schemas.openxmlformats.org/drawingml/2006/main">
            <a:srgbClr val="176BFF"/>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2324F0E1-6D97-4839-AE0B-76B2877E1C1B}"/>
              </a:ext>
            </a:extLst>
          </p:cNvPr>
          <p:cNvSpPr>
            <a:spLocks xmlns:a="http://schemas.openxmlformats.org/drawingml/2006/main" noGrp="1"/>
          </p:cNvSpPr>
          <p:nvPr/>
        </p:nvSpPr>
        <p:spPr>
          <a:xfrm xmlns:a="http://schemas.openxmlformats.org/drawingml/2006/main">
            <a:off x="914400" y="40767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275" b="1" i="0">
                <a:solidFill>
                  <a:srgbClr val="FFFFFF"/>
                </a:solidFill>
                <a:latin typeface="Microsoft YaHei"/>
                <a:ea typeface="Microsoft YaHei"/>
                <a:cs typeface="Microsoft YaHei"/>
              </a:defRPr>
            </a:pPr>
            <a:r>
              <a:rPr sz="1350" b="1" i="0">
                <a:solidFill>
                  <a:srgbClr val="176BFF"/>
                </a:solidFill>
                <a:latin typeface="Microsoft YaHei"/>
                <a:ea typeface="Microsoft YaHei"/>
                <a:cs typeface="Microsoft YaHei"/>
              </a:rPr>
              <a:t>3</a:t>
            </a:r>
          </a:p>
        </p:txBody>
      </p:sp>
      <p:sp>
        <p:nvSpPr>
          <p:cNvPr id="16" name="">
            <a:extLst xmlns:a="http://schemas.openxmlformats.org/drawingml/2006/main">
              <a:ext uri="{FF2B5EF4-FFF2-40B4-BE49-F238E27FC236}">
                <a16:creationId xmlns:a16="http://schemas.microsoft.com/office/drawing/2014/main" id="{34753769-E44A-4AD1-B4F6-DA8F0484AE94}"/>
              </a:ext>
            </a:extLst>
          </p:cNvPr>
          <p:cNvSpPr>
            <a:spLocks xmlns:a="http://schemas.openxmlformats.org/drawingml/2006/main" noGrp="1"/>
          </p:cNvSpPr>
          <p:nvPr/>
        </p:nvSpPr>
        <p:spPr>
          <a:xfrm xmlns:a="http://schemas.openxmlformats.org/drawingml/2006/main">
            <a:off x="1524000" y="3924300"/>
            <a:ext cx="39433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725" b="1" i="0">
                <a:solidFill>
                  <a:srgbClr val="111827"/>
                </a:solidFill>
                <a:latin typeface="Microsoft YaHei"/>
                <a:ea typeface="Microsoft YaHei"/>
                <a:cs typeface="Microsoft YaHei"/>
              </a:defRPr>
            </a:pPr>
            <a:r>
              <a:rPr sz="1800" b="1" i="0">
                <a:solidFill>
                  <a:srgbClr val="111827"/>
                </a:solidFill>
                <a:latin typeface="Microsoft YaHei"/>
                <a:ea typeface="Microsoft YaHei"/>
                <a:cs typeface="Microsoft YaHei"/>
              </a:rPr>
              <a:t>教育机构方案</a:t>
            </a:r>
          </a:p>
        </p:txBody>
      </p:sp>
      <p:sp>
        <p:nvSpPr>
          <p:cNvPr id="17" name="">
            <a:extLst xmlns:a="http://schemas.openxmlformats.org/drawingml/2006/main">
              <a:ext uri="{FF2B5EF4-FFF2-40B4-BE49-F238E27FC236}">
                <a16:creationId xmlns:a16="http://schemas.microsoft.com/office/drawing/2014/main" id="{B50EC42B-1C31-477E-9175-1ACFD0A97C14}"/>
              </a:ext>
            </a:extLst>
          </p:cNvPr>
          <p:cNvSpPr>
            <a:spLocks xmlns:a="http://schemas.openxmlformats.org/drawingml/2006/main" noGrp="1"/>
          </p:cNvSpPr>
          <p:nvPr/>
        </p:nvSpPr>
        <p:spPr>
          <a:xfrm xmlns:a="http://schemas.openxmlformats.org/drawingml/2006/main">
            <a:off x="1524000" y="4343400"/>
            <a:ext cx="39433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67130"/>
          </a:bodyPr>
          <a:lstStyle xmlns:a="http://schemas.openxmlformats.org/drawingml/2006/main"/>
          <a:p xmlns:a="http://schemas.openxmlformats.org/drawingml/2006/main">
            <a:r>
              <a:t>授权｜学校 / 教培 / 高校</a:t>
            </a:r>
          </a:p>
          <a:p xmlns:a="http://schemas.openxmlformats.org/drawingml/2006/main">
            <a:r>
              <a:t>服务｜课程共创 / 教师培训 / 管理</a:t>
            </a:r>
          </a:p>
          <a:p xmlns:a="http://schemas.openxmlformats.org/drawingml/2006/main">
            <a:r>
              <a:t>交付｜席位 / 年度 / 本地资源</a:t>
            </a:r>
          </a:p>
        </p:txBody>
      </p:sp>
      <p:sp>
        <p:nvSpPr>
          <p:cNvPr id="18" name="">
            <a:extLst xmlns:a="http://schemas.openxmlformats.org/drawingml/2006/main">
              <a:ext uri="{FF2B5EF4-FFF2-40B4-BE49-F238E27FC236}">
                <a16:creationId xmlns:a16="http://schemas.microsoft.com/office/drawing/2014/main" id="{3A0FC9EB-61C0-4993-B35C-2BE0AF1D51BC}"/>
              </a:ext>
            </a:extLst>
          </p:cNvPr>
          <p:cNvSpPr>
            <a:spLocks xmlns:a="http://schemas.openxmlformats.org/drawingml/2006/main" noGrp="1"/>
          </p:cNvSpPr>
          <p:nvPr/>
        </p:nvSpPr>
        <p:spPr>
          <a:xfrm xmlns:a="http://schemas.openxmlformats.org/drawingml/2006/main">
            <a:off x="6096000" y="3695700"/>
            <a:ext cx="5105400" cy="1428750"/>
          </a:xfrm>
          <a:prstGeom xmlns:a="http://schemas.openxmlformats.org/drawingml/2006/main" prst="roundRect">
            <a:avLst>
              <a:gd name="adj" fmla="val 13333"/>
            </a:avLst>
          </a:prstGeom>
          <a:solidFill xmlns:a="http://schemas.openxmlformats.org/drawingml/2006/main">
            <a:srgbClr val="F7F9FC"/>
          </a:solidFill>
          <a:ln xmlns:a="http://schemas.openxmlformats.org/drawingml/2006/main" w="9525">
            <a:solidFill>
              <a:srgbClr val="DCE6F5"/>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9" name="">
            <a:extLst xmlns:a="http://schemas.openxmlformats.org/drawingml/2006/main">
              <a:ext uri="{FF2B5EF4-FFF2-40B4-BE49-F238E27FC236}">
                <a16:creationId xmlns:a16="http://schemas.microsoft.com/office/drawing/2014/main" id="{E09E6542-76CB-47D0-9041-4F49CD089E5C}"/>
              </a:ext>
            </a:extLst>
          </p:cNvPr>
          <p:cNvSpPr>
            <a:spLocks xmlns:a="http://schemas.openxmlformats.org/drawingml/2006/main" noGrp="1"/>
          </p:cNvSpPr>
          <p:nvPr/>
        </p:nvSpPr>
        <p:spPr>
          <a:xfrm xmlns:a="http://schemas.openxmlformats.org/drawingml/2006/main">
            <a:off x="6324600" y="3962400"/>
            <a:ext cx="438150" cy="438150"/>
          </a:xfrm>
          <a:prstGeom xmlns:a="http://schemas.openxmlformats.org/drawingml/2006/main" prst="ellipse">
            <a:avLst/>
          </a:prstGeom>
          <a:solidFill xmlns:a="http://schemas.openxmlformats.org/drawingml/2006/main">
            <a:srgbClr val="176BFF"/>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7A926C71-5036-45B0-8D5C-FA1AA0A169D3}"/>
              </a:ext>
            </a:extLst>
          </p:cNvPr>
          <p:cNvSpPr>
            <a:spLocks xmlns:a="http://schemas.openxmlformats.org/drawingml/2006/main" noGrp="1"/>
          </p:cNvSpPr>
          <p:nvPr/>
        </p:nvSpPr>
        <p:spPr>
          <a:xfrm xmlns:a="http://schemas.openxmlformats.org/drawingml/2006/main">
            <a:off x="6324600" y="40767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275" b="1" i="0">
                <a:solidFill>
                  <a:srgbClr val="FFFFFF"/>
                </a:solidFill>
                <a:latin typeface="Microsoft YaHei"/>
                <a:ea typeface="Microsoft YaHei"/>
                <a:cs typeface="Microsoft YaHei"/>
              </a:defRPr>
            </a:pPr>
            <a:r>
              <a:rPr sz="1350" b="1" i="0">
                <a:solidFill>
                  <a:srgbClr val="176BFF"/>
                </a:solidFill>
                <a:latin typeface="Microsoft YaHei"/>
                <a:ea typeface="Microsoft YaHei"/>
                <a:cs typeface="Microsoft YaHei"/>
              </a:rPr>
              <a:t>4</a:t>
            </a:r>
          </a:p>
        </p:txBody>
      </p:sp>
      <p:sp>
        <p:nvSpPr>
          <p:cNvPr id="21" name="">
            <a:extLst xmlns:a="http://schemas.openxmlformats.org/drawingml/2006/main">
              <a:ext uri="{FF2B5EF4-FFF2-40B4-BE49-F238E27FC236}">
                <a16:creationId xmlns:a16="http://schemas.microsoft.com/office/drawing/2014/main" id="{6969A4BE-6C95-405D-B13D-444A3D13743F}"/>
              </a:ext>
            </a:extLst>
          </p:cNvPr>
          <p:cNvSpPr>
            <a:spLocks xmlns:a="http://schemas.openxmlformats.org/drawingml/2006/main" noGrp="1"/>
          </p:cNvSpPr>
          <p:nvPr/>
        </p:nvSpPr>
        <p:spPr>
          <a:xfrm xmlns:a="http://schemas.openxmlformats.org/drawingml/2006/main">
            <a:off x="6934200" y="3924300"/>
            <a:ext cx="39433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725" b="1" i="0">
                <a:solidFill>
                  <a:srgbClr val="111827"/>
                </a:solidFill>
                <a:latin typeface="Microsoft YaHei"/>
                <a:ea typeface="Microsoft YaHei"/>
                <a:cs typeface="Microsoft YaHei"/>
              </a:defRPr>
            </a:pPr>
            <a:r>
              <a:rPr sz="1800" b="1" i="0">
                <a:solidFill>
                  <a:srgbClr val="111827"/>
                </a:solidFill>
                <a:latin typeface="Microsoft YaHei"/>
                <a:ea typeface="Microsoft YaHei"/>
                <a:cs typeface="Microsoft YaHei"/>
              </a:rPr>
              <a:t>企业与行业定制</a:t>
            </a:r>
          </a:p>
        </p:txBody>
      </p:sp>
      <p:sp>
        <p:nvSpPr>
          <p:cNvPr id="22" name="">
            <a:extLst xmlns:a="http://schemas.openxmlformats.org/drawingml/2006/main">
              <a:ext uri="{FF2B5EF4-FFF2-40B4-BE49-F238E27FC236}">
                <a16:creationId xmlns:a16="http://schemas.microsoft.com/office/drawing/2014/main" id="{91A712BE-4630-4C3A-BB09-CE74B5161B18}"/>
              </a:ext>
            </a:extLst>
          </p:cNvPr>
          <p:cNvSpPr>
            <a:spLocks xmlns:a="http://schemas.openxmlformats.org/drawingml/2006/main" noGrp="1"/>
          </p:cNvSpPr>
          <p:nvPr/>
        </p:nvSpPr>
        <p:spPr>
          <a:xfrm xmlns:a="http://schemas.openxmlformats.org/drawingml/2006/main">
            <a:off x="6934200" y="4343400"/>
            <a:ext cx="39433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67130"/>
          </a:bodyPr>
          <a:lstStyle xmlns:a="http://schemas.openxmlformats.org/drawingml/2006/main"/>
          <a:p xmlns:a="http://schemas.openxmlformats.org/drawingml/2006/main">
            <a:r>
              <a:t>共创｜流程诊断 / 方案设计</a:t>
            </a:r>
          </a:p>
          <a:p xmlns:a="http://schemas.openxmlformats.org/drawingml/2006/main">
            <a:r>
              <a:t>交付｜积木 / 集成 / AppSurface / RPA</a:t>
            </a:r>
          </a:p>
          <a:p xmlns:a="http://schemas.openxmlformats.org/drawingml/2006/main">
            <a:r>
              <a:t>持续｜私有化 / 运维 / 升级 / 支持</a:t>
            </a:r>
          </a:p>
        </p:txBody>
      </p:sp>
      <p:sp>
        <p:nvSpPr>
          <p:cNvPr id="23" name="">
            <a:extLst xmlns:a="http://schemas.openxmlformats.org/drawingml/2006/main">
              <a:ext uri="{FF2B5EF4-FFF2-40B4-BE49-F238E27FC236}">
                <a16:creationId xmlns:a16="http://schemas.microsoft.com/office/drawing/2014/main" id="{77BE1531-D33C-4A90-9B37-2141B9C0221C}"/>
              </a:ext>
            </a:extLst>
          </p:cNvPr>
          <p:cNvSpPr>
            <a:spLocks xmlns:a="http://schemas.openxmlformats.org/drawingml/2006/main" noGrp="1"/>
          </p:cNvSpPr>
          <p:nvPr/>
        </p:nvSpPr>
        <p:spPr>
          <a:xfrm xmlns:a="http://schemas.openxmlformats.org/drawingml/2006/main">
            <a:off x="1352550" y="5562600"/>
            <a:ext cx="9486900" cy="495300"/>
          </a:xfrm>
          <a:prstGeom xmlns:a="http://schemas.openxmlformats.org/drawingml/2006/main" prst="roundRect">
            <a:avLst>
              <a:gd name="adj" fmla="val 30769"/>
            </a:avLst>
          </a:prstGeom>
          <a:solidFill xmlns:a="http://schemas.openxmlformats.org/drawingml/2006/main">
            <a:srgbClr val="0B1220"/>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FD47111A-BC8B-4568-93D9-021AC2753CC6}"/>
              </a:ext>
            </a:extLst>
          </p:cNvPr>
          <p:cNvSpPr>
            <a:spLocks xmlns:a="http://schemas.openxmlformats.org/drawingml/2006/main" noGrp="1"/>
          </p:cNvSpPr>
          <p:nvPr/>
        </p:nvSpPr>
        <p:spPr>
          <a:xfrm xmlns:a="http://schemas.openxmlformats.org/drawingml/2006/main">
            <a:off x="1676400" y="5695950"/>
            <a:ext cx="8839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650" b="1" i="0">
                <a:solidFill>
                  <a:srgbClr val="FFFFFF"/>
                </a:solidFill>
                <a:latin typeface="Microsoft YaHei"/>
                <a:ea typeface="Microsoft YaHei"/>
                <a:cs typeface="Microsoft YaHei"/>
              </a:defRPr>
            </a:pPr>
            <a:r>
              <a:rPr sz="1425" b="1" i="0">
                <a:solidFill>
                  <a:srgbClr val="FFFFFF"/>
                </a:solidFill>
                <a:latin typeface="Microsoft YaHei"/>
                <a:ea typeface="Microsoft YaHei"/>
                <a:cs typeface="Microsoft YaHei"/>
              </a:rPr>
              <a:t>个人订阅提供规模，机构方案与企业服务提供深度，资产复用提升交付效率。</a:t>
            </a:r>
          </a:p>
        </p:txBody>
      </p:sp>
      <p:sp>
        <p:nvSpPr>
          <p:cNvPr id="25" name="">
            <a:extLst xmlns:a="http://schemas.openxmlformats.org/drawingml/2006/main">
              <a:ext uri="{FF2B5EF4-FFF2-40B4-BE49-F238E27FC236}">
                <a16:creationId xmlns:a16="http://schemas.microsoft.com/office/drawing/2014/main" id="{5D1533BF-D6C7-4A7C-A78F-589AA8E1A1E8}"/>
              </a:ext>
            </a:extLst>
          </p:cNvPr>
          <p:cNvSpPr>
            <a:spLocks xmlns:a="http://schemas.openxmlformats.org/drawingml/2006/main" noGrp="1"/>
          </p:cNvSpPr>
          <p:nvPr/>
        </p:nvSpPr>
        <p:spPr>
          <a:xfrm xmlns:a="http://schemas.openxmlformats.org/drawingml/2006/main">
            <a:off x="685800" y="6496050"/>
            <a:ext cx="10820400" cy="9525"/>
          </a:xfrm>
          <a:prstGeom xmlns:a="http://schemas.openxmlformats.org/drawingml/2006/main" prst="rect">
            <a:avLst/>
          </a:prstGeom>
          <a:solidFill xmlns:a="http://schemas.openxmlformats.org/drawingml/2006/main">
            <a:srgbClr val="DCE3EC"/>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0F028915-1625-43AF-BAE1-77E7B4A0565B}"/>
              </a:ext>
            </a:extLst>
          </p:cNvPr>
          <p:cNvSpPr>
            <a:spLocks xmlns:a="http://schemas.openxmlformats.org/drawingml/2006/main" noGrp="1"/>
          </p:cNvSpPr>
          <p:nvPr/>
        </p:nvSpPr>
        <p:spPr>
          <a:xfrm xmlns:a="http://schemas.openxmlformats.org/drawingml/2006/main">
            <a:off x="685800" y="6553200"/>
            <a:ext cx="476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975" b="0" i="0">
                <a:solidFill>
                  <a:srgbClr val="98A2B3"/>
                </a:solidFill>
                <a:latin typeface="Microsoft YaHei"/>
                <a:ea typeface="Microsoft YaHei"/>
                <a:cs typeface="Microsoft YaHei"/>
              </a:defRPr>
            </a:pPr>
            <a:r>
              <a:rPr sz="975" b="0" i="0">
                <a:solidFill>
                  <a:srgbClr val="98A2B3"/>
                </a:solidFill>
                <a:latin typeface="Microsoft YaHei"/>
                <a:ea typeface="Microsoft YaHei"/>
                <a:cs typeface="Microsoft YaHei"/>
              </a:rPr>
              <a:t>Blocky Studio · Agent 搭建教育</a:t>
            </a:r>
          </a:p>
        </p:txBody>
      </p:sp>
      <p:sp>
        <p:nvSpPr>
          <p:cNvPr id="27" name="">
            <a:extLst xmlns:a="http://schemas.openxmlformats.org/drawingml/2006/main">
              <a:ext uri="{FF2B5EF4-FFF2-40B4-BE49-F238E27FC236}">
                <a16:creationId xmlns:a16="http://schemas.microsoft.com/office/drawing/2014/main" id="{D3B49644-EB01-4511-9C5F-A6CFAC638B4A}"/>
              </a:ext>
            </a:extLst>
          </p:cNvPr>
          <p:cNvSpPr>
            <a:spLocks xmlns:a="http://schemas.openxmlformats.org/drawingml/2006/main" noGrp="1"/>
          </p:cNvSpPr>
          <p:nvPr/>
        </p:nvSpPr>
        <p:spPr>
          <a:xfrm xmlns:a="http://schemas.openxmlformats.org/drawingml/2006/main">
            <a:off x="10953750" y="6553200"/>
            <a:ext cx="552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975" b="0" i="0">
                <a:solidFill>
                  <a:srgbClr val="98A2B3"/>
                </a:solidFill>
                <a:latin typeface="Microsoft YaHei"/>
                <a:ea typeface="Microsoft YaHei"/>
                <a:cs typeface="Microsoft YaHei"/>
              </a:defRPr>
            </a:pPr>
            <a:r>
              <a:rPr sz="975" b="0" i="0">
                <a:solidFill>
                  <a:srgbClr val="98A2B3"/>
                </a:solidFill>
                <a:latin typeface="Microsoft YaHei"/>
                <a:ea typeface="Microsoft YaHei"/>
                <a:cs typeface="Microsoft YaHei"/>
              </a:rPr>
              <a:t>25</a:t>
            </a:r>
          </a:p>
        </p:txBody>
      </p:sp>
      <p:pic>
        <p:nvPicPr>
          <p:cNvPr id="57" name=""/>
          <p:cNvPicPr>
            <a:picLocks xmlns:a="http://schemas.openxmlformats.org/drawingml/2006/main" noChangeAspect="1"/>
          </p:cNvPicPr>
          <p:nvPr/>
        </p:nvPicPr>
        <p:blipFill>
          <a:blip xmlns:r="http://schemas.openxmlformats.org/officeDocument/2006/relationships" xmlns:a="http://schemas.openxmlformats.org/drawingml/2006/main" r:embed="R3dece1f6ab7d4c2e"/>
          <a:stretch xmlns:a="http://schemas.openxmlformats.org/drawingml/2006/main"/>
        </p:blipFill>
        <p:spPr>
          <a:xfrm xmlns:a="http://schemas.openxmlformats.org/drawingml/2006/main">
            <a:off x="9581059" y="209550"/>
            <a:ext cx="1430931" cy="1562100"/>
          </a:xfrm>
          <a:prstGeom xmlns:a="http://schemas.openxmlformats.org/drawingml/2006/main" prst="rect">
            <a:avLst/>
          </a:prstGeom>
        </p:spPr>
      </p:pic>
    </p:spTree>
    <p:extLst>
      <p:ext uri="{BB962C8B-B14F-4D97-AF65-F5344CB8AC3E}">
        <p14:creationId xmlns:p14="http://schemas.microsoft.com/office/powerpoint/2010/main" val="1648109088"/>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8" name="">
            <a:extLst xmlns:a="http://schemas.openxmlformats.org/drawingml/2006/main">
              <a:ext uri="{FF2B5EF4-FFF2-40B4-BE49-F238E27FC236}">
                <a16:creationId xmlns:a16="http://schemas.microsoft.com/office/drawing/2014/main" id="{B6A27B5C-FFF8-4BA6-8AA8-D1D9233B5BD9}"/>
              </a:ext>
            </a:extLst>
          </p:cNvPr>
          <p:cNvSpPr>
            <a:spLocks xmlns:a="http://schemas.openxmlformats.org/drawingml/2006/main" noGrp="1"/>
          </p:cNvSpPr>
          <p:nvPr/>
        </p:nvSpPr>
        <p:spPr>
          <a:xfrm xmlns:a="http://schemas.openxmlformats.org/drawingml/2006/main">
            <a:off x="685800" y="40005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200" b="1" i="0">
                <a:solidFill>
                  <a:srgbClr val="176BFF"/>
                </a:solidFill>
                <a:latin typeface="Microsoft YaHei"/>
                <a:ea typeface="Microsoft YaHei"/>
                <a:cs typeface="Microsoft YaHei"/>
              </a:defRPr>
            </a:pPr>
            <a:r>
              <a:rPr sz="1200" b="1" i="0">
                <a:solidFill>
                  <a:srgbClr val="176BFF"/>
                </a:solidFill>
                <a:latin typeface="Microsoft YaHei"/>
                <a:ea typeface="Microsoft YaHei"/>
                <a:cs typeface="Microsoft YaHei"/>
              </a:rPr>
              <a:t>GO-TO-MARKET · 教育验证 + 场景扩张</a:t>
            </a:r>
          </a:p>
        </p:txBody>
      </p:sp>
      <p:sp>
        <p:nvSpPr>
          <p:cNvPr id="2" name="">
            <a:extLst xmlns:a="http://schemas.openxmlformats.org/drawingml/2006/main">
              <a:ext uri="{FF2B5EF4-FFF2-40B4-BE49-F238E27FC236}">
                <a16:creationId xmlns:a16="http://schemas.microsoft.com/office/drawing/2014/main" id="{4A8EE994-63C8-4810-8512-496778EA1524}"/>
              </a:ext>
            </a:extLst>
          </p:cNvPr>
          <p:cNvSpPr>
            <a:spLocks xmlns:a="http://schemas.openxmlformats.org/drawingml/2006/main" noGrp="1"/>
          </p:cNvSpPr>
          <p:nvPr/>
        </p:nvSpPr>
        <p:spPr>
          <a:xfrm xmlns:a="http://schemas.openxmlformats.org/drawingml/2006/main">
            <a:off x="685800" y="742950"/>
            <a:ext cx="108204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3150" b="1" i="0">
                <a:solidFill>
                  <a:srgbClr val="111827"/>
                </a:solidFill>
                <a:latin typeface="Microsoft YaHei"/>
                <a:ea typeface="Microsoft YaHei"/>
                <a:cs typeface="Microsoft YaHei"/>
              </a:defRPr>
            </a:pPr>
            <a:r>
              <a:rPr sz="2850" b="1" i="0">
                <a:solidFill>
                  <a:srgbClr val="111827"/>
                </a:solidFill>
                <a:latin typeface="Microsoft YaHei"/>
                <a:ea typeface="Microsoft YaHei"/>
                <a:cs typeface="Microsoft YaHei"/>
              </a:rPr>
              <a:t>课堂验证易学与可解释，项目积木化复制更多场景</a:t>
            </a:r>
          </a:p>
        </p:txBody>
      </p:sp>
      <p:sp>
        <p:nvSpPr>
          <p:cNvPr id="3" name="">
            <a:extLst xmlns:a="http://schemas.openxmlformats.org/drawingml/2006/main">
              <a:ext uri="{FF2B5EF4-FFF2-40B4-BE49-F238E27FC236}">
                <a16:creationId xmlns:a16="http://schemas.microsoft.com/office/drawing/2014/main" id="{978C2394-E478-4A35-ACBE-A67CFD17036C}"/>
              </a:ext>
            </a:extLst>
          </p:cNvPr>
          <p:cNvSpPr>
            <a:spLocks xmlns:a="http://schemas.openxmlformats.org/drawingml/2006/main" noGrp="1"/>
          </p:cNvSpPr>
          <p:nvPr/>
        </p:nvSpPr>
        <p:spPr>
          <a:xfrm xmlns:a="http://schemas.openxmlformats.org/drawingml/2006/main">
            <a:off x="685800" y="2000250"/>
            <a:ext cx="5105400" cy="1428750"/>
          </a:xfrm>
          <a:prstGeom xmlns:a="http://schemas.openxmlformats.org/drawingml/2006/main" prst="roundRect">
            <a:avLst>
              <a:gd name="adj" fmla="val 13333"/>
            </a:avLst>
          </a:prstGeom>
          <a:solidFill xmlns:a="http://schemas.openxmlformats.org/drawingml/2006/main">
            <a:srgbClr val="F7F9FC"/>
          </a:solidFill>
          <a:ln xmlns:a="http://schemas.openxmlformats.org/drawingml/2006/main" w="9525">
            <a:solidFill>
              <a:srgbClr val="DCE6F5"/>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4" name="">
            <a:extLst xmlns:a="http://schemas.openxmlformats.org/drawingml/2006/main">
              <a:ext uri="{FF2B5EF4-FFF2-40B4-BE49-F238E27FC236}">
                <a16:creationId xmlns:a16="http://schemas.microsoft.com/office/drawing/2014/main" id="{FDA8FFC8-C87E-4425-842E-FF0B44101981}"/>
              </a:ext>
            </a:extLst>
          </p:cNvPr>
          <p:cNvSpPr>
            <a:spLocks xmlns:a="http://schemas.openxmlformats.org/drawingml/2006/main" noGrp="1"/>
          </p:cNvSpPr>
          <p:nvPr/>
        </p:nvSpPr>
        <p:spPr>
          <a:xfrm xmlns:a="http://schemas.openxmlformats.org/drawingml/2006/main">
            <a:off x="914400" y="2266950"/>
            <a:ext cx="438150" cy="438150"/>
          </a:xfrm>
          <a:prstGeom xmlns:a="http://schemas.openxmlformats.org/drawingml/2006/main" prst="ellipse">
            <a:avLst/>
          </a:prstGeom>
          <a:solidFill xmlns:a="http://schemas.openxmlformats.org/drawingml/2006/main">
            <a:srgbClr val="176BFF"/>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93A22C28-74B8-480B-A5F0-7E848C1209AE}"/>
              </a:ext>
            </a:extLst>
          </p:cNvPr>
          <p:cNvSpPr>
            <a:spLocks xmlns:a="http://schemas.openxmlformats.org/drawingml/2006/main" noGrp="1"/>
          </p:cNvSpPr>
          <p:nvPr/>
        </p:nvSpPr>
        <p:spPr>
          <a:xfrm xmlns:a="http://schemas.openxmlformats.org/drawingml/2006/main">
            <a:off x="914400" y="238125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275" b="1" i="0">
                <a:solidFill>
                  <a:srgbClr val="FFFFFF"/>
                </a:solidFill>
                <a:latin typeface="Microsoft YaHei"/>
                <a:ea typeface="Microsoft YaHei"/>
                <a:cs typeface="Microsoft YaHei"/>
              </a:defRPr>
            </a:pPr>
            <a:r>
              <a:rPr sz="1350" b="1" i="0">
                <a:solidFill>
                  <a:srgbClr val="176BFF"/>
                </a:solidFill>
                <a:latin typeface="Microsoft YaHei"/>
                <a:ea typeface="Microsoft YaHei"/>
                <a:cs typeface="Microsoft YaHei"/>
              </a:rPr>
              <a:t>1</a:t>
            </a:r>
          </a:p>
        </p:txBody>
      </p:sp>
      <p:sp>
        <p:nvSpPr>
          <p:cNvPr id="6" name="">
            <a:extLst xmlns:a="http://schemas.openxmlformats.org/drawingml/2006/main">
              <a:ext uri="{FF2B5EF4-FFF2-40B4-BE49-F238E27FC236}">
                <a16:creationId xmlns:a16="http://schemas.microsoft.com/office/drawing/2014/main" id="{71149FBD-B9E2-4937-8B71-F37ADC28A043}"/>
              </a:ext>
            </a:extLst>
          </p:cNvPr>
          <p:cNvSpPr>
            <a:spLocks xmlns:a="http://schemas.openxmlformats.org/drawingml/2006/main" noGrp="1"/>
          </p:cNvSpPr>
          <p:nvPr/>
        </p:nvSpPr>
        <p:spPr>
          <a:xfrm xmlns:a="http://schemas.openxmlformats.org/drawingml/2006/main">
            <a:off x="1524000" y="2228850"/>
            <a:ext cx="39433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725" b="1" i="0">
                <a:solidFill>
                  <a:srgbClr val="111827"/>
                </a:solidFill>
                <a:latin typeface="Microsoft YaHei"/>
                <a:ea typeface="Microsoft YaHei"/>
                <a:cs typeface="Microsoft YaHei"/>
              </a:defRPr>
            </a:pPr>
            <a:r>
              <a:rPr sz="1800" b="1" i="0">
                <a:solidFill>
                  <a:srgbClr val="111827"/>
                </a:solidFill>
                <a:latin typeface="Microsoft YaHei"/>
                <a:ea typeface="Microsoft YaHei"/>
                <a:cs typeface="Microsoft YaHei"/>
              </a:rPr>
              <a:t>课堂样板</a:t>
            </a:r>
          </a:p>
        </p:txBody>
      </p:sp>
      <p:sp>
        <p:nvSpPr>
          <p:cNvPr id="7" name="">
            <a:extLst xmlns:a="http://schemas.openxmlformats.org/drawingml/2006/main">
              <a:ext uri="{FF2B5EF4-FFF2-40B4-BE49-F238E27FC236}">
                <a16:creationId xmlns:a16="http://schemas.microsoft.com/office/drawing/2014/main" id="{C262D701-95C6-4BED-A41F-8D6A6AF6AC1F}"/>
              </a:ext>
            </a:extLst>
          </p:cNvPr>
          <p:cNvSpPr>
            <a:spLocks xmlns:a="http://schemas.openxmlformats.org/drawingml/2006/main" noGrp="1"/>
          </p:cNvSpPr>
          <p:nvPr/>
        </p:nvSpPr>
        <p:spPr>
          <a:xfrm xmlns:a="http://schemas.openxmlformats.org/drawingml/2006/main">
            <a:off x="1524000" y="2647950"/>
            <a:ext cx="39433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67130"/>
          </a:bodyPr>
          <a:lstStyle xmlns:a="http://schemas.openxmlformats.org/drawingml/2006/main"/>
          <a:p xmlns:a="http://schemas.openxmlformats.org/drawingml/2006/main">
            <a:r>
              <a:t>4–6 课时｜完成基础 Agent 项目</a:t>
            </a:r>
          </a:p>
          <a:p xmlns:a="http://schemas.openxmlformats.org/drawingml/2006/main">
            <a:r>
              <a:t>证据｜作品 / 轨迹 / 引用 / 保存</a:t>
            </a:r>
          </a:p>
          <a:p xmlns:a="http://schemas.openxmlformats.org/drawingml/2006/main">
            <a:r>
              <a:t>目标｜形成可展示的学习样板</a:t>
            </a:r>
          </a:p>
        </p:txBody>
      </p:sp>
      <p:sp>
        <p:nvSpPr>
          <p:cNvPr id="8" name="">
            <a:extLst xmlns:a="http://schemas.openxmlformats.org/drawingml/2006/main">
              <a:ext uri="{FF2B5EF4-FFF2-40B4-BE49-F238E27FC236}">
                <a16:creationId xmlns:a16="http://schemas.microsoft.com/office/drawing/2014/main" id="{DE5B7810-3F26-43BB-93A0-F55D68BF7537}"/>
              </a:ext>
            </a:extLst>
          </p:cNvPr>
          <p:cNvSpPr>
            <a:spLocks xmlns:a="http://schemas.openxmlformats.org/drawingml/2006/main" noGrp="1"/>
          </p:cNvSpPr>
          <p:nvPr/>
        </p:nvSpPr>
        <p:spPr>
          <a:xfrm xmlns:a="http://schemas.openxmlformats.org/drawingml/2006/main">
            <a:off x="6096000" y="2000250"/>
            <a:ext cx="5105400" cy="1428750"/>
          </a:xfrm>
          <a:prstGeom xmlns:a="http://schemas.openxmlformats.org/drawingml/2006/main" prst="roundRect">
            <a:avLst>
              <a:gd name="adj" fmla="val 13333"/>
            </a:avLst>
          </a:prstGeom>
          <a:solidFill xmlns:a="http://schemas.openxmlformats.org/drawingml/2006/main">
            <a:srgbClr val="F7F9FC"/>
          </a:solidFill>
          <a:ln xmlns:a="http://schemas.openxmlformats.org/drawingml/2006/main" w="9525">
            <a:solidFill>
              <a:srgbClr val="DCE6F5"/>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9" name="">
            <a:extLst xmlns:a="http://schemas.openxmlformats.org/drawingml/2006/main">
              <a:ext uri="{FF2B5EF4-FFF2-40B4-BE49-F238E27FC236}">
                <a16:creationId xmlns:a16="http://schemas.microsoft.com/office/drawing/2014/main" id="{0B718EFF-3796-4785-9452-469623611F10}"/>
              </a:ext>
            </a:extLst>
          </p:cNvPr>
          <p:cNvSpPr>
            <a:spLocks xmlns:a="http://schemas.openxmlformats.org/drawingml/2006/main" noGrp="1"/>
          </p:cNvSpPr>
          <p:nvPr/>
        </p:nvSpPr>
        <p:spPr>
          <a:xfrm xmlns:a="http://schemas.openxmlformats.org/drawingml/2006/main">
            <a:off x="6324600" y="2266950"/>
            <a:ext cx="438150" cy="438150"/>
          </a:xfrm>
          <a:prstGeom xmlns:a="http://schemas.openxmlformats.org/drawingml/2006/main" prst="ellipse">
            <a:avLst/>
          </a:prstGeom>
          <a:solidFill xmlns:a="http://schemas.openxmlformats.org/drawingml/2006/main">
            <a:srgbClr val="176BF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526341AC-2841-4CC4-9481-27E550260A74}"/>
              </a:ext>
            </a:extLst>
          </p:cNvPr>
          <p:cNvSpPr>
            <a:spLocks xmlns:a="http://schemas.openxmlformats.org/drawingml/2006/main" noGrp="1"/>
          </p:cNvSpPr>
          <p:nvPr/>
        </p:nvSpPr>
        <p:spPr>
          <a:xfrm xmlns:a="http://schemas.openxmlformats.org/drawingml/2006/main">
            <a:off x="6324600" y="238125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275" b="1" i="0">
                <a:solidFill>
                  <a:srgbClr val="FFFFFF"/>
                </a:solidFill>
                <a:latin typeface="Microsoft YaHei"/>
                <a:ea typeface="Microsoft YaHei"/>
                <a:cs typeface="Microsoft YaHei"/>
              </a:defRPr>
            </a:pPr>
            <a:r>
              <a:rPr sz="1350" b="1" i="0">
                <a:solidFill>
                  <a:srgbClr val="176BFF"/>
                </a:solidFill>
                <a:latin typeface="Microsoft YaHei"/>
                <a:ea typeface="Microsoft YaHei"/>
                <a:cs typeface="Microsoft YaHei"/>
              </a:rPr>
              <a:t>2</a:t>
            </a:r>
          </a:p>
        </p:txBody>
      </p:sp>
      <p:sp>
        <p:nvSpPr>
          <p:cNvPr id="11" name="">
            <a:extLst xmlns:a="http://schemas.openxmlformats.org/drawingml/2006/main">
              <a:ext uri="{FF2B5EF4-FFF2-40B4-BE49-F238E27FC236}">
                <a16:creationId xmlns:a16="http://schemas.microsoft.com/office/drawing/2014/main" id="{69382CA7-1DDC-4F08-83E5-C455DB14BABD}"/>
              </a:ext>
            </a:extLst>
          </p:cNvPr>
          <p:cNvSpPr>
            <a:spLocks xmlns:a="http://schemas.openxmlformats.org/drawingml/2006/main" noGrp="1"/>
          </p:cNvSpPr>
          <p:nvPr/>
        </p:nvSpPr>
        <p:spPr>
          <a:xfrm xmlns:a="http://schemas.openxmlformats.org/drawingml/2006/main">
            <a:off x="6934200" y="2228850"/>
            <a:ext cx="39433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725" b="1" i="0">
                <a:solidFill>
                  <a:srgbClr val="111827"/>
                </a:solidFill>
                <a:latin typeface="Microsoft YaHei"/>
                <a:ea typeface="Microsoft YaHei"/>
                <a:cs typeface="Microsoft YaHei"/>
              </a:defRPr>
            </a:pPr>
            <a:r>
              <a:rPr sz="1800" b="1" i="0">
                <a:solidFill>
                  <a:srgbClr val="111827"/>
                </a:solidFill>
                <a:latin typeface="Microsoft YaHei"/>
                <a:ea typeface="Microsoft YaHei"/>
                <a:cs typeface="Microsoft YaHei"/>
              </a:rPr>
              <a:t>教育机构复制</a:t>
            </a:r>
          </a:p>
        </p:txBody>
      </p:sp>
      <p:sp>
        <p:nvSpPr>
          <p:cNvPr id="12" name="">
            <a:extLst xmlns:a="http://schemas.openxmlformats.org/drawingml/2006/main">
              <a:ext uri="{FF2B5EF4-FFF2-40B4-BE49-F238E27FC236}">
                <a16:creationId xmlns:a16="http://schemas.microsoft.com/office/drawing/2014/main" id="{5D0B39A9-8513-47ED-A1BC-F37C3E47D708}"/>
              </a:ext>
            </a:extLst>
          </p:cNvPr>
          <p:cNvSpPr>
            <a:spLocks xmlns:a="http://schemas.openxmlformats.org/drawingml/2006/main" noGrp="1"/>
          </p:cNvSpPr>
          <p:nvPr/>
        </p:nvSpPr>
        <p:spPr>
          <a:xfrm xmlns:a="http://schemas.openxmlformats.org/drawingml/2006/main">
            <a:off x="6934200" y="2647950"/>
            <a:ext cx="39433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67130"/>
          </a:bodyPr>
          <a:lstStyle xmlns:a="http://schemas.openxmlformats.org/drawingml/2006/main"/>
          <a:p xmlns:a="http://schemas.openxmlformats.org/drawingml/2006/main">
            <a:r>
              <a:t>方案｜课程包 / 教案 / 蓝图 / 评价</a:t>
            </a:r>
          </a:p>
          <a:p xmlns:a="http://schemas.openxmlformats.org/drawingml/2006/main">
            <a:r>
              <a:t>服务｜教师培训 / 班级管理 / 支持</a:t>
            </a:r>
          </a:p>
          <a:p xmlns:a="http://schemas.openxmlformats.org/drawingml/2006/main">
            <a:r>
              <a:t>复制｜学校 / 教培 / 高校</a:t>
            </a:r>
          </a:p>
        </p:txBody>
      </p:sp>
      <p:sp>
        <p:nvSpPr>
          <p:cNvPr id="13" name="">
            <a:extLst xmlns:a="http://schemas.openxmlformats.org/drawingml/2006/main">
              <a:ext uri="{FF2B5EF4-FFF2-40B4-BE49-F238E27FC236}">
                <a16:creationId xmlns:a16="http://schemas.microsoft.com/office/drawing/2014/main" id="{8A4452A7-E5CE-4924-A445-B48DA60A6495}"/>
              </a:ext>
            </a:extLst>
          </p:cNvPr>
          <p:cNvSpPr>
            <a:spLocks xmlns:a="http://schemas.openxmlformats.org/drawingml/2006/main" noGrp="1"/>
          </p:cNvSpPr>
          <p:nvPr/>
        </p:nvSpPr>
        <p:spPr>
          <a:xfrm xmlns:a="http://schemas.openxmlformats.org/drawingml/2006/main">
            <a:off x="685800" y="3695700"/>
            <a:ext cx="5105400" cy="1428750"/>
          </a:xfrm>
          <a:prstGeom xmlns:a="http://schemas.openxmlformats.org/drawingml/2006/main" prst="roundRect">
            <a:avLst>
              <a:gd name="adj" fmla="val 13333"/>
            </a:avLst>
          </a:prstGeom>
          <a:solidFill xmlns:a="http://schemas.openxmlformats.org/drawingml/2006/main">
            <a:srgbClr val="F7F9FC"/>
          </a:solidFill>
          <a:ln xmlns:a="http://schemas.openxmlformats.org/drawingml/2006/main" w="9525">
            <a:solidFill>
              <a:srgbClr val="DCE6F5"/>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4" name="">
            <a:extLst xmlns:a="http://schemas.openxmlformats.org/drawingml/2006/main">
              <a:ext uri="{FF2B5EF4-FFF2-40B4-BE49-F238E27FC236}">
                <a16:creationId xmlns:a16="http://schemas.microsoft.com/office/drawing/2014/main" id="{B2D7D452-E553-4345-AF90-902F7EB5B858}"/>
              </a:ext>
            </a:extLst>
          </p:cNvPr>
          <p:cNvSpPr>
            <a:spLocks xmlns:a="http://schemas.openxmlformats.org/drawingml/2006/main" noGrp="1"/>
          </p:cNvSpPr>
          <p:nvPr/>
        </p:nvSpPr>
        <p:spPr>
          <a:xfrm xmlns:a="http://schemas.openxmlformats.org/drawingml/2006/main">
            <a:off x="914400" y="3962400"/>
            <a:ext cx="438150" cy="438150"/>
          </a:xfrm>
          <a:prstGeom xmlns:a="http://schemas.openxmlformats.org/drawingml/2006/main" prst="ellipse">
            <a:avLst/>
          </a:prstGeom>
          <a:solidFill xmlns:a="http://schemas.openxmlformats.org/drawingml/2006/main">
            <a:srgbClr val="176BFF"/>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2324F0E1-6D97-4839-AE0B-76B2877E1C1B}"/>
              </a:ext>
            </a:extLst>
          </p:cNvPr>
          <p:cNvSpPr>
            <a:spLocks xmlns:a="http://schemas.openxmlformats.org/drawingml/2006/main" noGrp="1"/>
          </p:cNvSpPr>
          <p:nvPr/>
        </p:nvSpPr>
        <p:spPr>
          <a:xfrm xmlns:a="http://schemas.openxmlformats.org/drawingml/2006/main">
            <a:off x="914400" y="40767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275" b="1" i="0">
                <a:solidFill>
                  <a:srgbClr val="FFFFFF"/>
                </a:solidFill>
                <a:latin typeface="Microsoft YaHei"/>
                <a:ea typeface="Microsoft YaHei"/>
                <a:cs typeface="Microsoft YaHei"/>
              </a:defRPr>
            </a:pPr>
            <a:r>
              <a:rPr sz="1350" b="1" i="0">
                <a:solidFill>
                  <a:srgbClr val="176BFF"/>
                </a:solidFill>
                <a:latin typeface="Microsoft YaHei"/>
                <a:ea typeface="Microsoft YaHei"/>
                <a:cs typeface="Microsoft YaHei"/>
              </a:rPr>
              <a:t>3</a:t>
            </a:r>
          </a:p>
        </p:txBody>
      </p:sp>
      <p:sp>
        <p:nvSpPr>
          <p:cNvPr id="16" name="">
            <a:extLst xmlns:a="http://schemas.openxmlformats.org/drawingml/2006/main">
              <a:ext uri="{FF2B5EF4-FFF2-40B4-BE49-F238E27FC236}">
                <a16:creationId xmlns:a16="http://schemas.microsoft.com/office/drawing/2014/main" id="{34753769-E44A-4AD1-B4F6-DA8F0484AE94}"/>
              </a:ext>
            </a:extLst>
          </p:cNvPr>
          <p:cNvSpPr>
            <a:spLocks xmlns:a="http://schemas.openxmlformats.org/drawingml/2006/main" noGrp="1"/>
          </p:cNvSpPr>
          <p:nvPr/>
        </p:nvSpPr>
        <p:spPr>
          <a:xfrm xmlns:a="http://schemas.openxmlformats.org/drawingml/2006/main">
            <a:off x="1524000" y="3924300"/>
            <a:ext cx="39433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725" b="1" i="0">
                <a:solidFill>
                  <a:srgbClr val="111827"/>
                </a:solidFill>
                <a:latin typeface="Microsoft YaHei"/>
                <a:ea typeface="Microsoft YaHei"/>
                <a:cs typeface="Microsoft YaHei"/>
              </a:defRPr>
            </a:pPr>
            <a:r>
              <a:rPr sz="1800" b="1" i="0">
                <a:solidFill>
                  <a:srgbClr val="111827"/>
                </a:solidFill>
                <a:latin typeface="Microsoft YaHei"/>
                <a:ea typeface="Microsoft YaHei"/>
                <a:cs typeface="Microsoft YaHei"/>
              </a:rPr>
              <a:t>企业场景共创</a:t>
            </a:r>
          </a:p>
        </p:txBody>
      </p:sp>
      <p:sp>
        <p:nvSpPr>
          <p:cNvPr id="17" name="">
            <a:extLst xmlns:a="http://schemas.openxmlformats.org/drawingml/2006/main">
              <a:ext uri="{FF2B5EF4-FFF2-40B4-BE49-F238E27FC236}">
                <a16:creationId xmlns:a16="http://schemas.microsoft.com/office/drawing/2014/main" id="{B50EC42B-1C31-477E-9175-1ACFD0A97C14}"/>
              </a:ext>
            </a:extLst>
          </p:cNvPr>
          <p:cNvSpPr>
            <a:spLocks xmlns:a="http://schemas.openxmlformats.org/drawingml/2006/main" noGrp="1"/>
          </p:cNvSpPr>
          <p:nvPr/>
        </p:nvSpPr>
        <p:spPr>
          <a:xfrm xmlns:a="http://schemas.openxmlformats.org/drawingml/2006/main">
            <a:off x="1524000" y="4343400"/>
            <a:ext cx="39433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67130"/>
          </a:bodyPr>
          <a:lstStyle xmlns:a="http://schemas.openxmlformats.org/drawingml/2006/main"/>
          <a:p xmlns:a="http://schemas.openxmlformats.org/drawingml/2006/main">
            <a:r>
              <a:t>切入｜高频、可核验的业务流程</a:t>
            </a:r>
          </a:p>
          <a:p xmlns:a="http://schemas.openxmlformats.org/drawingml/2006/main">
            <a:r>
              <a:t>共创｜Agent / AppSurface / RPA</a:t>
            </a:r>
          </a:p>
          <a:p xmlns:a="http://schemas.openxmlformats.org/drawingml/2006/main">
            <a:r>
              <a:t>治理｜权限 / 审批 / Trace / 回滚</a:t>
            </a:r>
          </a:p>
        </p:txBody>
      </p:sp>
      <p:sp>
        <p:nvSpPr>
          <p:cNvPr id="18" name="">
            <a:extLst xmlns:a="http://schemas.openxmlformats.org/drawingml/2006/main">
              <a:ext uri="{FF2B5EF4-FFF2-40B4-BE49-F238E27FC236}">
                <a16:creationId xmlns:a16="http://schemas.microsoft.com/office/drawing/2014/main" id="{3A0FC9EB-61C0-4993-B35C-2BE0AF1D51BC}"/>
              </a:ext>
            </a:extLst>
          </p:cNvPr>
          <p:cNvSpPr>
            <a:spLocks xmlns:a="http://schemas.openxmlformats.org/drawingml/2006/main" noGrp="1"/>
          </p:cNvSpPr>
          <p:nvPr/>
        </p:nvSpPr>
        <p:spPr>
          <a:xfrm xmlns:a="http://schemas.openxmlformats.org/drawingml/2006/main">
            <a:off x="6096000" y="3695700"/>
            <a:ext cx="5105400" cy="1428750"/>
          </a:xfrm>
          <a:prstGeom xmlns:a="http://schemas.openxmlformats.org/drawingml/2006/main" prst="roundRect">
            <a:avLst>
              <a:gd name="adj" fmla="val 13333"/>
            </a:avLst>
          </a:prstGeom>
          <a:solidFill xmlns:a="http://schemas.openxmlformats.org/drawingml/2006/main">
            <a:srgbClr val="F7F9FC"/>
          </a:solidFill>
          <a:ln xmlns:a="http://schemas.openxmlformats.org/drawingml/2006/main" w="9525">
            <a:solidFill>
              <a:srgbClr val="DCE6F5"/>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9" name="">
            <a:extLst xmlns:a="http://schemas.openxmlformats.org/drawingml/2006/main">
              <a:ext uri="{FF2B5EF4-FFF2-40B4-BE49-F238E27FC236}">
                <a16:creationId xmlns:a16="http://schemas.microsoft.com/office/drawing/2014/main" id="{E09E6542-76CB-47D0-9041-4F49CD089E5C}"/>
              </a:ext>
            </a:extLst>
          </p:cNvPr>
          <p:cNvSpPr>
            <a:spLocks xmlns:a="http://schemas.openxmlformats.org/drawingml/2006/main" noGrp="1"/>
          </p:cNvSpPr>
          <p:nvPr/>
        </p:nvSpPr>
        <p:spPr>
          <a:xfrm xmlns:a="http://schemas.openxmlformats.org/drawingml/2006/main">
            <a:off x="6324600" y="3962400"/>
            <a:ext cx="438150" cy="438150"/>
          </a:xfrm>
          <a:prstGeom xmlns:a="http://schemas.openxmlformats.org/drawingml/2006/main" prst="ellipse">
            <a:avLst/>
          </a:prstGeom>
          <a:solidFill xmlns:a="http://schemas.openxmlformats.org/drawingml/2006/main">
            <a:srgbClr val="176BFF"/>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7A926C71-5036-45B0-8D5C-FA1AA0A169D3}"/>
              </a:ext>
            </a:extLst>
          </p:cNvPr>
          <p:cNvSpPr>
            <a:spLocks xmlns:a="http://schemas.openxmlformats.org/drawingml/2006/main" noGrp="1"/>
          </p:cNvSpPr>
          <p:nvPr/>
        </p:nvSpPr>
        <p:spPr>
          <a:xfrm xmlns:a="http://schemas.openxmlformats.org/drawingml/2006/main">
            <a:off x="6324600" y="40767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275" b="1" i="0">
                <a:solidFill>
                  <a:srgbClr val="FFFFFF"/>
                </a:solidFill>
                <a:latin typeface="Microsoft YaHei"/>
                <a:ea typeface="Microsoft YaHei"/>
                <a:cs typeface="Microsoft YaHei"/>
              </a:defRPr>
            </a:pPr>
            <a:r>
              <a:rPr sz="1350" b="1" i="0">
                <a:solidFill>
                  <a:srgbClr val="176BFF"/>
                </a:solidFill>
                <a:latin typeface="Microsoft YaHei"/>
                <a:ea typeface="Microsoft YaHei"/>
                <a:cs typeface="Microsoft YaHei"/>
              </a:rPr>
              <a:t>4</a:t>
            </a:r>
          </a:p>
        </p:txBody>
      </p:sp>
      <p:sp>
        <p:nvSpPr>
          <p:cNvPr id="21" name="">
            <a:extLst xmlns:a="http://schemas.openxmlformats.org/drawingml/2006/main">
              <a:ext uri="{FF2B5EF4-FFF2-40B4-BE49-F238E27FC236}">
                <a16:creationId xmlns:a16="http://schemas.microsoft.com/office/drawing/2014/main" id="{6969A4BE-6C95-405D-B13D-444A3D13743F}"/>
              </a:ext>
            </a:extLst>
          </p:cNvPr>
          <p:cNvSpPr>
            <a:spLocks xmlns:a="http://schemas.openxmlformats.org/drawingml/2006/main" noGrp="1"/>
          </p:cNvSpPr>
          <p:nvPr/>
        </p:nvSpPr>
        <p:spPr>
          <a:xfrm xmlns:a="http://schemas.openxmlformats.org/drawingml/2006/main">
            <a:off x="6934200" y="3924300"/>
            <a:ext cx="39433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725" b="1" i="0">
                <a:solidFill>
                  <a:srgbClr val="111827"/>
                </a:solidFill>
                <a:latin typeface="Microsoft YaHei"/>
                <a:ea typeface="Microsoft YaHei"/>
                <a:cs typeface="Microsoft YaHei"/>
              </a:defRPr>
            </a:pPr>
            <a:r>
              <a:rPr sz="1800" b="1" i="0">
                <a:solidFill>
                  <a:srgbClr val="111827"/>
                </a:solidFill>
                <a:latin typeface="Microsoft YaHei"/>
                <a:ea typeface="Microsoft YaHei"/>
                <a:cs typeface="Microsoft YaHei"/>
              </a:rPr>
              <a:t>资产与生态放大</a:t>
            </a:r>
          </a:p>
        </p:txBody>
      </p:sp>
      <p:sp>
        <p:nvSpPr>
          <p:cNvPr id="22" name="">
            <a:extLst xmlns:a="http://schemas.openxmlformats.org/drawingml/2006/main">
              <a:ext uri="{FF2B5EF4-FFF2-40B4-BE49-F238E27FC236}">
                <a16:creationId xmlns:a16="http://schemas.microsoft.com/office/drawing/2014/main" id="{91A712BE-4630-4C3A-BB09-CE74B5161B18}"/>
              </a:ext>
            </a:extLst>
          </p:cNvPr>
          <p:cNvSpPr>
            <a:spLocks xmlns:a="http://schemas.openxmlformats.org/drawingml/2006/main" noGrp="1"/>
          </p:cNvSpPr>
          <p:nvPr/>
        </p:nvSpPr>
        <p:spPr>
          <a:xfrm xmlns:a="http://schemas.openxmlformats.org/drawingml/2006/main">
            <a:off x="6934200" y="4343400"/>
            <a:ext cx="39433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67130"/>
          </a:bodyPr>
          <a:lstStyle xmlns:a="http://schemas.openxmlformats.org/drawingml/2006/main"/>
          <a:p xmlns:a="http://schemas.openxmlformats.org/drawingml/2006/main">
            <a:r>
              <a:t>积木化｜仓库 / Agent / 系统 / 流程</a:t>
            </a:r>
          </a:p>
          <a:p xmlns:a="http://schemas.openxmlformats.org/drawingml/2006/main">
            <a:r>
              <a:t>沉淀｜蓝图 / 积木 / 适配器 / 私有包</a:t>
            </a:r>
          </a:p>
          <a:p xmlns:a="http://schemas.openxmlformats.org/drawingml/2006/main">
            <a:r>
              <a:t>分发｜模板 / Skills / 社区 / 多端</a:t>
            </a:r>
          </a:p>
        </p:txBody>
      </p:sp>
      <p:sp>
        <p:nvSpPr>
          <p:cNvPr id="23" name="">
            <a:extLst xmlns:a="http://schemas.openxmlformats.org/drawingml/2006/main">
              <a:ext uri="{FF2B5EF4-FFF2-40B4-BE49-F238E27FC236}">
                <a16:creationId xmlns:a16="http://schemas.microsoft.com/office/drawing/2014/main" id="{77BE1531-D33C-4A90-9B37-2141B9C0221C}"/>
              </a:ext>
            </a:extLst>
          </p:cNvPr>
          <p:cNvSpPr>
            <a:spLocks xmlns:a="http://schemas.openxmlformats.org/drawingml/2006/main" noGrp="1"/>
          </p:cNvSpPr>
          <p:nvPr/>
        </p:nvSpPr>
        <p:spPr>
          <a:xfrm xmlns:a="http://schemas.openxmlformats.org/drawingml/2006/main">
            <a:off x="1352550" y="5562600"/>
            <a:ext cx="9486900" cy="495300"/>
          </a:xfrm>
          <a:prstGeom xmlns:a="http://schemas.openxmlformats.org/drawingml/2006/main" prst="roundRect">
            <a:avLst>
              <a:gd name="adj" fmla="val 30769"/>
            </a:avLst>
          </a:prstGeom>
          <a:solidFill xmlns:a="http://schemas.openxmlformats.org/drawingml/2006/main">
            <a:srgbClr val="0B1220"/>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FD47111A-BC8B-4568-93D9-021AC2753CC6}"/>
              </a:ext>
            </a:extLst>
          </p:cNvPr>
          <p:cNvSpPr>
            <a:spLocks xmlns:a="http://schemas.openxmlformats.org/drawingml/2006/main" noGrp="1"/>
          </p:cNvSpPr>
          <p:nvPr/>
        </p:nvSpPr>
        <p:spPr>
          <a:xfrm xmlns:a="http://schemas.openxmlformats.org/drawingml/2006/main">
            <a:off x="1676400" y="5695950"/>
            <a:ext cx="8839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650" b="1" i="0">
                <a:solidFill>
                  <a:srgbClr val="FFFFFF"/>
                </a:solidFill>
                <a:latin typeface="Microsoft YaHei"/>
                <a:ea typeface="Microsoft YaHei"/>
                <a:cs typeface="Microsoft YaHei"/>
              </a:defRPr>
            </a:pPr>
            <a:r>
              <a:rPr sz="1425" b="1" i="0">
                <a:solidFill>
                  <a:srgbClr val="FFFFFF"/>
                </a:solidFill>
                <a:latin typeface="Microsoft YaHei"/>
                <a:ea typeface="Microsoft YaHei"/>
                <a:cs typeface="Microsoft YaHei"/>
              </a:rPr>
              <a:t>增长飞轮：课堂作品 → 机构方案 → 企业共创 → 项目积木化 → 资产复用 → 社区分发</a:t>
            </a:r>
          </a:p>
        </p:txBody>
      </p:sp>
      <p:sp>
        <p:nvSpPr>
          <p:cNvPr id="25" name="">
            <a:extLst xmlns:a="http://schemas.openxmlformats.org/drawingml/2006/main">
              <a:ext uri="{FF2B5EF4-FFF2-40B4-BE49-F238E27FC236}">
                <a16:creationId xmlns:a16="http://schemas.microsoft.com/office/drawing/2014/main" id="{5D1533BF-D6C7-4A7C-A78F-589AA8E1A1E8}"/>
              </a:ext>
            </a:extLst>
          </p:cNvPr>
          <p:cNvSpPr>
            <a:spLocks xmlns:a="http://schemas.openxmlformats.org/drawingml/2006/main" noGrp="1"/>
          </p:cNvSpPr>
          <p:nvPr/>
        </p:nvSpPr>
        <p:spPr>
          <a:xfrm xmlns:a="http://schemas.openxmlformats.org/drawingml/2006/main">
            <a:off x="685800" y="6496050"/>
            <a:ext cx="10820400" cy="9525"/>
          </a:xfrm>
          <a:prstGeom xmlns:a="http://schemas.openxmlformats.org/drawingml/2006/main" prst="rect">
            <a:avLst/>
          </a:prstGeom>
          <a:solidFill xmlns:a="http://schemas.openxmlformats.org/drawingml/2006/main">
            <a:srgbClr val="DCE3EC"/>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0F028915-1625-43AF-BAE1-77E7B4A0565B}"/>
              </a:ext>
            </a:extLst>
          </p:cNvPr>
          <p:cNvSpPr>
            <a:spLocks xmlns:a="http://schemas.openxmlformats.org/drawingml/2006/main" noGrp="1"/>
          </p:cNvSpPr>
          <p:nvPr/>
        </p:nvSpPr>
        <p:spPr>
          <a:xfrm xmlns:a="http://schemas.openxmlformats.org/drawingml/2006/main">
            <a:off x="685800" y="6553200"/>
            <a:ext cx="476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975" b="0" i="0">
                <a:solidFill>
                  <a:srgbClr val="98A2B3"/>
                </a:solidFill>
                <a:latin typeface="Microsoft YaHei"/>
                <a:ea typeface="Microsoft YaHei"/>
                <a:cs typeface="Microsoft YaHei"/>
              </a:defRPr>
            </a:pPr>
            <a:r>
              <a:rPr sz="975" b="0" i="0">
                <a:solidFill>
                  <a:srgbClr val="98A2B3"/>
                </a:solidFill>
                <a:latin typeface="Microsoft YaHei"/>
                <a:ea typeface="Microsoft YaHei"/>
                <a:cs typeface="Microsoft YaHei"/>
              </a:rPr>
              <a:t>Blocky Studio · Agent 搭建教育</a:t>
            </a:r>
          </a:p>
        </p:txBody>
      </p:sp>
      <p:sp>
        <p:nvSpPr>
          <p:cNvPr id="27" name="">
            <a:extLst xmlns:a="http://schemas.openxmlformats.org/drawingml/2006/main">
              <a:ext uri="{FF2B5EF4-FFF2-40B4-BE49-F238E27FC236}">
                <a16:creationId xmlns:a16="http://schemas.microsoft.com/office/drawing/2014/main" id="{D3B49644-EB01-4511-9C5F-A6CFAC638B4A}"/>
              </a:ext>
            </a:extLst>
          </p:cNvPr>
          <p:cNvSpPr>
            <a:spLocks xmlns:a="http://schemas.openxmlformats.org/drawingml/2006/main" noGrp="1"/>
          </p:cNvSpPr>
          <p:nvPr/>
        </p:nvSpPr>
        <p:spPr>
          <a:xfrm xmlns:a="http://schemas.openxmlformats.org/drawingml/2006/main">
            <a:off x="10953750" y="6553200"/>
            <a:ext cx="552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975" b="0" i="0">
                <a:solidFill>
                  <a:srgbClr val="98A2B3"/>
                </a:solidFill>
                <a:latin typeface="Microsoft YaHei"/>
                <a:ea typeface="Microsoft YaHei"/>
                <a:cs typeface="Microsoft YaHei"/>
              </a:defRPr>
            </a:pPr>
            <a:r>
              <a:rPr sz="975" b="0" i="0">
                <a:solidFill>
                  <a:srgbClr val="98A2B3"/>
                </a:solidFill>
                <a:latin typeface="Microsoft YaHei"/>
                <a:ea typeface="Microsoft YaHei"/>
                <a:cs typeface="Microsoft YaHei"/>
              </a:rPr>
              <a:t>26</a:t>
            </a:r>
          </a:p>
        </p:txBody>
      </p:sp>
      <p:pic>
        <p:nvPicPr>
          <p:cNvPr id="57" name=""/>
          <p:cNvPicPr>
            <a:picLocks xmlns:a="http://schemas.openxmlformats.org/drawingml/2006/main" noChangeAspect="1"/>
          </p:cNvPicPr>
          <p:nvPr/>
        </p:nvPicPr>
        <p:blipFill>
          <a:blip xmlns:r="http://schemas.openxmlformats.org/officeDocument/2006/relationships" xmlns:a="http://schemas.openxmlformats.org/drawingml/2006/main" r:embed="R3789a69ff3244c46"/>
          <a:stretch xmlns:a="http://schemas.openxmlformats.org/drawingml/2006/main"/>
        </p:blipFill>
        <p:spPr>
          <a:xfrm xmlns:a="http://schemas.openxmlformats.org/drawingml/2006/main">
            <a:off x="9581059" y="209550"/>
            <a:ext cx="1430931" cy="1562100"/>
          </a:xfrm>
          <a:prstGeom xmlns:a="http://schemas.openxmlformats.org/drawingml/2006/main" prst="rect">
            <a:avLst/>
          </a:prstGeom>
        </p:spPr>
      </p:pic>
    </p:spTree>
    <p:extLst>
      <p:ext uri="{BB962C8B-B14F-4D97-AF65-F5344CB8AC3E}">
        <p14:creationId xmlns:p14="http://schemas.microsoft.com/office/powerpoint/2010/main" val="1648109088"/>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3F8F04E4-5685-46EC-B7BF-FF503FC092B3}"/>
              </a:ext>
            </a:extLst>
          </p:cNvPr>
          <p:cNvSpPr>
            <a:spLocks xmlns:a="http://schemas.openxmlformats.org/drawingml/2006/main" noGrp="1"/>
          </p:cNvSpPr>
          <p:nvPr/>
        </p:nvSpPr>
        <p:spPr>
          <a:xfrm xmlns:a="http://schemas.openxmlformats.org/drawingml/2006/main">
            <a:off x="685800" y="40005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200" b="1" i="0">
                <a:solidFill>
                  <a:srgbClr val="176BFF"/>
                </a:solidFill>
                <a:latin typeface="Microsoft YaHei"/>
                <a:ea typeface="Microsoft YaHei"/>
                <a:cs typeface="Microsoft YaHei"/>
              </a:defRPr>
            </a:pPr>
            <a:r>
              <a:rPr sz="1200" b="1" i="0">
                <a:solidFill>
                  <a:srgbClr val="176BFF"/>
                </a:solidFill>
                <a:latin typeface="Microsoft YaHei"/>
                <a:ea typeface="Microsoft YaHei"/>
                <a:cs typeface="Microsoft YaHei"/>
              </a:rPr>
              <a:t>ROADMAP · 产品、服务与生态路线</a:t>
            </a:r>
          </a:p>
        </p:txBody>
      </p:sp>
      <p:sp>
        <p:nvSpPr>
          <p:cNvPr id="2" name="">
            <a:extLst xmlns:a="http://schemas.openxmlformats.org/drawingml/2006/main">
              <a:ext uri="{FF2B5EF4-FFF2-40B4-BE49-F238E27FC236}">
                <a16:creationId xmlns:a16="http://schemas.microsoft.com/office/drawing/2014/main" id="{D5FCCFBD-EC4D-495B-9570-BB048A245D84}"/>
              </a:ext>
            </a:extLst>
          </p:cNvPr>
          <p:cNvSpPr>
            <a:spLocks xmlns:a="http://schemas.openxmlformats.org/drawingml/2006/main" noGrp="1"/>
          </p:cNvSpPr>
          <p:nvPr/>
        </p:nvSpPr>
        <p:spPr>
          <a:xfrm xmlns:a="http://schemas.openxmlformats.org/drawingml/2006/main">
            <a:off x="685800" y="742950"/>
            <a:ext cx="108204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3150" b="1" i="0">
                <a:solidFill>
                  <a:srgbClr val="111827"/>
                </a:solidFill>
                <a:latin typeface="Microsoft YaHei"/>
                <a:ea typeface="Microsoft YaHei"/>
                <a:cs typeface="Microsoft YaHei"/>
              </a:defRPr>
            </a:pPr>
            <a:r>
              <a:rPr sz="3000" b="1" i="0">
                <a:solidFill>
                  <a:srgbClr val="111827"/>
                </a:solidFill>
                <a:latin typeface="Microsoft YaHei"/>
                <a:ea typeface="Microsoft YaHei"/>
                <a:cs typeface="Microsoft YaHei"/>
              </a:rPr>
              <a:t>产品、解决方案与生态按四个阶段共同扩张</a:t>
            </a:r>
          </a:p>
        </p:txBody>
      </p:sp>
      <p:sp>
        <p:nvSpPr>
          <p:cNvPr id="3" name="">
            <a:extLst xmlns:a="http://schemas.openxmlformats.org/drawingml/2006/main">
              <a:ext uri="{FF2B5EF4-FFF2-40B4-BE49-F238E27FC236}">
                <a16:creationId xmlns:a16="http://schemas.microsoft.com/office/drawing/2014/main" id="{7CF493F2-5172-4084-94AC-6144F45F7099}"/>
              </a:ext>
            </a:extLst>
          </p:cNvPr>
          <p:cNvSpPr>
            <a:spLocks xmlns:a="http://schemas.openxmlformats.org/drawingml/2006/main" noGrp="1"/>
          </p:cNvSpPr>
          <p:nvPr/>
        </p:nvSpPr>
        <p:spPr>
          <a:xfrm xmlns:a="http://schemas.openxmlformats.org/drawingml/2006/main">
            <a:off x="685800" y="1381125"/>
            <a:ext cx="10820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500" b="0" i="0">
                <a:solidFill>
                  <a:srgbClr val="667085"/>
                </a:solidFill>
                <a:latin typeface="Microsoft YaHei"/>
                <a:ea typeface="Microsoft YaHei"/>
                <a:cs typeface="Microsoft YaHei"/>
              </a:defRPr>
            </a:pPr>
            <a:r>
              <a:rPr sz="1500" b="0" i="0">
                <a:solidFill>
                  <a:srgbClr val="667085"/>
                </a:solidFill>
                <a:latin typeface="Microsoft YaHei"/>
                <a:ea typeface="Microsoft YaHei"/>
                <a:cs typeface="Microsoft YaHei"/>
              </a:rPr>
              <a:t>底层能力稳定后，再扩大服务目录、组织交付与多端运行；所有场景共享同一项目格式。</a:t>
            </a:r>
          </a:p>
        </p:txBody>
      </p:sp>
      <p:sp>
        <p:nvSpPr>
          <p:cNvPr id="4" name="">
            <a:extLst xmlns:a="http://schemas.openxmlformats.org/drawingml/2006/main">
              <a:ext uri="{FF2B5EF4-FFF2-40B4-BE49-F238E27FC236}">
                <a16:creationId xmlns:a16="http://schemas.microsoft.com/office/drawing/2014/main" id="{9B084ED5-104D-4B3B-BA7D-6F35FC152F80}"/>
              </a:ext>
            </a:extLst>
          </p:cNvPr>
          <p:cNvSpPr>
            <a:spLocks xmlns:a="http://schemas.openxmlformats.org/drawingml/2006/main" noGrp="1"/>
          </p:cNvSpPr>
          <p:nvPr/>
        </p:nvSpPr>
        <p:spPr>
          <a:xfrm xmlns:a="http://schemas.openxmlformats.org/drawingml/2006/main">
            <a:off x="685800" y="2076450"/>
            <a:ext cx="2419350" cy="2781300"/>
          </a:xfrm>
          <a:prstGeom xmlns:a="http://schemas.openxmlformats.org/drawingml/2006/main" prst="roundRect">
            <a:avLst>
              <a:gd name="adj" fmla="val 8661"/>
            </a:avLst>
          </a:prstGeom>
          <a:solidFill xmlns:a="http://schemas.openxmlformats.org/drawingml/2006/main">
            <a:srgbClr val="F7F9FC"/>
          </a:solidFill>
          <a:ln xmlns:a="http://schemas.openxmlformats.org/drawingml/2006/main" w="9525">
            <a:solidFill>
              <a:srgbClr val="DCE6F5"/>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5" name="">
            <a:extLst xmlns:a="http://schemas.openxmlformats.org/drawingml/2006/main">
              <a:ext uri="{FF2B5EF4-FFF2-40B4-BE49-F238E27FC236}">
                <a16:creationId xmlns:a16="http://schemas.microsoft.com/office/drawing/2014/main" id="{E8BE7AD9-2F88-4BEC-9E9A-6C8E2BE2CBCB}"/>
              </a:ext>
            </a:extLst>
          </p:cNvPr>
          <p:cNvSpPr>
            <a:spLocks xmlns:a="http://schemas.openxmlformats.org/drawingml/2006/main" noGrp="1"/>
          </p:cNvSpPr>
          <p:nvPr/>
        </p:nvSpPr>
        <p:spPr>
          <a:xfrm xmlns:a="http://schemas.openxmlformats.org/drawingml/2006/main">
            <a:off x="895350" y="2286000"/>
            <a:ext cx="571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i="0">
                <a:solidFill>
                  <a:srgbClr val="FFFFFF"/>
                </a:solidFill>
                <a:latin typeface="Microsoft YaHei"/>
                <a:ea typeface="Microsoft YaHei"/>
                <a:cs typeface="Microsoft YaHei"/>
              </a:defRPr>
            </a:pPr>
            <a:r>
              <a:rPr sz="1200" b="1" i="0">
                <a:solidFill>
                  <a:srgbClr val="176BFF"/>
                </a:solidFill>
                <a:latin typeface="Microsoft YaHei"/>
                <a:ea typeface="Microsoft YaHei"/>
                <a:cs typeface="Microsoft YaHei"/>
              </a:rPr>
              <a:t>R0</a:t>
            </a:r>
          </a:p>
        </p:txBody>
      </p:sp>
      <p:sp>
        <p:nvSpPr>
          <p:cNvPr id="6" name="">
            <a:extLst xmlns:a="http://schemas.openxmlformats.org/drawingml/2006/main">
              <a:ext uri="{FF2B5EF4-FFF2-40B4-BE49-F238E27FC236}">
                <a16:creationId xmlns:a16="http://schemas.microsoft.com/office/drawing/2014/main" id="{C141301F-E876-4E53-B5B1-F226FE85931A}"/>
              </a:ext>
            </a:extLst>
          </p:cNvPr>
          <p:cNvSpPr>
            <a:spLocks xmlns:a="http://schemas.openxmlformats.org/drawingml/2006/main" noGrp="1"/>
          </p:cNvSpPr>
          <p:nvPr/>
        </p:nvSpPr>
        <p:spPr>
          <a:xfrm xmlns:a="http://schemas.openxmlformats.org/drawingml/2006/main">
            <a:off x="895350" y="2781300"/>
            <a:ext cx="20002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550" b="1" i="0">
                <a:solidFill>
                  <a:srgbClr val="FFFFFF"/>
                </a:solidFill>
                <a:latin typeface="Microsoft YaHei"/>
                <a:ea typeface="Microsoft YaHei"/>
                <a:cs typeface="Microsoft YaHei"/>
              </a:defRPr>
            </a:pPr>
            <a:r>
              <a:rPr sz="2550" b="1" i="0">
                <a:solidFill>
                  <a:srgbClr val="111827"/>
                </a:solidFill>
                <a:latin typeface="Microsoft YaHei"/>
                <a:ea typeface="Microsoft YaHei"/>
                <a:cs typeface="Microsoft YaHei"/>
              </a:rPr>
              <a:t>正式地基</a:t>
            </a:r>
          </a:p>
        </p:txBody>
      </p:sp>
      <p:sp>
        <p:nvSpPr>
          <p:cNvPr id="7" name="">
            <a:extLst xmlns:a="http://schemas.openxmlformats.org/drawingml/2006/main">
              <a:ext uri="{FF2B5EF4-FFF2-40B4-BE49-F238E27FC236}">
                <a16:creationId xmlns:a16="http://schemas.microsoft.com/office/drawing/2014/main" id="{1F20170A-1964-4746-B530-F4E1E4EF4D7E}"/>
              </a:ext>
            </a:extLst>
          </p:cNvPr>
          <p:cNvSpPr>
            <a:spLocks xmlns:a="http://schemas.openxmlformats.org/drawingml/2006/main" noGrp="1"/>
          </p:cNvSpPr>
          <p:nvPr/>
        </p:nvSpPr>
        <p:spPr>
          <a:xfrm xmlns:a="http://schemas.openxmlformats.org/drawingml/2006/main">
            <a:off x="895350" y="3562350"/>
            <a:ext cx="200025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69760"/>
          </a:bodyPr>
          <a:lstStyle xmlns:a="http://schemas.openxmlformats.org/drawingml/2006/main"/>
          <a:p xmlns:a="http://schemas.openxmlformats.org/drawingml/2006/main">
            <a:r>
              <a:t>阶段 0–2｜正式契约 / 多模块</a:t>
            </a:r>
          </a:p>
          <a:p xmlns:a="http://schemas.openxmlformats.org/drawingml/2006/main">
            <a:r>
              <a:t>桌面｜面板 / 终端 / 日志</a:t>
            </a:r>
          </a:p>
          <a:p xmlns:a="http://schemas.openxmlformats.org/drawingml/2006/main">
            <a:r>
              <a:t>地基｜设置 / 资源 / 权限</a:t>
            </a:r>
          </a:p>
          <a:p xmlns:a="http://schemas.openxmlformats.org/drawingml/2006/main">
            <a:r>
              <a:t>闭环｜保存 / 窗口 / 回收</a:t>
            </a:r>
          </a:p>
        </p:txBody>
      </p:sp>
      <p:sp>
        <p:nvSpPr>
          <p:cNvPr id="8" name="">
            <a:extLst xmlns:a="http://schemas.openxmlformats.org/drawingml/2006/main">
              <a:ext uri="{FF2B5EF4-FFF2-40B4-BE49-F238E27FC236}">
                <a16:creationId xmlns:a16="http://schemas.microsoft.com/office/drawing/2014/main" id="{4262643C-E4A7-4144-849B-26D585C55746}"/>
              </a:ext>
            </a:extLst>
          </p:cNvPr>
          <p:cNvSpPr>
            <a:spLocks xmlns:a="http://schemas.openxmlformats.org/drawingml/2006/main" noGrp="1"/>
          </p:cNvSpPr>
          <p:nvPr/>
        </p:nvSpPr>
        <p:spPr>
          <a:xfrm xmlns:a="http://schemas.openxmlformats.org/drawingml/2006/main">
            <a:off x="3390900" y="2076450"/>
            <a:ext cx="2419350" cy="2781300"/>
          </a:xfrm>
          <a:prstGeom xmlns:a="http://schemas.openxmlformats.org/drawingml/2006/main" prst="roundRect">
            <a:avLst>
              <a:gd name="adj" fmla="val 8661"/>
            </a:avLst>
          </a:prstGeom>
          <a:solidFill xmlns:a="http://schemas.openxmlformats.org/drawingml/2006/main">
            <a:srgbClr val="F7F9FC"/>
          </a:solidFill>
          <a:ln xmlns:a="http://schemas.openxmlformats.org/drawingml/2006/main" w="9525">
            <a:solidFill>
              <a:srgbClr val="DCE6F5"/>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9" name="">
            <a:extLst xmlns:a="http://schemas.openxmlformats.org/drawingml/2006/main">
              <a:ext uri="{FF2B5EF4-FFF2-40B4-BE49-F238E27FC236}">
                <a16:creationId xmlns:a16="http://schemas.microsoft.com/office/drawing/2014/main" id="{FC841C02-BC0E-44C6-8C20-F2749EB78096}"/>
              </a:ext>
            </a:extLst>
          </p:cNvPr>
          <p:cNvSpPr>
            <a:spLocks xmlns:a="http://schemas.openxmlformats.org/drawingml/2006/main" noGrp="1"/>
          </p:cNvSpPr>
          <p:nvPr/>
        </p:nvSpPr>
        <p:spPr>
          <a:xfrm xmlns:a="http://schemas.openxmlformats.org/drawingml/2006/main">
            <a:off x="3600450" y="2286000"/>
            <a:ext cx="571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i="0">
                <a:solidFill>
                  <a:srgbClr val="176BFF"/>
                </a:solidFill>
                <a:latin typeface="Microsoft YaHei"/>
                <a:ea typeface="Microsoft YaHei"/>
                <a:cs typeface="Microsoft YaHei"/>
              </a:defRPr>
            </a:pPr>
            <a:r>
              <a:rPr sz="1200" b="1" i="0">
                <a:solidFill>
                  <a:srgbClr val="176BFF"/>
                </a:solidFill>
                <a:latin typeface="Microsoft YaHei"/>
                <a:ea typeface="Microsoft YaHei"/>
                <a:cs typeface="Microsoft YaHei"/>
              </a:rPr>
              <a:t>R1</a:t>
            </a:r>
          </a:p>
        </p:txBody>
      </p:sp>
      <p:sp>
        <p:nvSpPr>
          <p:cNvPr id="10" name="">
            <a:extLst xmlns:a="http://schemas.openxmlformats.org/drawingml/2006/main">
              <a:ext uri="{FF2B5EF4-FFF2-40B4-BE49-F238E27FC236}">
                <a16:creationId xmlns:a16="http://schemas.microsoft.com/office/drawing/2014/main" id="{0F212ABA-CC1D-4413-A11C-66EFF83035EB}"/>
              </a:ext>
            </a:extLst>
          </p:cNvPr>
          <p:cNvSpPr>
            <a:spLocks xmlns:a="http://schemas.openxmlformats.org/drawingml/2006/main" noGrp="1"/>
          </p:cNvSpPr>
          <p:nvPr/>
        </p:nvSpPr>
        <p:spPr>
          <a:xfrm xmlns:a="http://schemas.openxmlformats.org/drawingml/2006/main">
            <a:off x="3600450" y="2781300"/>
            <a:ext cx="20002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550" b="1" i="0">
                <a:solidFill>
                  <a:srgbClr val="111827"/>
                </a:solidFill>
                <a:latin typeface="Microsoft YaHei"/>
                <a:ea typeface="Microsoft YaHei"/>
                <a:cs typeface="Microsoft YaHei"/>
              </a:defRPr>
            </a:pPr>
            <a:r>
              <a:rPr sz="2550" b="1" i="0">
                <a:solidFill>
                  <a:srgbClr val="111827"/>
                </a:solidFill>
                <a:latin typeface="Microsoft YaHei"/>
                <a:ea typeface="Microsoft YaHei"/>
                <a:cs typeface="Microsoft YaHei"/>
              </a:rPr>
              <a:t>产品闭环</a:t>
            </a:r>
          </a:p>
        </p:txBody>
      </p:sp>
      <p:sp>
        <p:nvSpPr>
          <p:cNvPr id="11" name="">
            <a:extLst xmlns:a="http://schemas.openxmlformats.org/drawingml/2006/main">
              <a:ext uri="{FF2B5EF4-FFF2-40B4-BE49-F238E27FC236}">
                <a16:creationId xmlns:a16="http://schemas.microsoft.com/office/drawing/2014/main" id="{5917920F-5001-4FBE-B984-FF8CDE84CD9B}"/>
              </a:ext>
            </a:extLst>
          </p:cNvPr>
          <p:cNvSpPr>
            <a:spLocks xmlns:a="http://schemas.openxmlformats.org/drawingml/2006/main" noGrp="1"/>
          </p:cNvSpPr>
          <p:nvPr/>
        </p:nvSpPr>
        <p:spPr>
          <a:xfrm xmlns:a="http://schemas.openxmlformats.org/drawingml/2006/main">
            <a:off x="3600450" y="3562350"/>
            <a:ext cx="200025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67031"/>
          </a:bodyPr>
          <a:lstStyle xmlns:a="http://schemas.openxmlformats.org/drawingml/2006/main"/>
          <a:p xmlns:a="http://schemas.openxmlformats.org/drawingml/2006/main">
            <a:r>
              <a:t>阶段 3–7｜RAG / 项目积木化</a:t>
            </a:r>
          </a:p>
          <a:p xmlns:a="http://schemas.openxmlformats.org/drawingml/2006/main">
            <a:r>
              <a:t>产品｜蓝图 / Agent / 构建助手</a:t>
            </a:r>
          </a:p>
          <a:p xmlns:a="http://schemas.openxmlformats.org/drawingml/2006/main">
            <a:r>
              <a:t>交付｜Trace / AppSurface</a:t>
            </a:r>
          </a:p>
          <a:p xmlns:a="http://schemas.openxmlformats.org/drawingml/2006/main">
            <a:r>
              <a:t>办公｜有人值守 RPA / 多架构</a:t>
            </a:r>
          </a:p>
        </p:txBody>
      </p:sp>
      <p:sp>
        <p:nvSpPr>
          <p:cNvPr id="12" name="">
            <a:extLst xmlns:a="http://schemas.openxmlformats.org/drawingml/2006/main">
              <a:ext uri="{FF2B5EF4-FFF2-40B4-BE49-F238E27FC236}">
                <a16:creationId xmlns:a16="http://schemas.microsoft.com/office/drawing/2014/main" id="{6B39D476-BFC0-467D-953B-DAD47B6E173C}"/>
              </a:ext>
            </a:extLst>
          </p:cNvPr>
          <p:cNvSpPr>
            <a:spLocks xmlns:a="http://schemas.openxmlformats.org/drawingml/2006/main" noGrp="1"/>
          </p:cNvSpPr>
          <p:nvPr/>
        </p:nvSpPr>
        <p:spPr>
          <a:xfrm xmlns:a="http://schemas.openxmlformats.org/drawingml/2006/main">
            <a:off x="6096000" y="2076450"/>
            <a:ext cx="2419350" cy="2781300"/>
          </a:xfrm>
          <a:prstGeom xmlns:a="http://schemas.openxmlformats.org/drawingml/2006/main" prst="roundRect">
            <a:avLst>
              <a:gd name="adj" fmla="val 8661"/>
            </a:avLst>
          </a:prstGeom>
          <a:solidFill xmlns:a="http://schemas.openxmlformats.org/drawingml/2006/main">
            <a:srgbClr val="F7F9FC"/>
          </a:solidFill>
          <a:ln xmlns:a="http://schemas.openxmlformats.org/drawingml/2006/main" w="9525">
            <a:solidFill>
              <a:srgbClr val="DCE6F5"/>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3" name="">
            <a:extLst xmlns:a="http://schemas.openxmlformats.org/drawingml/2006/main">
              <a:ext uri="{FF2B5EF4-FFF2-40B4-BE49-F238E27FC236}">
                <a16:creationId xmlns:a16="http://schemas.microsoft.com/office/drawing/2014/main" id="{C1DBFFE6-3806-4E0B-B8B2-4849CEE10EDB}"/>
              </a:ext>
            </a:extLst>
          </p:cNvPr>
          <p:cNvSpPr>
            <a:spLocks xmlns:a="http://schemas.openxmlformats.org/drawingml/2006/main" noGrp="1"/>
          </p:cNvSpPr>
          <p:nvPr/>
        </p:nvSpPr>
        <p:spPr>
          <a:xfrm xmlns:a="http://schemas.openxmlformats.org/drawingml/2006/main">
            <a:off x="6305550" y="2286000"/>
            <a:ext cx="571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i="0">
                <a:solidFill>
                  <a:srgbClr val="176BFF"/>
                </a:solidFill>
                <a:latin typeface="Microsoft YaHei"/>
                <a:ea typeface="Microsoft YaHei"/>
                <a:cs typeface="Microsoft YaHei"/>
              </a:defRPr>
            </a:pPr>
            <a:r>
              <a:rPr sz="1200" b="1" i="0">
                <a:solidFill>
                  <a:srgbClr val="176BFF"/>
                </a:solidFill>
                <a:latin typeface="Microsoft YaHei"/>
                <a:ea typeface="Microsoft YaHei"/>
                <a:cs typeface="Microsoft YaHei"/>
              </a:rPr>
              <a:t>R2</a:t>
            </a:r>
          </a:p>
        </p:txBody>
      </p:sp>
      <p:sp>
        <p:nvSpPr>
          <p:cNvPr id="14" name="">
            <a:extLst xmlns:a="http://schemas.openxmlformats.org/drawingml/2006/main">
              <a:ext uri="{FF2B5EF4-FFF2-40B4-BE49-F238E27FC236}">
                <a16:creationId xmlns:a16="http://schemas.microsoft.com/office/drawing/2014/main" id="{8EA4E758-33B1-4B19-AC92-39FB3CD8E43C}"/>
              </a:ext>
            </a:extLst>
          </p:cNvPr>
          <p:cNvSpPr>
            <a:spLocks xmlns:a="http://schemas.openxmlformats.org/drawingml/2006/main" noGrp="1"/>
          </p:cNvSpPr>
          <p:nvPr/>
        </p:nvSpPr>
        <p:spPr>
          <a:xfrm xmlns:a="http://schemas.openxmlformats.org/drawingml/2006/main">
            <a:off x="6305550" y="2781300"/>
            <a:ext cx="20002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550" b="1" i="0">
                <a:solidFill>
                  <a:srgbClr val="111827"/>
                </a:solidFill>
                <a:latin typeface="Microsoft YaHei"/>
                <a:ea typeface="Microsoft YaHei"/>
                <a:cs typeface="Microsoft YaHei"/>
              </a:defRPr>
            </a:pPr>
            <a:r>
              <a:rPr sz="2550" b="1" i="0">
                <a:solidFill>
                  <a:srgbClr val="111827"/>
                </a:solidFill>
                <a:latin typeface="Microsoft YaHei"/>
                <a:ea typeface="Microsoft YaHei"/>
                <a:cs typeface="Microsoft YaHei"/>
              </a:rPr>
              <a:t>规模化</a:t>
            </a:r>
          </a:p>
        </p:txBody>
      </p:sp>
      <p:sp>
        <p:nvSpPr>
          <p:cNvPr id="15" name="">
            <a:extLst xmlns:a="http://schemas.openxmlformats.org/drawingml/2006/main">
              <a:ext uri="{FF2B5EF4-FFF2-40B4-BE49-F238E27FC236}">
                <a16:creationId xmlns:a16="http://schemas.microsoft.com/office/drawing/2014/main" id="{263D6523-38D3-4000-876A-1730A7882E6A}"/>
              </a:ext>
            </a:extLst>
          </p:cNvPr>
          <p:cNvSpPr>
            <a:spLocks xmlns:a="http://schemas.openxmlformats.org/drawingml/2006/main" noGrp="1"/>
          </p:cNvSpPr>
          <p:nvPr/>
        </p:nvSpPr>
        <p:spPr>
          <a:xfrm xmlns:a="http://schemas.openxmlformats.org/drawingml/2006/main">
            <a:off x="6305550" y="3562350"/>
            <a:ext cx="200025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60348"/>
          </a:bodyPr>
          <a:lstStyle xmlns:a="http://schemas.openxmlformats.org/drawingml/2006/main"/>
          <a:p xmlns:a="http://schemas.openxmlformats.org/drawingml/2006/main">
            <a:r>
              <a:t>阶段 8–11｜6 模板 / CLI / 4 Skills</a:t>
            </a:r>
          </a:p>
          <a:p xmlns:a="http://schemas.openxmlformats.org/drawingml/2006/main">
            <a:r>
              <a:t>教育｜工作区 / 机构方案</a:t>
            </a:r>
          </a:p>
          <a:p xmlns:a="http://schemas.openxmlformats.org/drawingml/2006/main">
            <a:r>
              <a:t>企业｜团队 / 部署 / 无人值守 RPA</a:t>
            </a:r>
          </a:p>
          <a:p xmlns:a="http://schemas.openxmlformats.org/drawingml/2006/main">
            <a:r>
              <a:t>服务｜定制方案 / 私有资产</a:t>
            </a:r>
          </a:p>
        </p:txBody>
      </p:sp>
      <p:sp>
        <p:nvSpPr>
          <p:cNvPr id="16" name="">
            <a:extLst xmlns:a="http://schemas.openxmlformats.org/drawingml/2006/main">
              <a:ext uri="{FF2B5EF4-FFF2-40B4-BE49-F238E27FC236}">
                <a16:creationId xmlns:a16="http://schemas.microsoft.com/office/drawing/2014/main" id="{18784C53-44C1-42A2-B33A-A95ACBEBF750}"/>
              </a:ext>
            </a:extLst>
          </p:cNvPr>
          <p:cNvSpPr>
            <a:spLocks xmlns:a="http://schemas.openxmlformats.org/drawingml/2006/main" noGrp="1"/>
          </p:cNvSpPr>
          <p:nvPr/>
        </p:nvSpPr>
        <p:spPr>
          <a:xfrm xmlns:a="http://schemas.openxmlformats.org/drawingml/2006/main">
            <a:off x="8801100" y="2076450"/>
            <a:ext cx="2419350" cy="2781300"/>
          </a:xfrm>
          <a:prstGeom xmlns:a="http://schemas.openxmlformats.org/drawingml/2006/main" prst="roundRect">
            <a:avLst>
              <a:gd name="adj" fmla="val 8661"/>
            </a:avLst>
          </a:prstGeom>
          <a:solidFill xmlns:a="http://schemas.openxmlformats.org/drawingml/2006/main">
            <a:srgbClr val="F7F9FC"/>
          </a:solidFill>
          <a:ln xmlns:a="http://schemas.openxmlformats.org/drawingml/2006/main" w="9525">
            <a:solidFill>
              <a:srgbClr val="DCE6F5"/>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7" name="">
            <a:extLst xmlns:a="http://schemas.openxmlformats.org/drawingml/2006/main">
              <a:ext uri="{FF2B5EF4-FFF2-40B4-BE49-F238E27FC236}">
                <a16:creationId xmlns:a16="http://schemas.microsoft.com/office/drawing/2014/main" id="{00ED2EAD-8316-4D07-B9D2-EF0FD529EFE1}"/>
              </a:ext>
            </a:extLst>
          </p:cNvPr>
          <p:cNvSpPr>
            <a:spLocks xmlns:a="http://schemas.openxmlformats.org/drawingml/2006/main" noGrp="1"/>
          </p:cNvSpPr>
          <p:nvPr/>
        </p:nvSpPr>
        <p:spPr>
          <a:xfrm xmlns:a="http://schemas.openxmlformats.org/drawingml/2006/main">
            <a:off x="9010650" y="2286000"/>
            <a:ext cx="571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i="0">
                <a:solidFill>
                  <a:srgbClr val="176BFF"/>
                </a:solidFill>
                <a:latin typeface="Microsoft YaHei"/>
                <a:ea typeface="Microsoft YaHei"/>
                <a:cs typeface="Microsoft YaHei"/>
              </a:defRPr>
            </a:pPr>
            <a:r>
              <a:rPr sz="1200" b="1" i="0">
                <a:solidFill>
                  <a:srgbClr val="176BFF"/>
                </a:solidFill>
                <a:latin typeface="Microsoft YaHei"/>
                <a:ea typeface="Microsoft YaHei"/>
                <a:cs typeface="Microsoft YaHei"/>
              </a:rPr>
              <a:t>R3</a:t>
            </a:r>
          </a:p>
        </p:txBody>
      </p:sp>
      <p:sp>
        <p:nvSpPr>
          <p:cNvPr id="18" name="">
            <a:extLst xmlns:a="http://schemas.openxmlformats.org/drawingml/2006/main">
              <a:ext uri="{FF2B5EF4-FFF2-40B4-BE49-F238E27FC236}">
                <a16:creationId xmlns:a16="http://schemas.microsoft.com/office/drawing/2014/main" id="{EFE2529C-D364-4829-A0AC-71E3C7BE2542}"/>
              </a:ext>
            </a:extLst>
          </p:cNvPr>
          <p:cNvSpPr>
            <a:spLocks xmlns:a="http://schemas.openxmlformats.org/drawingml/2006/main" noGrp="1"/>
          </p:cNvSpPr>
          <p:nvPr/>
        </p:nvSpPr>
        <p:spPr>
          <a:xfrm xmlns:a="http://schemas.openxmlformats.org/drawingml/2006/main">
            <a:off x="9010650" y="2781300"/>
            <a:ext cx="20002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550" b="1" i="0">
                <a:solidFill>
                  <a:srgbClr val="111827"/>
                </a:solidFill>
                <a:latin typeface="Microsoft YaHei"/>
                <a:ea typeface="Microsoft YaHei"/>
                <a:cs typeface="Microsoft YaHei"/>
              </a:defRPr>
            </a:pPr>
            <a:r>
              <a:rPr sz="2550" b="1" i="0">
                <a:solidFill>
                  <a:srgbClr val="111827"/>
                </a:solidFill>
                <a:latin typeface="Microsoft YaHei"/>
                <a:ea typeface="Microsoft YaHei"/>
                <a:cs typeface="Microsoft YaHei"/>
              </a:rPr>
              <a:t>生态与多端</a:t>
            </a:r>
          </a:p>
        </p:txBody>
      </p:sp>
      <p:sp>
        <p:nvSpPr>
          <p:cNvPr id="19" name="">
            <a:extLst xmlns:a="http://schemas.openxmlformats.org/drawingml/2006/main">
              <a:ext uri="{FF2B5EF4-FFF2-40B4-BE49-F238E27FC236}">
                <a16:creationId xmlns:a16="http://schemas.microsoft.com/office/drawing/2014/main" id="{D4EB2C4D-2107-42C6-974F-818DE79A7C15}"/>
              </a:ext>
            </a:extLst>
          </p:cNvPr>
          <p:cNvSpPr>
            <a:spLocks xmlns:a="http://schemas.openxmlformats.org/drawingml/2006/main" noGrp="1"/>
          </p:cNvSpPr>
          <p:nvPr/>
        </p:nvSpPr>
        <p:spPr>
          <a:xfrm xmlns:a="http://schemas.openxmlformats.org/drawingml/2006/main">
            <a:off x="9010650" y="3562350"/>
            <a:ext cx="200025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69115"/>
          </a:bodyPr>
          <a:lstStyle xmlns:a="http://schemas.openxmlformats.org/drawingml/2006/main"/>
          <a:p xmlns:a="http://schemas.openxmlformats.org/drawingml/2006/main">
            <a:r>
              <a:t>阶段 12–14｜社区供应链</a:t>
            </a:r>
          </a:p>
          <a:p xmlns:a="http://schemas.openxmlformats.org/drawingml/2006/main">
            <a:r>
              <a:t>桌面｜macOS + 移动使用器</a:t>
            </a:r>
          </a:p>
          <a:p xmlns:a="http://schemas.openxmlformats.org/drawingml/2006/main">
            <a:r>
              <a:t>商业｜权益 / 订阅 / 服务目录</a:t>
            </a:r>
          </a:p>
          <a:p xmlns:a="http://schemas.openxmlformats.org/drawingml/2006/main">
            <a:r>
              <a:t>生态｜多端分发 / 国际化</a:t>
            </a:r>
          </a:p>
        </p:txBody>
      </p:sp>
      <p:sp>
        <p:nvSpPr>
          <p:cNvPr id="20" name="">
            <a:extLst xmlns:a="http://schemas.openxmlformats.org/drawingml/2006/main">
              <a:ext uri="{FF2B5EF4-FFF2-40B4-BE49-F238E27FC236}">
                <a16:creationId xmlns:a16="http://schemas.microsoft.com/office/drawing/2014/main" id="{96CB4DB1-39DE-46AA-9842-ACA8ED2F9E1E}"/>
              </a:ext>
            </a:extLst>
          </p:cNvPr>
          <p:cNvSpPr>
            <a:spLocks xmlns:a="http://schemas.openxmlformats.org/drawingml/2006/main" noGrp="1"/>
          </p:cNvSpPr>
          <p:nvPr/>
        </p:nvSpPr>
        <p:spPr>
          <a:xfrm xmlns:a="http://schemas.openxmlformats.org/drawingml/2006/main">
            <a:off x="1676400" y="5219700"/>
            <a:ext cx="8839200" cy="685800"/>
          </a:xfrm>
          <a:prstGeom xmlns:a="http://schemas.openxmlformats.org/drawingml/2006/main" prst="roundRect">
            <a:avLst>
              <a:gd name="adj" fmla="val 25000"/>
            </a:avLst>
          </a:prstGeom>
          <a:solidFill xmlns:a="http://schemas.openxmlformats.org/drawingml/2006/main">
            <a:srgbClr val="EAF2FF"/>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40885AED-F686-45CE-BACD-85EAF9B1C6F7}"/>
              </a:ext>
            </a:extLst>
          </p:cNvPr>
          <p:cNvSpPr>
            <a:spLocks xmlns:a="http://schemas.openxmlformats.org/drawingml/2006/main" noGrp="1"/>
          </p:cNvSpPr>
          <p:nvPr/>
        </p:nvSpPr>
        <p:spPr>
          <a:xfrm xmlns:a="http://schemas.openxmlformats.org/drawingml/2006/main">
            <a:off x="1905000" y="5410200"/>
            <a:ext cx="8382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575" b="1" i="0">
                <a:solidFill>
                  <a:srgbClr val="F79009"/>
                </a:solidFill>
                <a:latin typeface="Microsoft YaHei"/>
                <a:ea typeface="Microsoft YaHei"/>
                <a:cs typeface="Microsoft YaHei"/>
              </a:defRPr>
            </a:pPr>
            <a:r>
              <a:rPr sz="1500" b="1" i="0">
                <a:solidFill>
                  <a:srgbClr val="176BFF"/>
                </a:solidFill>
                <a:latin typeface="Microsoft YaHei"/>
                <a:ea typeface="Microsoft YaHei"/>
                <a:cs typeface="Microsoft YaHei"/>
              </a:rPr>
              <a:t>每个服务方案都回流为蓝图、积木、适配器或私有资产包，形成复用飞轮</a:t>
            </a:r>
          </a:p>
        </p:txBody>
      </p:sp>
      <p:sp>
        <p:nvSpPr>
          <p:cNvPr id="22" name="">
            <a:extLst xmlns:a="http://schemas.openxmlformats.org/drawingml/2006/main">
              <a:ext uri="{FF2B5EF4-FFF2-40B4-BE49-F238E27FC236}">
                <a16:creationId xmlns:a16="http://schemas.microsoft.com/office/drawing/2014/main" id="{0FF81F25-CA1D-42EA-95BF-4FA2DCB1B727}"/>
              </a:ext>
            </a:extLst>
          </p:cNvPr>
          <p:cNvSpPr>
            <a:spLocks xmlns:a="http://schemas.openxmlformats.org/drawingml/2006/main" noGrp="1"/>
          </p:cNvSpPr>
          <p:nvPr/>
        </p:nvSpPr>
        <p:spPr>
          <a:xfrm xmlns:a="http://schemas.openxmlformats.org/drawingml/2006/main">
            <a:off x="685800" y="6496050"/>
            <a:ext cx="10820400" cy="9525"/>
          </a:xfrm>
          <a:prstGeom xmlns:a="http://schemas.openxmlformats.org/drawingml/2006/main" prst="rect">
            <a:avLst/>
          </a:prstGeom>
          <a:solidFill xmlns:a="http://schemas.openxmlformats.org/drawingml/2006/main">
            <a:srgbClr val="DCE3EC"/>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111AEA12-AB50-4D32-8FDF-96E4B5B4CC6F}"/>
              </a:ext>
            </a:extLst>
          </p:cNvPr>
          <p:cNvSpPr>
            <a:spLocks xmlns:a="http://schemas.openxmlformats.org/drawingml/2006/main" noGrp="1"/>
          </p:cNvSpPr>
          <p:nvPr/>
        </p:nvSpPr>
        <p:spPr>
          <a:xfrm xmlns:a="http://schemas.openxmlformats.org/drawingml/2006/main">
            <a:off x="685800" y="6553200"/>
            <a:ext cx="476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975" b="0" i="0">
                <a:solidFill>
                  <a:srgbClr val="98A2B3"/>
                </a:solidFill>
                <a:latin typeface="Microsoft YaHei"/>
                <a:ea typeface="Microsoft YaHei"/>
                <a:cs typeface="Microsoft YaHei"/>
              </a:defRPr>
            </a:pPr>
            <a:r>
              <a:rPr sz="975" b="0" i="0">
                <a:solidFill>
                  <a:srgbClr val="98A2B3"/>
                </a:solidFill>
                <a:latin typeface="Microsoft YaHei"/>
                <a:ea typeface="Microsoft YaHei"/>
                <a:cs typeface="Microsoft YaHei"/>
              </a:rPr>
              <a:t>Blocky Studio · Agent 搭建教育</a:t>
            </a:r>
          </a:p>
        </p:txBody>
      </p:sp>
      <p:sp>
        <p:nvSpPr>
          <p:cNvPr id="24" name="">
            <a:extLst xmlns:a="http://schemas.openxmlformats.org/drawingml/2006/main">
              <a:ext uri="{FF2B5EF4-FFF2-40B4-BE49-F238E27FC236}">
                <a16:creationId xmlns:a16="http://schemas.microsoft.com/office/drawing/2014/main" id="{515CDD87-5796-4A69-900F-7A9A60775B88}"/>
              </a:ext>
            </a:extLst>
          </p:cNvPr>
          <p:cNvSpPr>
            <a:spLocks xmlns:a="http://schemas.openxmlformats.org/drawingml/2006/main" noGrp="1"/>
          </p:cNvSpPr>
          <p:nvPr/>
        </p:nvSpPr>
        <p:spPr>
          <a:xfrm xmlns:a="http://schemas.openxmlformats.org/drawingml/2006/main">
            <a:off x="10953750" y="6553200"/>
            <a:ext cx="552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975" b="0" i="0">
                <a:solidFill>
                  <a:srgbClr val="98A2B3"/>
                </a:solidFill>
                <a:latin typeface="Microsoft YaHei"/>
                <a:ea typeface="Microsoft YaHei"/>
                <a:cs typeface="Microsoft YaHei"/>
              </a:defRPr>
            </a:pPr>
            <a:r>
              <a:rPr sz="975" b="0" i="0">
                <a:solidFill>
                  <a:srgbClr val="98A2B3"/>
                </a:solidFill>
                <a:latin typeface="Microsoft YaHei"/>
                <a:ea typeface="Microsoft YaHei"/>
                <a:cs typeface="Microsoft YaHei"/>
              </a:rPr>
              <a:t>27</a:t>
            </a:r>
          </a:p>
        </p:txBody>
      </p:sp>
      <p:pic>
        <p:nvPicPr>
          <p:cNvPr id="51" name=""/>
          <p:cNvPicPr>
            <a:picLocks xmlns:a="http://schemas.openxmlformats.org/drawingml/2006/main" noChangeAspect="1"/>
          </p:cNvPicPr>
          <p:nvPr/>
        </p:nvPicPr>
        <p:blipFill>
          <a:blip xmlns:r="http://schemas.openxmlformats.org/officeDocument/2006/relationships" xmlns:a="http://schemas.openxmlformats.org/drawingml/2006/main" r:embed="Rf5736a076d1c4353"/>
          <a:stretch xmlns:a="http://schemas.openxmlformats.org/drawingml/2006/main"/>
        </p:blipFill>
        <p:spPr>
          <a:xfrm xmlns:a="http://schemas.openxmlformats.org/drawingml/2006/main">
            <a:off x="9667875" y="228600"/>
            <a:ext cx="1504950" cy="1504950"/>
          </a:xfrm>
          <a:prstGeom xmlns:a="http://schemas.openxmlformats.org/drawingml/2006/main" prst="rect">
            <a:avLst/>
          </a:prstGeom>
        </p:spPr>
      </p:pic>
    </p:spTree>
    <p:extLst>
      <p:ext uri="{BB962C8B-B14F-4D97-AF65-F5344CB8AC3E}">
        <p14:creationId xmlns:p14="http://schemas.microsoft.com/office/powerpoint/2010/main" val="1537898588"/>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8" name="">
            <a:extLst xmlns:a="http://schemas.openxmlformats.org/drawingml/2006/main">
              <a:ext uri="{FF2B5EF4-FFF2-40B4-BE49-F238E27FC236}">
                <a16:creationId xmlns:a16="http://schemas.microsoft.com/office/drawing/2014/main" id="{B6A27B5C-FFF8-4BA6-8AA8-D1D9233B5BD9}"/>
              </a:ext>
            </a:extLst>
          </p:cNvPr>
          <p:cNvSpPr>
            <a:spLocks xmlns:a="http://schemas.openxmlformats.org/drawingml/2006/main" noGrp="1"/>
          </p:cNvSpPr>
          <p:nvPr/>
        </p:nvSpPr>
        <p:spPr>
          <a:xfrm xmlns:a="http://schemas.openxmlformats.org/drawingml/2006/main">
            <a:off x="685800" y="40005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200" b="1" i="0">
                <a:solidFill>
                  <a:srgbClr val="176BFF"/>
                </a:solidFill>
                <a:latin typeface="Microsoft YaHei"/>
                <a:ea typeface="Microsoft YaHei"/>
                <a:cs typeface="Microsoft YaHei"/>
              </a:defRPr>
            </a:pPr>
            <a:r>
              <a:rPr sz="1200" b="1" i="0">
                <a:solidFill>
                  <a:srgbClr val="176BFF"/>
                </a:solidFill>
                <a:latin typeface="Microsoft YaHei"/>
                <a:ea typeface="Microsoft YaHei"/>
                <a:cs typeface="Microsoft YaHei"/>
              </a:rPr>
              <a:t>VISION &amp; ASK · 息壤杯</a:t>
            </a:r>
          </a:p>
        </p:txBody>
      </p:sp>
      <p:sp>
        <p:nvSpPr>
          <p:cNvPr id="2" name="">
            <a:extLst xmlns:a="http://schemas.openxmlformats.org/drawingml/2006/main">
              <a:ext uri="{FF2B5EF4-FFF2-40B4-BE49-F238E27FC236}">
                <a16:creationId xmlns:a16="http://schemas.microsoft.com/office/drawing/2014/main" id="{4A8EE994-63C8-4810-8512-496778EA1524}"/>
              </a:ext>
            </a:extLst>
          </p:cNvPr>
          <p:cNvSpPr>
            <a:spLocks xmlns:a="http://schemas.openxmlformats.org/drawingml/2006/main" noGrp="1"/>
          </p:cNvSpPr>
          <p:nvPr/>
        </p:nvSpPr>
        <p:spPr>
          <a:xfrm xmlns:a="http://schemas.openxmlformats.org/drawingml/2006/main">
            <a:off x="685800" y="742950"/>
            <a:ext cx="108204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3150" b="1" i="0">
                <a:solidFill>
                  <a:srgbClr val="111827"/>
                </a:solidFill>
                <a:latin typeface="Microsoft YaHei"/>
                <a:ea typeface="Microsoft YaHei"/>
                <a:cs typeface="Microsoft YaHei"/>
              </a:defRPr>
            </a:pPr>
            <a:r>
              <a:rPr sz="2850" b="1" i="0">
                <a:solidFill>
                  <a:srgbClr val="111827"/>
                </a:solidFill>
                <a:latin typeface="Microsoft YaHei"/>
                <a:ea typeface="Microsoft YaHei"/>
                <a:cs typeface="Microsoft YaHei"/>
              </a:rPr>
              <a:t>让每个人搭建 Agent，让现有能力持续变成新积木</a:t>
            </a:r>
          </a:p>
        </p:txBody>
      </p:sp>
      <p:sp>
        <p:nvSpPr>
          <p:cNvPr id="3" name="">
            <a:extLst xmlns:a="http://schemas.openxmlformats.org/drawingml/2006/main">
              <a:ext uri="{FF2B5EF4-FFF2-40B4-BE49-F238E27FC236}">
                <a16:creationId xmlns:a16="http://schemas.microsoft.com/office/drawing/2014/main" id="{978C2394-E478-4A35-ACBE-A67CFD17036C}"/>
              </a:ext>
            </a:extLst>
          </p:cNvPr>
          <p:cNvSpPr>
            <a:spLocks xmlns:a="http://schemas.openxmlformats.org/drawingml/2006/main" noGrp="1"/>
          </p:cNvSpPr>
          <p:nvPr/>
        </p:nvSpPr>
        <p:spPr>
          <a:xfrm xmlns:a="http://schemas.openxmlformats.org/drawingml/2006/main">
            <a:off x="685800" y="2000250"/>
            <a:ext cx="5105400" cy="1428750"/>
          </a:xfrm>
          <a:prstGeom xmlns:a="http://schemas.openxmlformats.org/drawingml/2006/main" prst="roundRect">
            <a:avLst>
              <a:gd name="adj" fmla="val 13333"/>
            </a:avLst>
          </a:prstGeom>
          <a:solidFill xmlns:a="http://schemas.openxmlformats.org/drawingml/2006/main">
            <a:srgbClr val="F7F9FC"/>
          </a:solidFill>
          <a:ln xmlns:a="http://schemas.openxmlformats.org/drawingml/2006/main" w="9525">
            <a:solidFill>
              <a:srgbClr val="DCE6F5"/>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4" name="">
            <a:extLst xmlns:a="http://schemas.openxmlformats.org/drawingml/2006/main">
              <a:ext uri="{FF2B5EF4-FFF2-40B4-BE49-F238E27FC236}">
                <a16:creationId xmlns:a16="http://schemas.microsoft.com/office/drawing/2014/main" id="{FDA8FFC8-C87E-4425-842E-FF0B44101981}"/>
              </a:ext>
            </a:extLst>
          </p:cNvPr>
          <p:cNvSpPr>
            <a:spLocks xmlns:a="http://schemas.openxmlformats.org/drawingml/2006/main" noGrp="1"/>
          </p:cNvSpPr>
          <p:nvPr/>
        </p:nvSpPr>
        <p:spPr>
          <a:xfrm xmlns:a="http://schemas.openxmlformats.org/drawingml/2006/main">
            <a:off x="914400" y="2266950"/>
            <a:ext cx="438150" cy="438150"/>
          </a:xfrm>
          <a:prstGeom xmlns:a="http://schemas.openxmlformats.org/drawingml/2006/main" prst="ellipse">
            <a:avLst/>
          </a:prstGeom>
          <a:solidFill xmlns:a="http://schemas.openxmlformats.org/drawingml/2006/main">
            <a:srgbClr val="176BFF"/>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93A22C28-74B8-480B-A5F0-7E848C1209AE}"/>
              </a:ext>
            </a:extLst>
          </p:cNvPr>
          <p:cNvSpPr>
            <a:spLocks xmlns:a="http://schemas.openxmlformats.org/drawingml/2006/main" noGrp="1"/>
          </p:cNvSpPr>
          <p:nvPr/>
        </p:nvSpPr>
        <p:spPr>
          <a:xfrm xmlns:a="http://schemas.openxmlformats.org/drawingml/2006/main">
            <a:off x="914400" y="238125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275" b="1" i="0">
                <a:solidFill>
                  <a:srgbClr val="FFFFFF"/>
                </a:solidFill>
                <a:latin typeface="Microsoft YaHei"/>
                <a:ea typeface="Microsoft YaHei"/>
                <a:cs typeface="Microsoft YaHei"/>
              </a:defRPr>
            </a:pPr>
            <a:r>
              <a:rPr sz="1350" b="1" i="0">
                <a:solidFill>
                  <a:srgbClr val="176BFF"/>
                </a:solidFill>
                <a:latin typeface="Microsoft YaHei"/>
                <a:ea typeface="Microsoft YaHei"/>
                <a:cs typeface="Microsoft YaHei"/>
              </a:rPr>
              <a:t>1</a:t>
            </a:r>
          </a:p>
        </p:txBody>
      </p:sp>
      <p:sp>
        <p:nvSpPr>
          <p:cNvPr id="6" name="">
            <a:extLst xmlns:a="http://schemas.openxmlformats.org/drawingml/2006/main">
              <a:ext uri="{FF2B5EF4-FFF2-40B4-BE49-F238E27FC236}">
                <a16:creationId xmlns:a16="http://schemas.microsoft.com/office/drawing/2014/main" id="{71149FBD-B9E2-4937-8B71-F37ADC28A043}"/>
              </a:ext>
            </a:extLst>
          </p:cNvPr>
          <p:cNvSpPr>
            <a:spLocks xmlns:a="http://schemas.openxmlformats.org/drawingml/2006/main" noGrp="1"/>
          </p:cNvSpPr>
          <p:nvPr/>
        </p:nvSpPr>
        <p:spPr>
          <a:xfrm xmlns:a="http://schemas.openxmlformats.org/drawingml/2006/main">
            <a:off x="1524000" y="2228850"/>
            <a:ext cx="39433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725" b="1" i="0">
                <a:solidFill>
                  <a:srgbClr val="111827"/>
                </a:solidFill>
                <a:latin typeface="Microsoft YaHei"/>
                <a:ea typeface="Microsoft YaHei"/>
                <a:cs typeface="Microsoft YaHei"/>
              </a:defRPr>
            </a:pPr>
            <a:r>
              <a:rPr sz="1800" b="1" i="0">
                <a:solidFill>
                  <a:srgbClr val="111827"/>
                </a:solidFill>
                <a:latin typeface="Microsoft YaHei"/>
                <a:ea typeface="Microsoft YaHei"/>
                <a:cs typeface="Microsoft YaHei"/>
              </a:rPr>
              <a:t>教育价值</a:t>
            </a:r>
          </a:p>
        </p:txBody>
      </p:sp>
      <p:sp>
        <p:nvSpPr>
          <p:cNvPr id="7" name="">
            <a:extLst xmlns:a="http://schemas.openxmlformats.org/drawingml/2006/main">
              <a:ext uri="{FF2B5EF4-FFF2-40B4-BE49-F238E27FC236}">
                <a16:creationId xmlns:a16="http://schemas.microsoft.com/office/drawing/2014/main" id="{C262D701-95C6-4BED-A41F-8D6A6AF6AC1F}"/>
              </a:ext>
            </a:extLst>
          </p:cNvPr>
          <p:cNvSpPr>
            <a:spLocks xmlns:a="http://schemas.openxmlformats.org/drawingml/2006/main" noGrp="1"/>
          </p:cNvSpPr>
          <p:nvPr/>
        </p:nvSpPr>
        <p:spPr>
          <a:xfrm xmlns:a="http://schemas.openxmlformats.org/drawingml/2006/main">
            <a:off x="1524000" y="2647950"/>
            <a:ext cx="39433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67130"/>
          </a:bodyPr>
          <a:lstStyle xmlns:a="http://schemas.openxmlformats.org/drawingml/2006/main"/>
          <a:p xmlns:a="http://schemas.openxmlformats.org/drawingml/2006/main">
            <a:r>
              <a:t>学生｜理解角色、知识、工具与权限</a:t>
            </a:r>
          </a:p>
          <a:p xmlns:a="http://schemas.openxmlformats.org/drawingml/2006/main">
            <a:r>
              <a:t>教师｜课程、蓝图、作品与评价</a:t>
            </a:r>
          </a:p>
          <a:p xmlns:a="http://schemas.openxmlformats.org/drawingml/2006/main">
            <a:r>
              <a:t>机构｜可复制的 Agent 教育方案</a:t>
            </a:r>
          </a:p>
        </p:txBody>
      </p:sp>
      <p:sp>
        <p:nvSpPr>
          <p:cNvPr id="8" name="">
            <a:extLst xmlns:a="http://schemas.openxmlformats.org/drawingml/2006/main">
              <a:ext uri="{FF2B5EF4-FFF2-40B4-BE49-F238E27FC236}">
                <a16:creationId xmlns:a16="http://schemas.microsoft.com/office/drawing/2014/main" id="{DE5B7810-3F26-43BB-93A0-F55D68BF7537}"/>
              </a:ext>
            </a:extLst>
          </p:cNvPr>
          <p:cNvSpPr>
            <a:spLocks xmlns:a="http://schemas.openxmlformats.org/drawingml/2006/main" noGrp="1"/>
          </p:cNvSpPr>
          <p:nvPr/>
        </p:nvSpPr>
        <p:spPr>
          <a:xfrm xmlns:a="http://schemas.openxmlformats.org/drawingml/2006/main">
            <a:off x="6096000" y="2000250"/>
            <a:ext cx="5105400" cy="1428750"/>
          </a:xfrm>
          <a:prstGeom xmlns:a="http://schemas.openxmlformats.org/drawingml/2006/main" prst="roundRect">
            <a:avLst>
              <a:gd name="adj" fmla="val 13333"/>
            </a:avLst>
          </a:prstGeom>
          <a:solidFill xmlns:a="http://schemas.openxmlformats.org/drawingml/2006/main">
            <a:srgbClr val="F7F9FC"/>
          </a:solidFill>
          <a:ln xmlns:a="http://schemas.openxmlformats.org/drawingml/2006/main" w="9525">
            <a:solidFill>
              <a:srgbClr val="DCE6F5"/>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9" name="">
            <a:extLst xmlns:a="http://schemas.openxmlformats.org/drawingml/2006/main">
              <a:ext uri="{FF2B5EF4-FFF2-40B4-BE49-F238E27FC236}">
                <a16:creationId xmlns:a16="http://schemas.microsoft.com/office/drawing/2014/main" id="{0B718EFF-3796-4785-9452-469623611F10}"/>
              </a:ext>
            </a:extLst>
          </p:cNvPr>
          <p:cNvSpPr>
            <a:spLocks xmlns:a="http://schemas.openxmlformats.org/drawingml/2006/main" noGrp="1"/>
          </p:cNvSpPr>
          <p:nvPr/>
        </p:nvSpPr>
        <p:spPr>
          <a:xfrm xmlns:a="http://schemas.openxmlformats.org/drawingml/2006/main">
            <a:off x="6324600" y="2266950"/>
            <a:ext cx="438150" cy="438150"/>
          </a:xfrm>
          <a:prstGeom xmlns:a="http://schemas.openxmlformats.org/drawingml/2006/main" prst="ellipse">
            <a:avLst/>
          </a:prstGeom>
          <a:solidFill xmlns:a="http://schemas.openxmlformats.org/drawingml/2006/main">
            <a:srgbClr val="176BF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526341AC-2841-4CC4-9481-27E550260A74}"/>
              </a:ext>
            </a:extLst>
          </p:cNvPr>
          <p:cNvSpPr>
            <a:spLocks xmlns:a="http://schemas.openxmlformats.org/drawingml/2006/main" noGrp="1"/>
          </p:cNvSpPr>
          <p:nvPr/>
        </p:nvSpPr>
        <p:spPr>
          <a:xfrm xmlns:a="http://schemas.openxmlformats.org/drawingml/2006/main">
            <a:off x="6324600" y="238125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275" b="1" i="0">
                <a:solidFill>
                  <a:srgbClr val="FFFFFF"/>
                </a:solidFill>
                <a:latin typeface="Microsoft YaHei"/>
                <a:ea typeface="Microsoft YaHei"/>
                <a:cs typeface="Microsoft YaHei"/>
              </a:defRPr>
            </a:pPr>
            <a:r>
              <a:rPr sz="1350" b="1" i="0">
                <a:solidFill>
                  <a:srgbClr val="176BFF"/>
                </a:solidFill>
                <a:latin typeface="Microsoft YaHei"/>
                <a:ea typeface="Microsoft YaHei"/>
                <a:cs typeface="Microsoft YaHei"/>
              </a:rPr>
              <a:t>2</a:t>
            </a:r>
          </a:p>
        </p:txBody>
      </p:sp>
      <p:sp>
        <p:nvSpPr>
          <p:cNvPr id="11" name="">
            <a:extLst xmlns:a="http://schemas.openxmlformats.org/drawingml/2006/main">
              <a:ext uri="{FF2B5EF4-FFF2-40B4-BE49-F238E27FC236}">
                <a16:creationId xmlns:a16="http://schemas.microsoft.com/office/drawing/2014/main" id="{69382CA7-1DDC-4F08-83E5-C455DB14BABD}"/>
              </a:ext>
            </a:extLst>
          </p:cNvPr>
          <p:cNvSpPr>
            <a:spLocks xmlns:a="http://schemas.openxmlformats.org/drawingml/2006/main" noGrp="1"/>
          </p:cNvSpPr>
          <p:nvPr/>
        </p:nvSpPr>
        <p:spPr>
          <a:xfrm xmlns:a="http://schemas.openxmlformats.org/drawingml/2006/main">
            <a:off x="6934200" y="2228850"/>
            <a:ext cx="39433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725" b="1" i="0">
                <a:solidFill>
                  <a:srgbClr val="111827"/>
                </a:solidFill>
                <a:latin typeface="Microsoft YaHei"/>
                <a:ea typeface="Microsoft YaHei"/>
                <a:cs typeface="Microsoft YaHei"/>
              </a:defRPr>
            </a:pPr>
            <a:r>
              <a:rPr sz="1800" b="1" i="0">
                <a:solidFill>
                  <a:srgbClr val="111827"/>
                </a:solidFill>
                <a:latin typeface="Microsoft YaHei"/>
                <a:ea typeface="Microsoft YaHei"/>
                <a:cs typeface="Microsoft YaHei"/>
              </a:rPr>
              <a:t>核心创新</a:t>
            </a:r>
          </a:p>
        </p:txBody>
      </p:sp>
      <p:sp>
        <p:nvSpPr>
          <p:cNvPr id="12" name="">
            <a:extLst xmlns:a="http://schemas.openxmlformats.org/drawingml/2006/main">
              <a:ext uri="{FF2B5EF4-FFF2-40B4-BE49-F238E27FC236}">
                <a16:creationId xmlns:a16="http://schemas.microsoft.com/office/drawing/2014/main" id="{5D0B39A9-8513-47ED-A1BC-F37C3E47D708}"/>
              </a:ext>
            </a:extLst>
          </p:cNvPr>
          <p:cNvSpPr>
            <a:spLocks xmlns:a="http://schemas.openxmlformats.org/drawingml/2006/main" noGrp="1"/>
          </p:cNvSpPr>
          <p:nvPr/>
        </p:nvSpPr>
        <p:spPr>
          <a:xfrm xmlns:a="http://schemas.openxmlformats.org/drawingml/2006/main">
            <a:off x="6934200" y="2647950"/>
            <a:ext cx="39433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67130"/>
          </a:bodyPr>
          <a:lstStyle xmlns:a="http://schemas.openxmlformats.org/drawingml/2006/main"/>
          <a:p xmlns:a="http://schemas.openxmlformats.org/drawingml/2006/main">
            <a:r>
              <a:t>Scratch 式 Agent 语言</a:t>
            </a:r>
          </a:p>
          <a:p xmlns:a="http://schemas.openxmlformats.org/drawingml/2006/main">
            <a:r>
              <a:t>项目积木化引擎</a:t>
            </a:r>
          </a:p>
          <a:p xmlns:a="http://schemas.openxmlformats.org/drawingml/2006/main">
            <a:r>
              <a:t>可解释运行与稳定证据</a:t>
            </a:r>
          </a:p>
        </p:txBody>
      </p:sp>
      <p:sp>
        <p:nvSpPr>
          <p:cNvPr id="13" name="">
            <a:extLst xmlns:a="http://schemas.openxmlformats.org/drawingml/2006/main">
              <a:ext uri="{FF2B5EF4-FFF2-40B4-BE49-F238E27FC236}">
                <a16:creationId xmlns:a16="http://schemas.microsoft.com/office/drawing/2014/main" id="{8A4452A7-E5CE-4924-A445-B48DA60A6495}"/>
              </a:ext>
            </a:extLst>
          </p:cNvPr>
          <p:cNvSpPr>
            <a:spLocks xmlns:a="http://schemas.openxmlformats.org/drawingml/2006/main" noGrp="1"/>
          </p:cNvSpPr>
          <p:nvPr/>
        </p:nvSpPr>
        <p:spPr>
          <a:xfrm xmlns:a="http://schemas.openxmlformats.org/drawingml/2006/main">
            <a:off x="685800" y="3695700"/>
            <a:ext cx="5105400" cy="1428750"/>
          </a:xfrm>
          <a:prstGeom xmlns:a="http://schemas.openxmlformats.org/drawingml/2006/main" prst="roundRect">
            <a:avLst>
              <a:gd name="adj" fmla="val 13333"/>
            </a:avLst>
          </a:prstGeom>
          <a:solidFill xmlns:a="http://schemas.openxmlformats.org/drawingml/2006/main">
            <a:srgbClr val="F7F9FC"/>
          </a:solidFill>
          <a:ln xmlns:a="http://schemas.openxmlformats.org/drawingml/2006/main" w="9525">
            <a:solidFill>
              <a:srgbClr val="DCE6F5"/>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4" name="">
            <a:extLst xmlns:a="http://schemas.openxmlformats.org/drawingml/2006/main">
              <a:ext uri="{FF2B5EF4-FFF2-40B4-BE49-F238E27FC236}">
                <a16:creationId xmlns:a16="http://schemas.microsoft.com/office/drawing/2014/main" id="{B2D7D452-E553-4345-AF90-902F7EB5B858}"/>
              </a:ext>
            </a:extLst>
          </p:cNvPr>
          <p:cNvSpPr>
            <a:spLocks xmlns:a="http://schemas.openxmlformats.org/drawingml/2006/main" noGrp="1"/>
          </p:cNvSpPr>
          <p:nvPr/>
        </p:nvSpPr>
        <p:spPr>
          <a:xfrm xmlns:a="http://schemas.openxmlformats.org/drawingml/2006/main">
            <a:off x="914400" y="3962400"/>
            <a:ext cx="438150" cy="438150"/>
          </a:xfrm>
          <a:prstGeom xmlns:a="http://schemas.openxmlformats.org/drawingml/2006/main" prst="ellipse">
            <a:avLst/>
          </a:prstGeom>
          <a:solidFill xmlns:a="http://schemas.openxmlformats.org/drawingml/2006/main">
            <a:srgbClr val="176BFF"/>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2324F0E1-6D97-4839-AE0B-76B2877E1C1B}"/>
              </a:ext>
            </a:extLst>
          </p:cNvPr>
          <p:cNvSpPr>
            <a:spLocks xmlns:a="http://schemas.openxmlformats.org/drawingml/2006/main" noGrp="1"/>
          </p:cNvSpPr>
          <p:nvPr/>
        </p:nvSpPr>
        <p:spPr>
          <a:xfrm xmlns:a="http://schemas.openxmlformats.org/drawingml/2006/main">
            <a:off x="914400" y="40767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275" b="1" i="0">
                <a:solidFill>
                  <a:srgbClr val="FFFFFF"/>
                </a:solidFill>
                <a:latin typeface="Microsoft YaHei"/>
                <a:ea typeface="Microsoft YaHei"/>
                <a:cs typeface="Microsoft YaHei"/>
              </a:defRPr>
            </a:pPr>
            <a:r>
              <a:rPr sz="1350" b="1" i="0">
                <a:solidFill>
                  <a:srgbClr val="176BFF"/>
                </a:solidFill>
                <a:latin typeface="Microsoft YaHei"/>
                <a:ea typeface="Microsoft YaHei"/>
                <a:cs typeface="Microsoft YaHei"/>
              </a:rPr>
              <a:t>3</a:t>
            </a:r>
          </a:p>
        </p:txBody>
      </p:sp>
      <p:sp>
        <p:nvSpPr>
          <p:cNvPr id="16" name="">
            <a:extLst xmlns:a="http://schemas.openxmlformats.org/drawingml/2006/main">
              <a:ext uri="{FF2B5EF4-FFF2-40B4-BE49-F238E27FC236}">
                <a16:creationId xmlns:a16="http://schemas.microsoft.com/office/drawing/2014/main" id="{34753769-E44A-4AD1-B4F6-DA8F0484AE94}"/>
              </a:ext>
            </a:extLst>
          </p:cNvPr>
          <p:cNvSpPr>
            <a:spLocks xmlns:a="http://schemas.openxmlformats.org/drawingml/2006/main" noGrp="1"/>
          </p:cNvSpPr>
          <p:nvPr/>
        </p:nvSpPr>
        <p:spPr>
          <a:xfrm xmlns:a="http://schemas.openxmlformats.org/drawingml/2006/main">
            <a:off x="1524000" y="3924300"/>
            <a:ext cx="39433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725" b="1" i="0">
                <a:solidFill>
                  <a:srgbClr val="111827"/>
                </a:solidFill>
                <a:latin typeface="Microsoft YaHei"/>
                <a:ea typeface="Microsoft YaHei"/>
                <a:cs typeface="Microsoft YaHei"/>
              </a:defRPr>
            </a:pPr>
            <a:r>
              <a:rPr sz="1800" b="1" i="0">
                <a:solidFill>
                  <a:srgbClr val="111827"/>
                </a:solidFill>
                <a:latin typeface="Microsoft YaHei"/>
                <a:ea typeface="Microsoft YaHei"/>
                <a:cs typeface="Microsoft YaHei"/>
              </a:rPr>
              <a:t>商业路径</a:t>
            </a:r>
          </a:p>
        </p:txBody>
      </p:sp>
      <p:sp>
        <p:nvSpPr>
          <p:cNvPr id="17" name="">
            <a:extLst xmlns:a="http://schemas.openxmlformats.org/drawingml/2006/main">
              <a:ext uri="{FF2B5EF4-FFF2-40B4-BE49-F238E27FC236}">
                <a16:creationId xmlns:a16="http://schemas.microsoft.com/office/drawing/2014/main" id="{B50EC42B-1C31-477E-9175-1ACFD0A97C14}"/>
              </a:ext>
            </a:extLst>
          </p:cNvPr>
          <p:cNvSpPr>
            <a:spLocks xmlns:a="http://schemas.openxmlformats.org/drawingml/2006/main" noGrp="1"/>
          </p:cNvSpPr>
          <p:nvPr/>
        </p:nvSpPr>
        <p:spPr>
          <a:xfrm xmlns:a="http://schemas.openxmlformats.org/drawingml/2006/main">
            <a:off x="1524000" y="4343400"/>
            <a:ext cx="39433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67130"/>
          </a:bodyPr>
          <a:lstStyle xmlns:a="http://schemas.openxmlformats.org/drawingml/2006/main"/>
          <a:p xmlns:a="http://schemas.openxmlformats.org/drawingml/2006/main">
            <a:r>
              <a:t>个人订阅建立规模</a:t>
            </a:r>
          </a:p>
          <a:p xmlns:a="http://schemas.openxmlformats.org/drawingml/2006/main">
            <a:r>
              <a:t>机构解决方案形成复购</a:t>
            </a:r>
          </a:p>
          <a:p xmlns:a="http://schemas.openxmlformats.org/drawingml/2006/main">
            <a:r>
              <a:t>企业定制服务扩大价值</a:t>
            </a:r>
          </a:p>
        </p:txBody>
      </p:sp>
      <p:sp>
        <p:nvSpPr>
          <p:cNvPr id="18" name="">
            <a:extLst xmlns:a="http://schemas.openxmlformats.org/drawingml/2006/main">
              <a:ext uri="{FF2B5EF4-FFF2-40B4-BE49-F238E27FC236}">
                <a16:creationId xmlns:a16="http://schemas.microsoft.com/office/drawing/2014/main" id="{3A0FC9EB-61C0-4993-B35C-2BE0AF1D51BC}"/>
              </a:ext>
            </a:extLst>
          </p:cNvPr>
          <p:cNvSpPr>
            <a:spLocks xmlns:a="http://schemas.openxmlformats.org/drawingml/2006/main" noGrp="1"/>
          </p:cNvSpPr>
          <p:nvPr/>
        </p:nvSpPr>
        <p:spPr>
          <a:xfrm xmlns:a="http://schemas.openxmlformats.org/drawingml/2006/main">
            <a:off x="6096000" y="3695700"/>
            <a:ext cx="5105400" cy="1428750"/>
          </a:xfrm>
          <a:prstGeom xmlns:a="http://schemas.openxmlformats.org/drawingml/2006/main" prst="roundRect">
            <a:avLst>
              <a:gd name="adj" fmla="val 13333"/>
            </a:avLst>
          </a:prstGeom>
          <a:solidFill xmlns:a="http://schemas.openxmlformats.org/drawingml/2006/main">
            <a:srgbClr val="F7F9FC"/>
          </a:solidFill>
          <a:ln xmlns:a="http://schemas.openxmlformats.org/drawingml/2006/main" w="9525">
            <a:solidFill>
              <a:srgbClr val="DCE6F5"/>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9" name="">
            <a:extLst xmlns:a="http://schemas.openxmlformats.org/drawingml/2006/main">
              <a:ext uri="{FF2B5EF4-FFF2-40B4-BE49-F238E27FC236}">
                <a16:creationId xmlns:a16="http://schemas.microsoft.com/office/drawing/2014/main" id="{E09E6542-76CB-47D0-9041-4F49CD089E5C}"/>
              </a:ext>
            </a:extLst>
          </p:cNvPr>
          <p:cNvSpPr>
            <a:spLocks xmlns:a="http://schemas.openxmlformats.org/drawingml/2006/main" noGrp="1"/>
          </p:cNvSpPr>
          <p:nvPr/>
        </p:nvSpPr>
        <p:spPr>
          <a:xfrm xmlns:a="http://schemas.openxmlformats.org/drawingml/2006/main">
            <a:off x="6324600" y="3962400"/>
            <a:ext cx="438150" cy="438150"/>
          </a:xfrm>
          <a:prstGeom xmlns:a="http://schemas.openxmlformats.org/drawingml/2006/main" prst="ellipse">
            <a:avLst/>
          </a:prstGeom>
          <a:solidFill xmlns:a="http://schemas.openxmlformats.org/drawingml/2006/main">
            <a:srgbClr val="176BFF"/>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7A926C71-5036-45B0-8D5C-FA1AA0A169D3}"/>
              </a:ext>
            </a:extLst>
          </p:cNvPr>
          <p:cNvSpPr>
            <a:spLocks xmlns:a="http://schemas.openxmlformats.org/drawingml/2006/main" noGrp="1"/>
          </p:cNvSpPr>
          <p:nvPr/>
        </p:nvSpPr>
        <p:spPr>
          <a:xfrm xmlns:a="http://schemas.openxmlformats.org/drawingml/2006/main">
            <a:off x="6324600" y="40767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275" b="1" i="0">
                <a:solidFill>
                  <a:srgbClr val="FFFFFF"/>
                </a:solidFill>
                <a:latin typeface="Microsoft YaHei"/>
                <a:ea typeface="Microsoft YaHei"/>
                <a:cs typeface="Microsoft YaHei"/>
              </a:defRPr>
            </a:pPr>
            <a:r>
              <a:rPr sz="1350" b="1" i="0">
                <a:solidFill>
                  <a:srgbClr val="176BFF"/>
                </a:solidFill>
                <a:latin typeface="Microsoft YaHei"/>
                <a:ea typeface="Microsoft YaHei"/>
                <a:cs typeface="Microsoft YaHei"/>
              </a:rPr>
              <a:t>4</a:t>
            </a:r>
          </a:p>
        </p:txBody>
      </p:sp>
      <p:sp>
        <p:nvSpPr>
          <p:cNvPr id="21" name="">
            <a:extLst xmlns:a="http://schemas.openxmlformats.org/drawingml/2006/main">
              <a:ext uri="{FF2B5EF4-FFF2-40B4-BE49-F238E27FC236}">
                <a16:creationId xmlns:a16="http://schemas.microsoft.com/office/drawing/2014/main" id="{6969A4BE-6C95-405D-B13D-444A3D13743F}"/>
              </a:ext>
            </a:extLst>
          </p:cNvPr>
          <p:cNvSpPr>
            <a:spLocks xmlns:a="http://schemas.openxmlformats.org/drawingml/2006/main" noGrp="1"/>
          </p:cNvSpPr>
          <p:nvPr/>
        </p:nvSpPr>
        <p:spPr>
          <a:xfrm xmlns:a="http://schemas.openxmlformats.org/drawingml/2006/main">
            <a:off x="6934200" y="3924300"/>
            <a:ext cx="39433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1725" b="1" i="0">
                <a:solidFill>
                  <a:srgbClr val="111827"/>
                </a:solidFill>
                <a:latin typeface="Microsoft YaHei"/>
                <a:ea typeface="Microsoft YaHei"/>
                <a:cs typeface="Microsoft YaHei"/>
              </a:defRPr>
            </a:pPr>
            <a:r>
              <a:rPr sz="1800" b="1" i="0">
                <a:solidFill>
                  <a:srgbClr val="111827"/>
                </a:solidFill>
                <a:latin typeface="Microsoft YaHei"/>
                <a:ea typeface="Microsoft YaHei"/>
                <a:cs typeface="Microsoft YaHei"/>
              </a:rPr>
              <a:t>生态空间</a:t>
            </a:r>
          </a:p>
        </p:txBody>
      </p:sp>
      <p:sp>
        <p:nvSpPr>
          <p:cNvPr id="22" name="">
            <a:extLst xmlns:a="http://schemas.openxmlformats.org/drawingml/2006/main">
              <a:ext uri="{FF2B5EF4-FFF2-40B4-BE49-F238E27FC236}">
                <a16:creationId xmlns:a16="http://schemas.microsoft.com/office/drawing/2014/main" id="{91A712BE-4630-4C3A-BB09-CE74B5161B18}"/>
              </a:ext>
            </a:extLst>
          </p:cNvPr>
          <p:cNvSpPr>
            <a:spLocks xmlns:a="http://schemas.openxmlformats.org/drawingml/2006/main" noGrp="1"/>
          </p:cNvSpPr>
          <p:nvPr/>
        </p:nvSpPr>
        <p:spPr>
          <a:xfrm xmlns:a="http://schemas.openxmlformats.org/drawingml/2006/main">
            <a:off x="6934200" y="4343400"/>
            <a:ext cx="39433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67130"/>
          </a:bodyPr>
          <a:lstStyle xmlns:a="http://schemas.openxmlformats.org/drawingml/2006/main"/>
          <a:p xmlns:a="http://schemas.openxmlformats.org/drawingml/2006/main">
            <a:r>
              <a:t>六模板 / CLI / 4 Skills</a:t>
            </a:r>
          </a:p>
          <a:p xmlns:a="http://schemas.openxmlformats.org/drawingml/2006/main">
            <a:r>
              <a:t>社区 / AppSurface / RPA</a:t>
            </a:r>
          </a:p>
          <a:p xmlns:a="http://schemas.openxmlformats.org/drawingml/2006/main">
            <a:r>
              <a:t>桌面构建 + 移动使用</a:t>
            </a:r>
          </a:p>
        </p:txBody>
      </p:sp>
      <p:sp>
        <p:nvSpPr>
          <p:cNvPr id="23" name="">
            <a:extLst xmlns:a="http://schemas.openxmlformats.org/drawingml/2006/main">
              <a:ext uri="{FF2B5EF4-FFF2-40B4-BE49-F238E27FC236}">
                <a16:creationId xmlns:a16="http://schemas.microsoft.com/office/drawing/2014/main" id="{77BE1531-D33C-4A90-9B37-2141B9C0221C}"/>
              </a:ext>
            </a:extLst>
          </p:cNvPr>
          <p:cNvSpPr>
            <a:spLocks xmlns:a="http://schemas.openxmlformats.org/drawingml/2006/main" noGrp="1"/>
          </p:cNvSpPr>
          <p:nvPr/>
        </p:nvSpPr>
        <p:spPr>
          <a:xfrm xmlns:a="http://schemas.openxmlformats.org/drawingml/2006/main">
            <a:off x="1352550" y="5562600"/>
            <a:ext cx="9486900" cy="495300"/>
          </a:xfrm>
          <a:prstGeom xmlns:a="http://schemas.openxmlformats.org/drawingml/2006/main" prst="roundRect">
            <a:avLst>
              <a:gd name="adj" fmla="val 30769"/>
            </a:avLst>
          </a:prstGeom>
          <a:solidFill xmlns:a="http://schemas.openxmlformats.org/drawingml/2006/main">
            <a:srgbClr val="0B1220"/>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FD47111A-BC8B-4568-93D9-021AC2753CC6}"/>
              </a:ext>
            </a:extLst>
          </p:cNvPr>
          <p:cNvSpPr>
            <a:spLocks xmlns:a="http://schemas.openxmlformats.org/drawingml/2006/main" noGrp="1"/>
          </p:cNvSpPr>
          <p:nvPr/>
        </p:nvSpPr>
        <p:spPr>
          <a:xfrm xmlns:a="http://schemas.openxmlformats.org/drawingml/2006/main">
            <a:off x="1676400" y="5695950"/>
            <a:ext cx="8839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650" b="1" i="0">
                <a:solidFill>
                  <a:srgbClr val="FFFFFF"/>
                </a:solidFill>
                <a:latin typeface="Microsoft YaHei"/>
                <a:ea typeface="Microsoft YaHei"/>
                <a:cs typeface="Microsoft YaHei"/>
              </a:defRPr>
            </a:pPr>
            <a:r>
              <a:rPr sz="1425" b="1" i="0">
                <a:solidFill>
                  <a:srgbClr val="FFFFFF"/>
                </a:solidFill>
                <a:latin typeface="Microsoft YaHei"/>
                <a:ea typeface="Microsoft YaHei"/>
                <a:cs typeface="Microsoft YaHei"/>
              </a:rPr>
              <a:t>希望连接：试点教师与学校、教育机构、企业场景共创方、模型与算力、渠道与生态伙伴。</a:t>
            </a:r>
          </a:p>
        </p:txBody>
      </p:sp>
      <p:sp>
        <p:nvSpPr>
          <p:cNvPr id="25" name="">
            <a:extLst xmlns:a="http://schemas.openxmlformats.org/drawingml/2006/main">
              <a:ext uri="{FF2B5EF4-FFF2-40B4-BE49-F238E27FC236}">
                <a16:creationId xmlns:a16="http://schemas.microsoft.com/office/drawing/2014/main" id="{5D1533BF-D6C7-4A7C-A78F-589AA8E1A1E8}"/>
              </a:ext>
            </a:extLst>
          </p:cNvPr>
          <p:cNvSpPr>
            <a:spLocks xmlns:a="http://schemas.openxmlformats.org/drawingml/2006/main" noGrp="1"/>
          </p:cNvSpPr>
          <p:nvPr/>
        </p:nvSpPr>
        <p:spPr>
          <a:xfrm xmlns:a="http://schemas.openxmlformats.org/drawingml/2006/main">
            <a:off x="685800" y="6496050"/>
            <a:ext cx="10820400" cy="9525"/>
          </a:xfrm>
          <a:prstGeom xmlns:a="http://schemas.openxmlformats.org/drawingml/2006/main" prst="rect">
            <a:avLst/>
          </a:prstGeom>
          <a:solidFill xmlns:a="http://schemas.openxmlformats.org/drawingml/2006/main">
            <a:srgbClr val="DCE3EC"/>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0F028915-1625-43AF-BAE1-77E7B4A0565B}"/>
              </a:ext>
            </a:extLst>
          </p:cNvPr>
          <p:cNvSpPr>
            <a:spLocks xmlns:a="http://schemas.openxmlformats.org/drawingml/2006/main" noGrp="1"/>
          </p:cNvSpPr>
          <p:nvPr/>
        </p:nvSpPr>
        <p:spPr>
          <a:xfrm xmlns:a="http://schemas.openxmlformats.org/drawingml/2006/main">
            <a:off x="685800" y="6553200"/>
            <a:ext cx="476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975" b="0" i="0">
                <a:solidFill>
                  <a:srgbClr val="98A2B3"/>
                </a:solidFill>
                <a:latin typeface="Microsoft YaHei"/>
                <a:ea typeface="Microsoft YaHei"/>
                <a:cs typeface="Microsoft YaHei"/>
              </a:defRPr>
            </a:pPr>
            <a:r>
              <a:rPr sz="975" b="0" i="0">
                <a:solidFill>
                  <a:srgbClr val="98A2B3"/>
                </a:solidFill>
                <a:latin typeface="Microsoft YaHei"/>
                <a:ea typeface="Microsoft YaHei"/>
                <a:cs typeface="Microsoft YaHei"/>
              </a:rPr>
              <a:t>Blocky Studio · Agent 搭建与场景化服务</a:t>
            </a:r>
          </a:p>
        </p:txBody>
      </p:sp>
      <p:sp>
        <p:nvSpPr>
          <p:cNvPr id="27" name="">
            <a:extLst xmlns:a="http://schemas.openxmlformats.org/drawingml/2006/main">
              <a:ext uri="{FF2B5EF4-FFF2-40B4-BE49-F238E27FC236}">
                <a16:creationId xmlns:a16="http://schemas.microsoft.com/office/drawing/2014/main" id="{D3B49644-EB01-4511-9C5F-A6CFAC638B4A}"/>
              </a:ext>
            </a:extLst>
          </p:cNvPr>
          <p:cNvSpPr>
            <a:spLocks xmlns:a="http://schemas.openxmlformats.org/drawingml/2006/main" noGrp="1"/>
          </p:cNvSpPr>
          <p:nvPr/>
        </p:nvSpPr>
        <p:spPr>
          <a:xfrm xmlns:a="http://schemas.openxmlformats.org/drawingml/2006/main">
            <a:off x="10953750" y="6553200"/>
            <a:ext cx="552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975" b="0" i="0">
                <a:solidFill>
                  <a:srgbClr val="98A2B3"/>
                </a:solidFill>
                <a:latin typeface="Microsoft YaHei"/>
                <a:ea typeface="Microsoft YaHei"/>
                <a:cs typeface="Microsoft YaHei"/>
              </a:defRPr>
            </a:pPr>
            <a:r>
              <a:rPr sz="975" b="0" i="0">
                <a:solidFill>
                  <a:srgbClr val="98A2B3"/>
                </a:solidFill>
                <a:latin typeface="Microsoft YaHei"/>
                <a:ea typeface="Microsoft YaHei"/>
                <a:cs typeface="Microsoft YaHei"/>
              </a:rPr>
              <a:t>28</a:t>
            </a:r>
          </a:p>
        </p:txBody>
      </p:sp>
      <p:pic>
        <p:nvPicPr>
          <p:cNvPr id="57" name=""/>
          <p:cNvPicPr>
            <a:picLocks xmlns:a="http://schemas.openxmlformats.org/drawingml/2006/main" noChangeAspect="1"/>
          </p:cNvPicPr>
          <p:nvPr/>
        </p:nvPicPr>
        <p:blipFill>
          <a:blip xmlns:r="http://schemas.openxmlformats.org/officeDocument/2006/relationships" xmlns:a="http://schemas.openxmlformats.org/drawingml/2006/main" r:embed="Ra420708228da4eef"/>
          <a:stretch xmlns:a="http://schemas.openxmlformats.org/drawingml/2006/main"/>
        </p:blipFill>
        <p:spPr>
          <a:xfrm xmlns:a="http://schemas.openxmlformats.org/drawingml/2006/main">
            <a:off x="9581059" y="209550"/>
            <a:ext cx="1430931" cy="1562100"/>
          </a:xfrm>
          <a:prstGeom xmlns:a="http://schemas.openxmlformats.org/drawingml/2006/main" prst="rect">
            <a:avLst/>
          </a:prstGeom>
        </p:spPr>
      </p:pic>
    </p:spTree>
    <p:extLst>
      <p:ext uri="{BB962C8B-B14F-4D97-AF65-F5344CB8AC3E}">
        <p14:creationId xmlns:p14="http://schemas.microsoft.com/office/powerpoint/2010/main" val="164810908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2026-08-26T09:16:56.0060000Z</dcterms:created>
  <dcterms:modified xsi:type="dcterms:W3CDTF">2026-08-26T09:16:56.0060000Z</dcterms:modified>
</coreProperties>
</file>