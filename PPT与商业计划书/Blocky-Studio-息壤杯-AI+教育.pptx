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bb986a12094229" /><Relationship Type="http://schemas.openxmlformats.org/officeDocument/2006/relationships/extended-properties" Target="/docProps/app.xml" Id="R63dcf065412f4573" /><Relationship Type="http://schemas.openxmlformats.org/officeDocument/2006/relationships/officeDocument" Target="/ppt/presentation.xml" Id="Re41bcd29a2704b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2e9850dbaf4489"/>
  </p:sldMasterIdLst>
  <p:notesMasterIdLst>
    <p:notesMasterId xmlns:r="http://schemas.openxmlformats.org/officeDocument/2006/relationships" r:id="Rbf45816220a04b1b"/>
  </p:notesMasterIdLst>
  <p:sldIdLst>
    <p:sldId xmlns:r="http://schemas.openxmlformats.org/officeDocument/2006/relationships" id="256" r:id="Rbf02ec1f35b74e5d"/>
    <p:sldId xmlns:r="http://schemas.openxmlformats.org/officeDocument/2006/relationships" id="257" r:id="R785c97a38de1476f"/>
    <p:sldId xmlns:r="http://schemas.openxmlformats.org/officeDocument/2006/relationships" id="258" r:id="Rd46aae319f1b4c6c"/>
    <p:sldId xmlns:r="http://schemas.openxmlformats.org/officeDocument/2006/relationships" id="259" r:id="R72cbd5eee3504d3c"/>
    <p:sldId xmlns:r="http://schemas.openxmlformats.org/officeDocument/2006/relationships" id="260" r:id="Rcd414ea3af034763"/>
    <p:sldId xmlns:r="http://schemas.openxmlformats.org/officeDocument/2006/relationships" id="261" r:id="R8645f4b948734dda"/>
    <p:sldId xmlns:r="http://schemas.openxmlformats.org/officeDocument/2006/relationships" id="262" r:id="R0c85494e5eab4d5b"/>
    <p:sldId xmlns:r="http://schemas.openxmlformats.org/officeDocument/2006/relationships" id="263" r:id="Rcd99b4b98dcb41ea"/>
    <p:sldId xmlns:r="http://schemas.openxmlformats.org/officeDocument/2006/relationships" id="264" r:id="R249a75d84cd8487c"/>
    <p:sldId xmlns:r="http://schemas.openxmlformats.org/officeDocument/2006/relationships" id="265" r:id="Rcbbfe946a2154036"/>
    <p:sldId xmlns:r="http://schemas.openxmlformats.org/officeDocument/2006/relationships" id="266" r:id="R8a341296b22c4323"/>
    <p:sldId xmlns:r="http://schemas.openxmlformats.org/officeDocument/2006/relationships" id="267" r:id="R8b64c1f6deaa4329"/>
    <p:sldId xmlns:r="http://schemas.openxmlformats.org/officeDocument/2006/relationships" id="268" r:id="R5524a04257504975"/>
    <p:sldId xmlns:r="http://schemas.openxmlformats.org/officeDocument/2006/relationships" id="269" r:id="R82a8dc126c934b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0a89142e284ad5" /><Relationship Type="http://schemas.openxmlformats.org/officeDocument/2006/relationships/slideMaster" Target="/ppt/slideMasters/slideMaster1.xml" Id="Rda2e9850dbaf4489" /><Relationship Type="http://schemas.openxmlformats.org/officeDocument/2006/relationships/notesMaster" Target="/ppt/notesMasters/notesMaster1.xml" Id="Rbf45816220a04b1b" /><Relationship Type="http://schemas.openxmlformats.org/officeDocument/2006/relationships/presProps" Target="/ppt/presProps.xml" Id="R24327fd305224602" /><Relationship Type="http://schemas.openxmlformats.org/officeDocument/2006/relationships/tableStyles" Target="/ppt/tableStyles.xml" Id="R94b62cb854094e10" /><Relationship Type="http://schemas.openxmlformats.org/officeDocument/2006/relationships/slide" Target="/ppt/slides/slide1.xml" Id="Rbf02ec1f35b74e5d" /><Relationship Type="http://schemas.openxmlformats.org/officeDocument/2006/relationships/slide" Target="/ppt/slides/slide2.xml" Id="R785c97a38de1476f" /><Relationship Type="http://schemas.openxmlformats.org/officeDocument/2006/relationships/slide" Target="/ppt/slides/slide3.xml" Id="Rd46aae319f1b4c6c" /><Relationship Type="http://schemas.openxmlformats.org/officeDocument/2006/relationships/slide" Target="/ppt/slides/slide4.xml" Id="R72cbd5eee3504d3c" /><Relationship Type="http://schemas.openxmlformats.org/officeDocument/2006/relationships/slide" Target="/ppt/slides/slide5.xml" Id="Rcd414ea3af034763" /><Relationship Type="http://schemas.openxmlformats.org/officeDocument/2006/relationships/slide" Target="/ppt/slides/slide6.xml" Id="R8645f4b948734dda" /><Relationship Type="http://schemas.openxmlformats.org/officeDocument/2006/relationships/slide" Target="/ppt/slides/slide7.xml" Id="R0c85494e5eab4d5b" /><Relationship Type="http://schemas.openxmlformats.org/officeDocument/2006/relationships/slide" Target="/ppt/slides/slide8.xml" Id="Rcd99b4b98dcb41ea" /><Relationship Type="http://schemas.openxmlformats.org/officeDocument/2006/relationships/slide" Target="/ppt/slides/slide9.xml" Id="R249a75d84cd8487c" /><Relationship Type="http://schemas.openxmlformats.org/officeDocument/2006/relationships/slide" Target="/ppt/slides/slide10.xml" Id="Rcbbfe946a2154036" /><Relationship Type="http://schemas.openxmlformats.org/officeDocument/2006/relationships/slide" Target="/ppt/slides/slide11.xml" Id="R8a341296b22c4323" /><Relationship Type="http://schemas.openxmlformats.org/officeDocument/2006/relationships/slide" Target="/ppt/slides/slide12.xml" Id="R8b64c1f6deaa4329" /><Relationship Type="http://schemas.openxmlformats.org/officeDocument/2006/relationships/slide" Target="/ppt/slides/slide13.xml" Id="R5524a04257504975" /><Relationship Type="http://schemas.openxmlformats.org/officeDocument/2006/relationships/slide" Target="/ppt/slides/slide14.xml" Id="R82a8dc126c934b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93cd30951c40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43616c618a4852" /><Relationship Type="http://schemas.openxmlformats.org/officeDocument/2006/relationships/notesMaster" Target="/ppt/notesMasters/notesMaster1.xml" Id="Reb1471ae389e43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2068f22be24b12" /><Relationship Type="http://schemas.openxmlformats.org/officeDocument/2006/relationships/notesMaster" Target="/ppt/notesMasters/notesMaster1.xml" Id="Rce0c6ea7389b4f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50b39f74614382" /><Relationship Type="http://schemas.openxmlformats.org/officeDocument/2006/relationships/notesMaster" Target="/ppt/notesMasters/notesMaster1.xml" Id="R75839f17f79840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3b14af628841f0" /><Relationship Type="http://schemas.openxmlformats.org/officeDocument/2006/relationships/notesMaster" Target="/ppt/notesMasters/notesMaster1.xml" Id="R7aa11360e95e47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e9fec8b04145e7" /><Relationship Type="http://schemas.openxmlformats.org/officeDocument/2006/relationships/notesMaster" Target="/ppt/notesMasters/notesMaster1.xml" Id="R7e0537aada964d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16013ba63841f4" /><Relationship Type="http://schemas.openxmlformats.org/officeDocument/2006/relationships/notesMaster" Target="/ppt/notesMasters/notesMaster1.xml" Id="R45ff60b8bc9248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22792241fe4858" /><Relationship Type="http://schemas.openxmlformats.org/officeDocument/2006/relationships/notesMaster" Target="/ppt/notesMasters/notesMaster1.xml" Id="R95139773d01445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a13bf8d72d4eee" /><Relationship Type="http://schemas.openxmlformats.org/officeDocument/2006/relationships/notesMaster" Target="/ppt/notesMasters/notesMaster1.xml" Id="R1ef89257af0c40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c243eedbb145c5" /><Relationship Type="http://schemas.openxmlformats.org/officeDocument/2006/relationships/notesMaster" Target="/ppt/notesMasters/notesMaster1.xml" Id="Ra6b9ec7570154f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18b82a9cd34c23" /><Relationship Type="http://schemas.openxmlformats.org/officeDocument/2006/relationships/notesMaster" Target="/ppt/notesMasters/notesMaster1.xml" Id="Rb372b94e804444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a2b6af91434357" /><Relationship Type="http://schemas.openxmlformats.org/officeDocument/2006/relationships/notesMaster" Target="/ppt/notesMasters/notesMaster1.xml" Id="R7c9d88835fa344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0d0b00b87642e0" /><Relationship Type="http://schemas.openxmlformats.org/officeDocument/2006/relationships/notesMaster" Target="/ppt/notesMasters/notesMaster1.xml" Id="Rd8f081b9da3748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55c47c7b164ab2" /><Relationship Type="http://schemas.openxmlformats.org/officeDocument/2006/relationships/notesMaster" Target="/ppt/notesMasters/notesMaster1.xml" Id="R976f022190b841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a234fc532c46aa" /><Relationship Type="http://schemas.openxmlformats.org/officeDocument/2006/relationships/notesMaster" Target="/ppt/notesMasters/notesMaster1.xml" Id="R93442ca7f5f442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开场直接回答产品是什么：Blocky Studio 是 Scratch 式 Agent 搭建与学习软件，让学生从“使用 AI”进入“设计、搭建并负责运行 Agent”。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 AI+教育方向)</a:t>
            </a:r>
          </a:p>
          <a:p xmlns:a="http://schemas.openxmlformats.org/drawingml/2006/main">
            <a:r>
              <a:t>- D:\1Folder\Blocky-AI\doc\产品设计\Blocky-完整积木与Agent兼容设计.md (Scratch 式 Agent 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已经证明，可视积木适合把抽象编程结构转成青少年可操作的学习对象；Blocky 把这条路径延伸到 Agent 的角色、知识、工具、记忆、权限和运行轨迹。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https://scratch.mit.edu/help/about (Scratch 面向 8–16 岁，并强调创造性思考、系统化推理与协作)</a:t>
            </a:r>
          </a:p>
          <a:p xmlns:a="http://schemas.openxmlformats.org/drawingml/2006/main">
            <a:r>
              <a:t>- https://doi.org/10.1016/j.compedu.2019.103607 (K-9 学生通过 Scratch 学习计算思维的实证综述)</a:t>
            </a:r>
          </a:p>
          <a:p xmlns:a="http://schemas.openxmlformats.org/drawingml/2006/main">
            <a:r>
              <a:t>- D:\1Folder\Blocky-AI\doc\产品设计\Blocky-完整积木与Agent兼容设计.md (Scratch 式 Agent 搭建与语义设计)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全国教育体系提供广泛入口，但商业计划不把所有学校都当作首批市场。Blocky 先服务 12 岁以上学生、职教/高校入门课程与教师创作者，再连接个人高频搭建者和学校/教育机构。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D:\1Folder\Blocky-AI\doc\产品设计\Blocky-初版产品方案.md (教育用户、个人与机构服务)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产品形态坚持 Scratch 式嵌套画布，而不是通用节点连线工作流。入门七类与专业十二类共享项目格式、IR、运行内核、轨迹与权限模型。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(入门七类、专业十二类与统一语义)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课堂任务围绕“搭建—运行—解释—复盘”展开，产物不是一个问答页面，而是包含角色、资料、检索、回答规则和权限的课堂知识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五步展示把 Agent 搭建证据连续呈现：选择蓝图、修改角色/知识/工具、运行、查看轨迹、保存重开。引用、拒答和项目复现与运行证据同屏。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的差异化不是堆功能：学生操作 Scratch 式 Agent 积木，系统生成稳定 Project IR，经受控 Runtime 执行，再由 RuntimeEvent/Trace 为教师提供逐步复核，并通过版本化适配器连接六类 Agent 生态。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(可观察 Agent 语言与产品壁垒)</a:t>
            </a:r>
          </a:p>
          <a:p xmlns:a="http://schemas.openxmlformats.org/drawingml/2006/main">
            <a:r>
              <a:t>- D:\1Folder\Blocky-AI\doc\产品设计\CLI与官方Agent-Skill.md (四个官方 Skills 与共享语义)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这一页只陈述已经验收的证据：左侧是 Windows Core 尖峰的编辑、编译、运行、保存和 Host 证据；右侧是正式产品契约、正反夹具与独立文档验收。两者不等于正式产品全部完成。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(Windows Core 实证与长稳数据)</a:t>
            </a:r>
          </a:p>
          <a:p xmlns:a="http://schemas.openxmlformats.org/drawingml/2006/main">
            <a:r>
              <a:t>- D:\1Folder\Blocky-AI\doc\技术设计\正式契约\README.md (正式契约注册表)</a:t>
            </a:r>
          </a:p>
          <a:p xmlns:a="http://schemas.openxmlformats.org/drawingml/2006/main">
            <a:r>
              <a:t>- D:\1Folder\Blocky-AI\doc\验收\归档\2026-08-23\验收-Blocky阶段0契约冻结.md (独立验收结果)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四项成果都能转成课堂指标：完成一个可运行 Agent、解释关键积木和轨迹、提供可定位来源或在缺证据时拒答、保存重开后保持语义一致。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D:\1Folder\Blocky-AI\doc\技术设计\正式契约\03-交互工具运行与可观察性-v1alpha1.md (运行事件、高亮、日志与轨迹同源)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模式使用同一项目格式和运行内核：教育基础作为课堂与学习入口；教育拓展服务个人高频搭建者；学校与机构通过席位、课程、支持和私有化服务获得持续价值。页面价格来自已确认产品设计基线，不代表已产生收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(教育基础、教育拓展价格与机构方案)</a:t>
            </a:r>
          </a:p>
          <a:p xmlns:a="http://schemas.openxmlformats.org/drawingml/2006/main">
            <a:r>
              <a:t>- D:\1Folder\Blocky-AI\doc\产品设计\Blocky-完整积木与Agent兼容设计.md (商业约束与统一项目语义)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学校采用路径围绕四个阻力设计：首次使用门槛、课程资料控制、成果验收和教师复用。获客以一节 45 分钟课为单元，持续服务以教师、班级和年度机构授权为单元。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(教育场景与机构服务)</a:t>
            </a:r>
          </a:p>
          <a:p xmlns:a="http://schemas.openxmlformats.org/drawingml/2006/main">
            <a:r>
              <a:t>- D:\1Folder\Blocky-AI\doc\产品设计\Blocky-底部面板终端与日志系统设计.md (运行证据、日志脱敏与终端隔离)</a:t>
            </a:r>
          </a:p>
          <a:p xmlns:a="http://schemas.openxmlformats.org/drawingml/2006/main">
            <a:r>
              <a:t>- D:\1Folder\Blocky-AI\doc\执行计划\2026-08-23-Blocky-竞品驱动完整开发计划.md (课堂 Provider、教师/班级/作业与教育工作区路线)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里程碑不按功能数量推进，而按证据推进：初赛交付可运行产品证据，复赛形成教师共创和课堂指标，总决赛形成试点数据、机构意向与首批适配报告。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息壤杯赛事信息与惠民产品方向)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paper-cut collage illustration for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收束到产品目的、商业模式、社会价值、已验收进展和生态潜力，并把赛事诉求具体化为试点教师、合作学校、模型算力、教育渠道和孵化资源。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息壤杯惠民产品创新与孵化方向)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29e1655ca41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7df8fbab7046c3" /><Relationship Type="http://schemas.openxmlformats.org/officeDocument/2006/relationships/slideLayout" Target="/ppt/slideLayouts/slideLayout1.xml" Id="Rf4d8cd86e0a046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d8cd86e0a046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435e8534b47d1" /><Relationship Type="http://schemas.openxmlformats.org/officeDocument/2006/relationships/image" Target="/ppt/media/image.png" Id="Rc57fbb4a51c945ff" /><Relationship Type="http://schemas.openxmlformats.org/officeDocument/2006/relationships/notesSlide" Target="/ppt/notesSlides/notesSlide1.xml" Id="R7d6564a2d06247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6fb6dae954c41" /><Relationship Type="http://schemas.openxmlformats.org/officeDocument/2006/relationships/image" Target="/ppt/media/image2.png" Id="R9434dc5467774a4e" /><Relationship Type="http://schemas.openxmlformats.org/officeDocument/2006/relationships/notesSlide" Target="/ppt/notesSlides/notesSlide2.xml" Id="R227e4cf62e3745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cddbff9ea4ccb" /><Relationship Type="http://schemas.openxmlformats.org/officeDocument/2006/relationships/notesSlide" Target="/ppt/notesSlides/notesSlide3.xml" Id="Rba76b77335564b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e9d4213e84382" /><Relationship Type="http://schemas.openxmlformats.org/officeDocument/2006/relationships/image" Target="/ppt/media/image3.png" Id="R401829974790487b" /><Relationship Type="http://schemas.openxmlformats.org/officeDocument/2006/relationships/notesSlide" Target="/ppt/notesSlides/notesSlide4.xml" Id="R0967b9d9b2c946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b80c8c4b64d8e" /><Relationship Type="http://schemas.openxmlformats.org/officeDocument/2006/relationships/image" Target="/ppt/media/image4.png" Id="R38f8c45625904eca" /><Relationship Type="http://schemas.openxmlformats.org/officeDocument/2006/relationships/notesSlide" Target="/ppt/notesSlides/notesSlide5.xml" Id="Rb90e9488beaf4b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bcad845224c99" /><Relationship Type="http://schemas.openxmlformats.org/officeDocument/2006/relationships/notesSlide" Target="/ppt/notesSlides/notesSlide6.xml" Id="Rf5891a4026e143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ee4e45eb54a38" /><Relationship Type="http://schemas.openxmlformats.org/officeDocument/2006/relationships/notesSlide" Target="/ppt/notesSlides/notesSlide7.xml" Id="R69295c8d7aeb46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b04da6a89645e0" /><Relationship Type="http://schemas.openxmlformats.org/officeDocument/2006/relationships/notesSlide" Target="/ppt/notesSlides/notesSlide8.xml" Id="R1d3ed9ea3e5948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029b1e99cc47fa" /><Relationship Type="http://schemas.openxmlformats.org/officeDocument/2006/relationships/image" Target="/ppt/media/image5.png" Id="Re9a3da76051d48c4" /><Relationship Type="http://schemas.openxmlformats.org/officeDocument/2006/relationships/notesSlide" Target="/ppt/notesSlides/notesSlide9.xml" Id="R3b0f4cdd3f754f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6d6a2b2824d1a" /><Relationship Type="http://schemas.openxmlformats.org/officeDocument/2006/relationships/image" Target="/ppt/media/image6.png" Id="Refc71f30bfac4807" /><Relationship Type="http://schemas.openxmlformats.org/officeDocument/2006/relationships/notesSlide" Target="/ppt/notesSlides/notesSlide10.xml" Id="R7b61ad4cda944c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acd7428ee453b" /><Relationship Type="http://schemas.openxmlformats.org/officeDocument/2006/relationships/notesSlide" Target="/ppt/notesSlides/notesSlide11.xml" Id="R51da4772680344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bae30cf045db" /><Relationship Type="http://schemas.openxmlformats.org/officeDocument/2006/relationships/image" Target="/ppt/media/image7.png" Id="R5fd8137a0e874a9f" /><Relationship Type="http://schemas.openxmlformats.org/officeDocument/2006/relationships/notesSlide" Target="/ppt/notesSlides/notesSlide12.xml" Id="R5e693f4e3cad426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b183ee4d104290" /><Relationship Type="http://schemas.openxmlformats.org/officeDocument/2006/relationships/image" Target="/ppt/media/image8.png" Id="Rb5d57ca788284a67" /><Relationship Type="http://schemas.openxmlformats.org/officeDocument/2006/relationships/notesSlide" Target="/ppt/notesSlides/notesSlide13.xml" Id="R731ec3e6da1044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41b3540e54fce" /><Relationship Type="http://schemas.openxmlformats.org/officeDocument/2006/relationships/image" Target="/ppt/media/image9.png" Id="Rfa98f0c6110f47b8" /><Relationship Type="http://schemas.openxmlformats.org/officeDocument/2006/relationships/notesSlide" Target="/ppt/notesSlides/notesSlide14.xml" Id="R777136ad0b1e4f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fbb4a51c945ff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搭建与学习软件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课堂可验收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把“只会提问”升级为能设计角色、知识、工具、权限并解释运行过程。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已证明积木式编程启蒙；Agent 教育仍缺同级工具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学生已会“用 AI”，却很难看见角色、知识、工具、记忆与权限如何组成可运行系统。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 8–16 岁，用可视积木学习创造、系统化推理与协作。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聊天界面呈现输入与答案，却不呈现 Agent 结构、工具调用与责任边界。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 Scratch 式积木组合角色、知识、记忆、工具与权限，并用轨迹解释运行。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4dc5467774a4e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教育入口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先进入可验证课堂，再扩大个人与机构市场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教育体系提供广泛入口；Blocky 的切入点是一节 45 分钟、四项成果可验收的 Agent 课程。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目标使用者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12 岁以上学生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职教与高校 Agent 入门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教师与课程创作者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采用与付费者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个人高频 Agent 搭建者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学校与教育机构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课程、支持与私有化服务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语言，连接课堂入门与专业工程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829974790487b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100 积木运行实证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45 分钟课堂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分钟课，完成从搭建到证据复盘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学生组合角色、资料检索、回答规则与权限，再用运行轨迹解释系统如何工作。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教师给任务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明确问题与边界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运行与核验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讲解与复盘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8c45625904eca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三分钟闭环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用确定性本地运行把“选蓝图—改积木—跑 Agent—看轨迹—存项目”连续呈现。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+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核心壁垒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差异不是多一个 AI 功能，而是把 Agent 变成可学习的工程对象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对话产品只给结果，代码框架依赖配置；Blocky 让结构、运行、权限与证据进入同一可视课堂。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式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学生可读可改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Project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系统校验语义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权限与预算有界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RuntimeEvent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&amp;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教师逐步复核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可逆兼容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模板 / 原生往返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语义贯通桌面、CLI、4 个官方 Skills 与 6 类兼容模板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read · write · edit ·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PROGRESS · 已验收进展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执行能力用实证说话：运行尖峰与正式契约两轮验收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运行实证覆盖编辑—编译—运行—保存；契约验收覆盖项目—交互—诊断—权限。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正式产品契约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3da76051d48c4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OUTCOME · 可验收学习成果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课堂价值可量化：搭建、解释、引用、复现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四项结果对应四个可观察证据，教师无需只凭“答案像不像”判断学习效果。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完成一个可运行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能指认关键积木与运行轨迹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回答含可定位来源；证据不足会拒答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 Agent 语义一致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课堂验收表：完成率 · 解释率 · 引用可定位率 · 保存复现率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71f30bfac4807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收入路径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免费课堂入口，个人订阅与机构授权形成收入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学习与获客入口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基础 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教育拓展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个人高频搭建者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¥128/月｜连续包月 ¥98｜¥980/年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席位 + 课程 + 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同一项目格式与运行内核；收入来自扩展能力、课程与持续服务，不靠锁住用户作品。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学校采用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用低门槛、可控、可验收、可复用，跨过学校采用门槛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低门槛开始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一节课即可进入搭建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教师可控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锁定资料与蓝图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明确课程回答边界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成果可验收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搭建、解释、引用、复现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四项结果都有证据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能力可复用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教师复用课程与蓝图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班级、作业与年度服务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获客单元：一节 45 分钟课；复购单元：教师、班级与年度机构服务。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8137a0e874a9f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MILESTONES · 商业证据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每一赛程都交付一个可验证的产品与商业证据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从运行闭环，到教师共创，再到机构合作与生态适配。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 分钟搭建闭环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演示视频 + 商业计划书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门槛：可运行、可解释、可保存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课堂证据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45 分钟课 + 四项指标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门槛：完成率、解释率、引用可定位率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商业证据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试点数据 + 机构意向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 / Codex 适配报告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门槛：教师复用、机构合作、兼容边界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增长飞轮：课堂试点 → 教师复用 → 机构授权 → 六模板 / 四 Skills 生态扩张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57ca788284a67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VISION &amp; ASK · 赛事诉求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把系统设计、运行解释与责任边界，变成每个学生都能掌握的 Agent 素养。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8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→ 稳定 IR → RuntimeEvent / Trace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教育基础 → 个人订阅 → 学校 /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从会用 AI 到会设计、搭建并负责运行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实证基础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360 次循环 · 30 分长稳 · 100 积木 · 30 次 Host 重载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生态潜力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 类兼容模板 · Agent CLI · 4 Skills ·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希望赛事连接：3–5 位试点教师、合作学校、模型与算力、教育渠道与孵化资源。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8f0c6110f47b8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2026-08-24T18:02:45.1560000Z</dcterms:created>
  <dcterms:modified xsi:type="dcterms:W3CDTF">2026-08-24T18:02:45.1560000Z</dcterms:modified>
</coreProperties>
</file>