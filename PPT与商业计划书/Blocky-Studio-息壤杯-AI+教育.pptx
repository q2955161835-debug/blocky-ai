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3cd988b7aa47dc" /><Relationship Type="http://schemas.openxmlformats.org/officeDocument/2006/relationships/extended-properties" Target="/docProps/app.xml" Id="R78aaf3e498a14e01" /><Relationship Type="http://schemas.openxmlformats.org/officeDocument/2006/relationships/officeDocument" Target="/ppt/presentation.xml" Id="R824d69f91ee047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1829d4cbbb4c03"/>
  </p:sldMasterIdLst>
  <p:notesMasterIdLst>
    <p:notesMasterId xmlns:r="http://schemas.openxmlformats.org/officeDocument/2006/relationships" r:id="R5f795b05718740fa"/>
  </p:notesMasterIdLst>
  <p:sldIdLst>
    <p:sldId xmlns:r="http://schemas.openxmlformats.org/officeDocument/2006/relationships" id="256" r:id="R172f975f21264b74"/>
    <p:sldId xmlns:r="http://schemas.openxmlformats.org/officeDocument/2006/relationships" id="257" r:id="R17adb4b382cc4aa3"/>
    <p:sldId xmlns:r="http://schemas.openxmlformats.org/officeDocument/2006/relationships" id="258" r:id="Rc054695ce80b49cd"/>
    <p:sldId xmlns:r="http://schemas.openxmlformats.org/officeDocument/2006/relationships" id="259" r:id="R34a502912e6a4242"/>
    <p:sldId xmlns:r="http://schemas.openxmlformats.org/officeDocument/2006/relationships" id="260" r:id="R916dfa9d347a46e1"/>
    <p:sldId xmlns:r="http://schemas.openxmlformats.org/officeDocument/2006/relationships" id="261" r:id="Ra8b60386b03a41ae"/>
    <p:sldId xmlns:r="http://schemas.openxmlformats.org/officeDocument/2006/relationships" id="262" r:id="Rf8f47416929d4993"/>
    <p:sldId xmlns:r="http://schemas.openxmlformats.org/officeDocument/2006/relationships" id="263" r:id="Rd14d80da36024db7"/>
    <p:sldId xmlns:r="http://schemas.openxmlformats.org/officeDocument/2006/relationships" id="264" r:id="R172c26050f41489b"/>
    <p:sldId xmlns:r="http://schemas.openxmlformats.org/officeDocument/2006/relationships" id="265" r:id="Ra0fb83e35bac411d"/>
    <p:sldId xmlns:r="http://schemas.openxmlformats.org/officeDocument/2006/relationships" id="266" r:id="Ra84d2581db2a4ae8"/>
    <p:sldId xmlns:r="http://schemas.openxmlformats.org/officeDocument/2006/relationships" id="267" r:id="R62475d8a531943dc"/>
    <p:sldId xmlns:r="http://schemas.openxmlformats.org/officeDocument/2006/relationships" id="268" r:id="R5805efffa6074af6"/>
    <p:sldId xmlns:r="http://schemas.openxmlformats.org/officeDocument/2006/relationships" id="269" r:id="Rff63d31554bd4c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e976eda6b94b56" /><Relationship Type="http://schemas.openxmlformats.org/officeDocument/2006/relationships/slideMaster" Target="/ppt/slideMasters/slideMaster1.xml" Id="R5d1829d4cbbb4c03" /><Relationship Type="http://schemas.openxmlformats.org/officeDocument/2006/relationships/notesMaster" Target="/ppt/notesMasters/notesMaster1.xml" Id="R5f795b05718740fa" /><Relationship Type="http://schemas.openxmlformats.org/officeDocument/2006/relationships/presProps" Target="/ppt/presProps.xml" Id="R4de0b37f8eac44df" /><Relationship Type="http://schemas.openxmlformats.org/officeDocument/2006/relationships/tableStyles" Target="/ppt/tableStyles.xml" Id="R22b06769107c4497" /><Relationship Type="http://schemas.openxmlformats.org/officeDocument/2006/relationships/slide" Target="/ppt/slides/slide1.xml" Id="R172f975f21264b74" /><Relationship Type="http://schemas.openxmlformats.org/officeDocument/2006/relationships/slide" Target="/ppt/slides/slide2.xml" Id="R17adb4b382cc4aa3" /><Relationship Type="http://schemas.openxmlformats.org/officeDocument/2006/relationships/slide" Target="/ppt/slides/slide3.xml" Id="Rc054695ce80b49cd" /><Relationship Type="http://schemas.openxmlformats.org/officeDocument/2006/relationships/slide" Target="/ppt/slides/slide4.xml" Id="R34a502912e6a4242" /><Relationship Type="http://schemas.openxmlformats.org/officeDocument/2006/relationships/slide" Target="/ppt/slides/slide5.xml" Id="R916dfa9d347a46e1" /><Relationship Type="http://schemas.openxmlformats.org/officeDocument/2006/relationships/slide" Target="/ppt/slides/slide6.xml" Id="Ra8b60386b03a41ae" /><Relationship Type="http://schemas.openxmlformats.org/officeDocument/2006/relationships/slide" Target="/ppt/slides/slide7.xml" Id="Rf8f47416929d4993" /><Relationship Type="http://schemas.openxmlformats.org/officeDocument/2006/relationships/slide" Target="/ppt/slides/slide8.xml" Id="Rd14d80da36024db7" /><Relationship Type="http://schemas.openxmlformats.org/officeDocument/2006/relationships/slide" Target="/ppt/slides/slide9.xml" Id="R172c26050f41489b" /><Relationship Type="http://schemas.openxmlformats.org/officeDocument/2006/relationships/slide" Target="/ppt/slides/slide10.xml" Id="Ra0fb83e35bac411d" /><Relationship Type="http://schemas.openxmlformats.org/officeDocument/2006/relationships/slide" Target="/ppt/slides/slide11.xml" Id="Ra84d2581db2a4ae8" /><Relationship Type="http://schemas.openxmlformats.org/officeDocument/2006/relationships/slide" Target="/ppt/slides/slide12.xml" Id="R62475d8a531943dc" /><Relationship Type="http://schemas.openxmlformats.org/officeDocument/2006/relationships/slide" Target="/ppt/slides/slide13.xml" Id="R5805efffa6074af6" /><Relationship Type="http://schemas.openxmlformats.org/officeDocument/2006/relationships/slide" Target="/ppt/slides/slide14.xml" Id="Rff63d31554bd4c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6409be442b47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ba908920f94d71" /><Relationship Type="http://schemas.openxmlformats.org/officeDocument/2006/relationships/notesMaster" Target="/ppt/notesMasters/notesMaster1.xml" Id="R820f7ba0ccc4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8e8e38b2184eeb" /><Relationship Type="http://schemas.openxmlformats.org/officeDocument/2006/relationships/notesMaster" Target="/ppt/notesMasters/notesMaster1.xml" Id="R5d3cb8f13dda4d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9ec6da1c224104" /><Relationship Type="http://schemas.openxmlformats.org/officeDocument/2006/relationships/notesMaster" Target="/ppt/notesMasters/notesMaster1.xml" Id="R0a4ba9faaab54b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59cf108f9149ed" /><Relationship Type="http://schemas.openxmlformats.org/officeDocument/2006/relationships/notesMaster" Target="/ppt/notesMasters/notesMaster1.xml" Id="Red7c2a51400349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b8aef324e3422e" /><Relationship Type="http://schemas.openxmlformats.org/officeDocument/2006/relationships/notesMaster" Target="/ppt/notesMasters/notesMaster1.xml" Id="R969c3dc30b1747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21e277cb6c4923" /><Relationship Type="http://schemas.openxmlformats.org/officeDocument/2006/relationships/notesMaster" Target="/ppt/notesMasters/notesMaster1.xml" Id="Rf48d68882d3d42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39fb9d4640489f" /><Relationship Type="http://schemas.openxmlformats.org/officeDocument/2006/relationships/notesMaster" Target="/ppt/notesMasters/notesMaster1.xml" Id="R4ed7b022c3794e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cc8625c6a84d44" /><Relationship Type="http://schemas.openxmlformats.org/officeDocument/2006/relationships/notesMaster" Target="/ppt/notesMasters/notesMaster1.xml" Id="R4e6db392ab5a47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c6374e15934d72" /><Relationship Type="http://schemas.openxmlformats.org/officeDocument/2006/relationships/notesMaster" Target="/ppt/notesMasters/notesMaster1.xml" Id="R22ff5e6d970a49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80f525fc8b4c52" /><Relationship Type="http://schemas.openxmlformats.org/officeDocument/2006/relationships/notesMaster" Target="/ppt/notesMasters/notesMaster1.xml" Id="Rf63db6446a2349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31e548bd1945f2" /><Relationship Type="http://schemas.openxmlformats.org/officeDocument/2006/relationships/notesMaster" Target="/ppt/notesMasters/notesMaster1.xml" Id="R42c461d957e442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67a6f15ea84b3f" /><Relationship Type="http://schemas.openxmlformats.org/officeDocument/2006/relationships/notesMaster" Target="/ppt/notesMasters/notesMaster1.xml" Id="Ra53167c1250945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012c8a839d4ce3" /><Relationship Type="http://schemas.openxmlformats.org/officeDocument/2006/relationships/notesMaster" Target="/ppt/notesMasters/notesMaster1.xml" Id="Rca7ecf1b4a4140b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207d82e1414534" /><Relationship Type="http://schemas.openxmlformats.org/officeDocument/2006/relationships/notesMaster" Target="/ppt/notesMasters/notesMaster1.xml" Id="Rf8781479987e4a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开场只讲一句：教育场景真正需要的是把 AI 的构造过程交还给学生。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D:\1Folder\Blocky-AI\README.md (Blocky 产品定位与当前状态)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三个痛点对应三类现有入口，不点名竞品；结论是教育需要新的表达层。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(目标用户、教育问题与交互定位)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数字是全国教育体系基础盘，不做 TAM 推算。重点是政策方向与 Blocky 的目标人群匹配。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(教育强国建设规划纲要与教育数字化、AI 助教助学方向)</a:t>
            </a:r>
          </a:p>
          <a:p xmlns:a="http://schemas.openxmlformats.org/drawingml/2006/main">
            <a:r>
              <a:t>- D:\1Folder\Blocky-AI\doc\产品设计\Blocky-初版产品方案.md (首批教育用户)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七类词汇要按学习任务来讲。专业能力不是另一套产品，而是同一语义逐步解锁。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(入门七类与专业十二类)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这是首个课堂 POC 场景。老师掌握资料边界，学生掌握系统构造和解释。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资料问答伙伴闭环)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这页是演示视频脚本骨架。首轮不铺全功能，只证明完整闭环和诚实的失败行为。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Demo 旅程与固定夹具)</a:t>
            </a:r>
          </a:p>
          <a:p xmlns:a="http://schemas.openxmlformats.org/drawingml/2006/main">
            <a:r>
              <a:t>- D:\1Folder\Blocky-AI\doc\技术设计\正式契约\07-阶段1-Demo接口交接.md (阶段 1 接口与替换边界)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 Blocky 的技术护城河：教育交互与工程确定性是一条链，不是两套故事。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(积木语义与项目格式)</a:t>
            </a:r>
          </a:p>
          <a:p xmlns:a="http://schemas.openxmlformats.org/drawingml/2006/main">
            <a:r>
              <a:t>- D:\1Folder\Blocky-AI\doc\技术设计\Windows-Core技术尖峰报告.md (稳定 IR、运行时与轨迹验证)</a:t>
            </a:r>
          </a:p>
          <a:p xmlns:a="http://schemas.openxmlformats.org/drawingml/2006/main">
            <a:r>
              <a:t>- D:\1Folder\Blocky-AI\doc\产品设计\Blocky-GitHub项目积木化与Agent组件设计.md (可解释转换与来源证据)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这是一张定位图，不使用未经验证的竞品打分。Blocky 的核心是同一底座覆盖入门到专业。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(竞品交互范式研究与产品边界)</a:t>
            </a:r>
          </a:p>
          <a:p xmlns:a="http://schemas.openxmlformats.org/drawingml/2006/main">
            <a:r>
              <a:t>- D:\1Folder\Blocky-AI\doc\产品设计\Blocky-完整积木与Agent兼容设计.md (教育/专业同一 Workspace、IR 与项目格式)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长稳数据绑定到原精确提交，不描述成当前版本重跑。阶段 1 仍是下一步。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(尖峰验证范围、360 次循环与边界)</a:t>
            </a:r>
          </a:p>
          <a:p xmlns:a="http://schemas.openxmlformats.org/drawingml/2006/main">
            <a:r>
              <a:t>- D:\1Folder\Blocky-AI\doc\验收\归档\2026-08-10\验收-Windows-Core技术尖峰.md (L3 尖峰验收)</a:t>
            </a:r>
          </a:p>
          <a:p xmlns:a="http://schemas.openxmlformats.org/drawingml/2006/main">
            <a:r>
              <a:t>- D:\1Folder\Blocky-AI\doc\验收\归档\2026-08-23\验收-Blocky阶段0契约冻结.md (阶段 0 v1alpha1 契约验收)</a:t>
            </a:r>
          </a:p>
          <a:p xmlns:a="http://schemas.openxmlformats.org/drawingml/2006/main">
            <a:r>
              <a:t>- D:\1Folder\Blocky-AI\doc\产品设计\Blocky-状态与阶段替换账本.md (正式能力未实现清单)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应用成效以可验收行为表述。真实课堂数据要在后续教师试点后补充。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验收旅程)</a:t>
            </a:r>
          </a:p>
          <a:p xmlns:a="http://schemas.openxmlformats.org/drawingml/2006/main">
            <a:r>
              <a:t>- D:\1Folder\Blocky-AI\doc\技术设计\正式契约\07-阶段1-Demo接口交接.md (固定夹具与失败语义)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商业路径遵循先产品价值、后收入验证。教育扩展价格只作为内部设计基线，不当作已验证价格。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(教育基础版、教育扩展版与价格设计基线)</a:t>
            </a:r>
          </a:p>
          <a:p xmlns:a="http://schemas.openxmlformats.org/drawingml/2006/main">
            <a:r>
              <a:t>- D:\1Folder\Blocky-AI\doc\执行计划\2026-08-23-Blocky-竞品驱动完整开发计划.md (教育工作区与阶段门禁)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安全不是附录，而是教育目标的一部分。所有秘密只进入 Host 安全存储或本地忽略配置。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(秘密、设置层级与 Host 安全存储边界)</a:t>
            </a:r>
          </a:p>
          <a:p xmlns:a="http://schemas.openxmlformats.org/drawingml/2006/main">
            <a:r>
              <a:t>- D:\1Folder\Blocky-AI\doc\产品设计\Blocky-底部面板终端与日志系统设计.md (日志脱敏、终端隔离与审计边界)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官方赛程是 7 月报名、8 月初赛、9 月复赛、11 月初总决赛。项目路线按此拟定，但不绕过既有阶段门禁。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(阶段 1、阶段 3–7 与阶段 10 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收束到赛事五个评估维度，并给出明确资源诉求。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(创新性、商业模式、社会价值、应用成效、孵化推广潜力等评估维度与赛事资源)</a:t>
            </a:r>
          </a:p>
          <a:p xmlns:a="http://schemas.openxmlformats.org/drawingml/2006/main">
            <a:r>
              <a:t>- D:\1Folder\Blocky-AI\README.md (Blocky 产品愿景与当前阶段)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fdeae3c614c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c968a7bcb64853" /><Relationship Type="http://schemas.openxmlformats.org/officeDocument/2006/relationships/slideLayout" Target="/ppt/slideLayouts/slideLayout1.xml" Id="R1d7c2a99d1714a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7c2a99d1714a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97a72dc8742ec" /><Relationship Type="http://schemas.openxmlformats.org/officeDocument/2006/relationships/image" Target="/ppt/media/image.png" Id="R5bff68be09f74600" /><Relationship Type="http://schemas.openxmlformats.org/officeDocument/2006/relationships/notesSlide" Target="/ppt/notesSlides/notesSlide1.xml" Id="R0964ffd9566b42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d918bee1c460e" /><Relationship Type="http://schemas.openxmlformats.org/officeDocument/2006/relationships/notesSlide" Target="/ppt/notesSlides/notesSlide2.xml" Id="Rfc6a4259245a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0821f52684897" /><Relationship Type="http://schemas.openxmlformats.org/officeDocument/2006/relationships/notesSlide" Target="/ppt/notesSlides/notesSlide3.xml" Id="R4e174263ba5041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eb253ca814970" /><Relationship Type="http://schemas.openxmlformats.org/officeDocument/2006/relationships/image" Target="/ppt/media/image2.png" Id="R7521a99cb6154abc" /><Relationship Type="http://schemas.openxmlformats.org/officeDocument/2006/relationships/notesSlide" Target="/ppt/notesSlides/notesSlide4.xml" Id="Rcdfaee3c447748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c4cfff88c4248" /><Relationship Type="http://schemas.openxmlformats.org/officeDocument/2006/relationships/notesSlide" Target="/ppt/notesSlides/notesSlide5.xml" Id="R3c88957e66d84e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36d1d486046a3" /><Relationship Type="http://schemas.openxmlformats.org/officeDocument/2006/relationships/notesSlide" Target="/ppt/notesSlides/notesSlide6.xml" Id="Ra83de793466b48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13d7d6d004aa9" /><Relationship Type="http://schemas.openxmlformats.org/officeDocument/2006/relationships/notesSlide" Target="/ppt/notesSlides/notesSlide7.xml" Id="R5868428480ad40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860b8890f4c57" /><Relationship Type="http://schemas.openxmlformats.org/officeDocument/2006/relationships/notesSlide" Target="/ppt/notesSlides/notesSlide8.xml" Id="Rb73c13043c304a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52a2e9544b5d" /><Relationship Type="http://schemas.openxmlformats.org/officeDocument/2006/relationships/image" Target="/ppt/media/image3.png" Id="R09032676287c4392" /><Relationship Type="http://schemas.openxmlformats.org/officeDocument/2006/relationships/notesSlide" Target="/ppt/notesSlides/notesSlide9.xml" Id="R561430b0e25243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fe25a6f6b46d7" /><Relationship Type="http://schemas.openxmlformats.org/officeDocument/2006/relationships/notesSlide" Target="/ppt/notesSlides/notesSlide10.xml" Id="Rcc3ac5d74f3245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ff8d3c4a646a3" /><Relationship Type="http://schemas.openxmlformats.org/officeDocument/2006/relationships/notesSlide" Target="/ppt/notesSlides/notesSlide11.xml" Id="R39ede6b5e6744b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d304a04d04cf9" /><Relationship Type="http://schemas.openxmlformats.org/officeDocument/2006/relationships/notesSlide" Target="/ppt/notesSlides/notesSlide12.xml" Id="Re0f09b29a57045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27656db0641eb" /><Relationship Type="http://schemas.openxmlformats.org/officeDocument/2006/relationships/notesSlide" Target="/ppt/notesSlides/notesSlide13.xml" Id="Rba536af2da824f1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c1b1862ee488b" /><Relationship Type="http://schemas.openxmlformats.org/officeDocument/2006/relationships/notesSlide" Target="/ppt/notesSlides/notesSlide14.xml" Id="Rc3f56e13a20043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f68be09f74600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让学生不只会用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更能搭出、看懂、讲清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AI 创作软件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提案 · 教育优先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把黑箱式“使用 AI”，变成可观察、可解释、可复现的创造过程。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进课堂后，学习过程反而更容易变成黑箱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学生可能拿到更快的答案，却没有真正理解系统如何做出答案。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会问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结果很快，角色、知识、工具与权限如何协作却不可见。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会连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通过节点与连线组织流程
参数复杂，初学者门槛高
本产品不采用这种交互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会写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表达力强，但入门门槛高
课堂时间易耗在
环境配置与语法上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教育真正缺的，不是另一个回答器；而是一种能让学生看见过程、解释过程、重做过程的 AI 创作工具。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政策与规模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素养正在从“会使用”升级到“会理解、会创造、会负责”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全国教育体系规模口径，仅用于说明基础覆盖面，不等同于 Blocky 的可服务市场或收入预测。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国家教育数字化持续推进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人工智能助力教育变革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强化师生数字素养与技能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同步强调安全、伦理与规范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Blocky 的首批人群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职业教育与高校 AI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需要设计 AI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产品形态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把 AI 系统变成学生看得见的积木语言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不是节点连线壳，也不是提示词黑箱；每个能力都能被选择、组合、运行和解释。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1a99cb6154abc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技术尖峰画面 · 非正式产品界面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入门视图：七类任务语言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244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教育视图与专业视图共享项目格式、运行内核和安全模型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教育场景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分钟课，完成“课堂知识小老师”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把课程资料变成可追溯问答伙伴，让学生同时练习构造、验证与表达。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老师准备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定义回答边界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答案带引用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讲解反思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解释回答或拒答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可验证学习结果：搭得出  ·  说得清  ·  引得准  · 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· 首轮交付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 POC 只验证一个完整闭环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 1 计划：用确定性本地夹具完成“创建—运行—解释—保存—重开”。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资料问答伙伴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编辑积木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风格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运行回答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观察轨迹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绿 / 黄 / 红状态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无密钥也能演示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无证据就拒答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不把幻觉包装成学习结果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重开仍可复现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POC 计划，不等同于已完成产品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技术与教育创新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真正的创新不是积木外观，而是可验证的语义链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从学生能理解的表达，贯通到系统能执行、老师能复核的证据。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过程能解释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可逆映射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 / 代码可成长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可解释性不是运行结束后的“作文”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19700"/>
            <a:ext cx="853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它来自积木、编译、权限与运行轨迹本身。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差异化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在“易上手”和“可成长”之间，Blocky 不必二选一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95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解释与可观察性 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67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首次创造门槛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672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434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聊天式回答器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861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421957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同一底座</a:t>
            </a:r>
          </a:p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逐步成长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专业十二类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蓝图与代码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真实运行轨迹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定位示意：比较的是产品交互范式，不代表对单一竞品的测评结论。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当前证据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底座已验证；正式产品 Demo 仍在下一阶段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把“已经证明的”与“计划证明的”分开，是本项目最重要的可信度边界。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确定性运行时与窄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结论：正式架构的关键风险已有可复现证据。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尚未完成 · 正式产品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62250"/>
            <a:ext cx="48577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1 正式 monorepo Demo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真实 RAG / 模型 / Provider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Blocky 构建助手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班级 / 作业 / 提交工作区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正式安装包与试点数据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32676287c4392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77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219700"/>
            <a:ext cx="2590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286375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 · 非正式产品界面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APPLICATION EFFECT · 可验收成效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POC 可以在 3 分钟内验证 4 个学习结果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不先许诺留存率和收入；先让 POC 的行为结果可重复检查。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从蓝图到可运行项目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回答带来源；无证据拒答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阶段 1 验收口径 · 不是已经发生的用户效果数据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先用免费教育底座进入课堂，再以持续服务形成收入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免费教育底座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高频创作者付费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规模化收入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支持、私有化与课程服务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定价与机构采购均为待试点验证的设计假设；当前优先验证课程价值、教师复用与学生学习成效。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SOCIAL VALUE · 教育价值与安全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教育价值与安全边界，必须落在同一套机制里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降低首次使用门槛，也减少学生接触真实密钥与外部账户。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学生能探索表达方式，但不能偷偷扩大课程知识与答案边界。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文件、网络、工具与高风险操作都能在运行前被看见和解释。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轨迹可回放、日志先脱敏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老师能复核过程，项目文件不混入秘密、终端历史与审计数据。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让学生在有边界的系统里，学会负责地使用和创造 AI。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赛事与孵化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POC 到可规模化教育产品，三道门逐步打开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跟随赛事迭代：初赛证明闭环，复赛进入试点，总决赛用真实数据回答价值。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可展示 POC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门禁：可运行、可解释、可重开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接入真实 RAG 与模型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门禁：完成率、解释率、引用与拒答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产品与商业验证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门禁：教师复用、付费试点、部署可行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时间与试点规模为参赛执行建议；正式研发仍受 Blocky 阶段门禁约束。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五维对齐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AI 的创造者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而不是答案的消费者。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→ 稳定 IR → 可回放轨迹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免费教育底座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素养从使用推进到创造与负责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同一项目格式与内核，逐阶段扩展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期待赛事连接试点学校与教师，并提供模型、算力、渠道和投融资孵化支持。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AI+教育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2026-08-24T14:23:16.1570000Z</dcterms:created>
  <dcterms:modified xsi:type="dcterms:W3CDTF">2026-08-24T14:23:16.1570000Z</dcterms:modified>
</coreProperties>
</file>