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471296a3f943f8" /><Relationship Type="http://schemas.openxmlformats.org/officeDocument/2006/relationships/extended-properties" Target="/docProps/app.xml" Id="R23e84e64a1e54163" /><Relationship Type="http://schemas.openxmlformats.org/officeDocument/2006/relationships/officeDocument" Target="/ppt/presentation.xml" Id="R8a305a67ce0748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a7f62ca96b4d48"/>
  </p:sldMasterIdLst>
  <p:notesMasterIdLst>
    <p:notesMasterId xmlns:r="http://schemas.openxmlformats.org/officeDocument/2006/relationships" r:id="Rf28a6f5f999b4df4"/>
  </p:notesMasterIdLst>
  <p:sldIdLst>
    <p:sldId xmlns:r="http://schemas.openxmlformats.org/officeDocument/2006/relationships" id="256" r:id="R3726604f802a4065"/>
    <p:sldId xmlns:r="http://schemas.openxmlformats.org/officeDocument/2006/relationships" id="257" r:id="Rea961df0b63a4d86"/>
    <p:sldId xmlns:r="http://schemas.openxmlformats.org/officeDocument/2006/relationships" id="258" r:id="Rbc8923049560419b"/>
    <p:sldId xmlns:r="http://schemas.openxmlformats.org/officeDocument/2006/relationships" id="259" r:id="Rea71963cd7264798"/>
    <p:sldId xmlns:r="http://schemas.openxmlformats.org/officeDocument/2006/relationships" id="260" r:id="R169f2d09c1884417"/>
    <p:sldId xmlns:r="http://schemas.openxmlformats.org/officeDocument/2006/relationships" id="261" r:id="R93696ab917f2487a"/>
    <p:sldId xmlns:r="http://schemas.openxmlformats.org/officeDocument/2006/relationships" id="262" r:id="R6012cad208534dab"/>
    <p:sldId xmlns:r="http://schemas.openxmlformats.org/officeDocument/2006/relationships" id="263" r:id="Rd1b76f29bd844f01"/>
    <p:sldId xmlns:r="http://schemas.openxmlformats.org/officeDocument/2006/relationships" id="264" r:id="R69928c34685f4d81"/>
    <p:sldId xmlns:r="http://schemas.openxmlformats.org/officeDocument/2006/relationships" id="265" r:id="Ra8df9d1172174004"/>
    <p:sldId xmlns:r="http://schemas.openxmlformats.org/officeDocument/2006/relationships" id="266" r:id="R194edeb1499d4420"/>
    <p:sldId xmlns:r="http://schemas.openxmlformats.org/officeDocument/2006/relationships" id="267" r:id="Ra656be3c26054ca5"/>
    <p:sldId xmlns:r="http://schemas.openxmlformats.org/officeDocument/2006/relationships" id="268" r:id="R256765449dc246e1"/>
    <p:sldId xmlns:r="http://schemas.openxmlformats.org/officeDocument/2006/relationships" id="269" r:id="Rf7baed94c66f48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2ac80f97b74487" /><Relationship Type="http://schemas.openxmlformats.org/officeDocument/2006/relationships/slideMaster" Target="/ppt/slideMasters/slideMaster1.xml" Id="R1ca7f62ca96b4d48" /><Relationship Type="http://schemas.openxmlformats.org/officeDocument/2006/relationships/notesMaster" Target="/ppt/notesMasters/notesMaster1.xml" Id="Rf28a6f5f999b4df4" /><Relationship Type="http://schemas.openxmlformats.org/officeDocument/2006/relationships/presProps" Target="/ppt/presProps.xml" Id="Rc008d0206e454d22" /><Relationship Type="http://schemas.openxmlformats.org/officeDocument/2006/relationships/tableStyles" Target="/ppt/tableStyles.xml" Id="R2412bca0df4642bf" /><Relationship Type="http://schemas.openxmlformats.org/officeDocument/2006/relationships/slide" Target="/ppt/slides/slide1.xml" Id="R3726604f802a4065" /><Relationship Type="http://schemas.openxmlformats.org/officeDocument/2006/relationships/slide" Target="/ppt/slides/slide2.xml" Id="Rea961df0b63a4d86" /><Relationship Type="http://schemas.openxmlformats.org/officeDocument/2006/relationships/slide" Target="/ppt/slides/slide3.xml" Id="Rbc8923049560419b" /><Relationship Type="http://schemas.openxmlformats.org/officeDocument/2006/relationships/slide" Target="/ppt/slides/slide4.xml" Id="Rea71963cd7264798" /><Relationship Type="http://schemas.openxmlformats.org/officeDocument/2006/relationships/slide" Target="/ppt/slides/slide5.xml" Id="R169f2d09c1884417" /><Relationship Type="http://schemas.openxmlformats.org/officeDocument/2006/relationships/slide" Target="/ppt/slides/slide6.xml" Id="R93696ab917f2487a" /><Relationship Type="http://schemas.openxmlformats.org/officeDocument/2006/relationships/slide" Target="/ppt/slides/slide7.xml" Id="R6012cad208534dab" /><Relationship Type="http://schemas.openxmlformats.org/officeDocument/2006/relationships/slide" Target="/ppt/slides/slide8.xml" Id="Rd1b76f29bd844f01" /><Relationship Type="http://schemas.openxmlformats.org/officeDocument/2006/relationships/slide" Target="/ppt/slides/slide9.xml" Id="R69928c34685f4d81" /><Relationship Type="http://schemas.openxmlformats.org/officeDocument/2006/relationships/slide" Target="/ppt/slides/slide10.xml" Id="Ra8df9d1172174004" /><Relationship Type="http://schemas.openxmlformats.org/officeDocument/2006/relationships/slide" Target="/ppt/slides/slide11.xml" Id="R194edeb1499d4420" /><Relationship Type="http://schemas.openxmlformats.org/officeDocument/2006/relationships/slide" Target="/ppt/slides/slide12.xml" Id="Ra656be3c26054ca5" /><Relationship Type="http://schemas.openxmlformats.org/officeDocument/2006/relationships/slide" Target="/ppt/slides/slide13.xml" Id="R256765449dc246e1" /><Relationship Type="http://schemas.openxmlformats.org/officeDocument/2006/relationships/slide" Target="/ppt/slides/slide14.xml" Id="Rf7baed94c66f48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f82306153b41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fbf12ca16a4866" /><Relationship Type="http://schemas.openxmlformats.org/officeDocument/2006/relationships/notesMaster" Target="/ppt/notesMasters/notesMaster1.xml" Id="R7db79bdaca8341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76cc1d64d34efe" /><Relationship Type="http://schemas.openxmlformats.org/officeDocument/2006/relationships/notesMaster" Target="/ppt/notesMasters/notesMaster1.xml" Id="Rc8c5624046344e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8c1b21b1bc47d1" /><Relationship Type="http://schemas.openxmlformats.org/officeDocument/2006/relationships/notesMaster" Target="/ppt/notesMasters/notesMaster1.xml" Id="Rd0c483e3368540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532eda878c49a6" /><Relationship Type="http://schemas.openxmlformats.org/officeDocument/2006/relationships/notesMaster" Target="/ppt/notesMasters/notesMaster1.xml" Id="R531e50a6b16849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36f200163e4e34" /><Relationship Type="http://schemas.openxmlformats.org/officeDocument/2006/relationships/notesMaster" Target="/ppt/notesMasters/notesMaster1.xml" Id="R49c2eaa3abb64b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96ebb5bd2e4666" /><Relationship Type="http://schemas.openxmlformats.org/officeDocument/2006/relationships/notesMaster" Target="/ppt/notesMasters/notesMaster1.xml" Id="R9c0ff8ff84b843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dcc505208a4753" /><Relationship Type="http://schemas.openxmlformats.org/officeDocument/2006/relationships/notesMaster" Target="/ppt/notesMasters/notesMaster1.xml" Id="R938eb4b745524b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dfb7672f794c58" /><Relationship Type="http://schemas.openxmlformats.org/officeDocument/2006/relationships/notesMaster" Target="/ppt/notesMasters/notesMaster1.xml" Id="R2fe48670819946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321d84919f4253" /><Relationship Type="http://schemas.openxmlformats.org/officeDocument/2006/relationships/notesMaster" Target="/ppt/notesMasters/notesMaster1.xml" Id="R2919baa2ac0f4a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71dc87219d441c" /><Relationship Type="http://schemas.openxmlformats.org/officeDocument/2006/relationships/notesMaster" Target="/ppt/notesMasters/notesMaster1.xml" Id="Rf00a31d37f194a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0ea25282ae4716" /><Relationship Type="http://schemas.openxmlformats.org/officeDocument/2006/relationships/notesMaster" Target="/ppt/notesMasters/notesMaster1.xml" Id="Rb9ac72ec0c864b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e9f42ca7b04367" /><Relationship Type="http://schemas.openxmlformats.org/officeDocument/2006/relationships/notesMaster" Target="/ppt/notesMasters/notesMaster1.xml" Id="R3ec5d5a015d843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1799a8b4eb4bed" /><Relationship Type="http://schemas.openxmlformats.org/officeDocument/2006/relationships/notesMaster" Target="/ppt/notesMasters/notesMaster1.xml" Id="Rc56e495ca13a49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d2e25789ce44b6" /><Relationship Type="http://schemas.openxmlformats.org/officeDocument/2006/relationships/notesMaster" Target="/ppt/notesMasters/notesMaster1.xml" Id="R2b8bac286efd4e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三个入口分别停留在问答案、拼流程和写代码；Blocky 的教育价值是让学生直接搭建 Agent，理解角色、知识、工具、记忆、权限与运行轨迹怎样共同形成行为。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0cf26175d546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f1c788cc924396" /><Relationship Type="http://schemas.openxmlformats.org/officeDocument/2006/relationships/slideLayout" Target="/ppt/slideLayouts/slideLayout1.xml" Id="Rc614cfde60a447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14cfde60a447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6b5e28e299447a" /><Relationship Type="http://schemas.openxmlformats.org/officeDocument/2006/relationships/image" Target="/ppt/media/image.png" Id="Rb3acc0412c3d47b9" /><Relationship Type="http://schemas.openxmlformats.org/officeDocument/2006/relationships/notesSlide" Target="/ppt/notesSlides/notesSlide1.xml" Id="R44ce6f83267d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2a7aa29134160" /><Relationship Type="http://schemas.openxmlformats.org/officeDocument/2006/relationships/notesSlide" Target="/ppt/notesSlides/notesSlide2.xml" Id="R7be5dd95919046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7ddf8a01d4f2f" /><Relationship Type="http://schemas.openxmlformats.org/officeDocument/2006/relationships/notesSlide" Target="/ppt/notesSlides/notesSlide3.xml" Id="R4b3a504f29ec4f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a7f20d74a4c18" /><Relationship Type="http://schemas.openxmlformats.org/officeDocument/2006/relationships/image" Target="/ppt/media/image2.png" Id="Rc7793aa13c044f8b" /><Relationship Type="http://schemas.openxmlformats.org/officeDocument/2006/relationships/notesSlide" Target="/ppt/notesSlides/notesSlide4.xml" Id="R6ee450b42db14c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44e8632554dfa" /><Relationship Type="http://schemas.openxmlformats.org/officeDocument/2006/relationships/notesSlide" Target="/ppt/notesSlides/notesSlide5.xml" Id="Rab3b67718cf947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a4a81ee0f4ff9" /><Relationship Type="http://schemas.openxmlformats.org/officeDocument/2006/relationships/notesSlide" Target="/ppt/notesSlides/notesSlide6.xml" Id="R39eb0d8caf194a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f6ca94c884d0a" /><Relationship Type="http://schemas.openxmlformats.org/officeDocument/2006/relationships/notesSlide" Target="/ppt/notesSlides/notesSlide7.xml" Id="R103a23c997db4a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bb40a1e6c4924" /><Relationship Type="http://schemas.openxmlformats.org/officeDocument/2006/relationships/notesSlide" Target="/ppt/notesSlides/notesSlide8.xml" Id="R8589b8d62a2444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52ae5f74b4654" /><Relationship Type="http://schemas.openxmlformats.org/officeDocument/2006/relationships/image" Target="/ppt/media/image3.png" Id="Rbf5a4885428546ec" /><Relationship Type="http://schemas.openxmlformats.org/officeDocument/2006/relationships/notesSlide" Target="/ppt/notesSlides/notesSlide9.xml" Id="R4012b6b0768949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02a034cc9451d" /><Relationship Type="http://schemas.openxmlformats.org/officeDocument/2006/relationships/notesSlide" Target="/ppt/notesSlides/notesSlide10.xml" Id="R73e16a149f2743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73af752d945a4" /><Relationship Type="http://schemas.openxmlformats.org/officeDocument/2006/relationships/notesSlide" Target="/ppt/notesSlides/notesSlide11.xml" Id="R2ce947911ae446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9bb24d205493e" /><Relationship Type="http://schemas.openxmlformats.org/officeDocument/2006/relationships/notesSlide" Target="/ppt/notesSlides/notesSlide12.xml" Id="R6cdf17a6baa049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cec5757a34bca" /><Relationship Type="http://schemas.openxmlformats.org/officeDocument/2006/relationships/notesSlide" Target="/ppt/notesSlides/notesSlide13.xml" Id="Reac84fb7911149d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49141c7564079" /><Relationship Type="http://schemas.openxmlformats.org/officeDocument/2006/relationships/notesSlide" Target="/ppt/notesSlides/notesSlide14.xml" Id="R0bfd752e62b244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cc0412c3d47b9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参赛方案 · Agent 教育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Agent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课堂需要的不是更多答案，而是学生能搭建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角色、知识、记忆、工具、权限与运行轨迹，决定 Agent 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提问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聊天式问答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得到结果，却看不见 Agent 的结构与运行过程。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节点能串起步骤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参数与拓扑偏工程化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初学者难读、难改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表达力强，但环境、依赖与语法抬高课堂搭建门槛。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把 Agent 的结构、运行和解释，变成学生可以亲手编辑的积木。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93aa13c044f8b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搭建与运行链路，已有可复现技术证据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Core 实证与正式契约共同支撑 Agent 产品地基。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a4885428546ec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2026-08-24T15:24:27.2840000Z</dcterms:created>
  <dcterms:modified xsi:type="dcterms:W3CDTF">2026-08-24T15:24:27.2840000Z</dcterms:modified>
</coreProperties>
</file>