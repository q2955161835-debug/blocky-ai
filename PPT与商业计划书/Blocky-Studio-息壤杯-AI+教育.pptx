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e485dca66b4bce" /><Relationship Type="http://schemas.openxmlformats.org/officeDocument/2006/relationships/extended-properties" Target="/docProps/app.xml" Id="Rdf2adb7c76fa4f5f" /><Relationship Type="http://schemas.openxmlformats.org/officeDocument/2006/relationships/officeDocument" Target="/ppt/presentation.xml" Id="R9f17811d9c8e4d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c2943efab44614"/>
  </p:sldMasterIdLst>
  <p:notesMasterIdLst>
    <p:notesMasterId xmlns:r="http://schemas.openxmlformats.org/officeDocument/2006/relationships" r:id="R39f2ddee2ec947a0"/>
  </p:notesMasterIdLst>
  <p:sldIdLst>
    <p:sldId xmlns:r="http://schemas.openxmlformats.org/officeDocument/2006/relationships" id="256" r:id="Rdef87392c14942ab"/>
    <p:sldId xmlns:r="http://schemas.openxmlformats.org/officeDocument/2006/relationships" id="257" r:id="R78daefe9dae7459d"/>
    <p:sldId xmlns:r="http://schemas.openxmlformats.org/officeDocument/2006/relationships" id="258" r:id="Rc563b0a2706e41ac"/>
    <p:sldId xmlns:r="http://schemas.openxmlformats.org/officeDocument/2006/relationships" id="259" r:id="Redcf181eb25f4b90"/>
    <p:sldId xmlns:r="http://schemas.openxmlformats.org/officeDocument/2006/relationships" id="260" r:id="Rc184d3cc02d84bdb"/>
    <p:sldId xmlns:r="http://schemas.openxmlformats.org/officeDocument/2006/relationships" id="261" r:id="Rd86ecc94cd574c34"/>
    <p:sldId xmlns:r="http://schemas.openxmlformats.org/officeDocument/2006/relationships" id="262" r:id="R1608ab2412104a08"/>
    <p:sldId xmlns:r="http://schemas.openxmlformats.org/officeDocument/2006/relationships" id="263" r:id="Re7b9ac2f050c4b1f"/>
    <p:sldId xmlns:r="http://schemas.openxmlformats.org/officeDocument/2006/relationships" id="264" r:id="R366933d9c03144ef"/>
    <p:sldId xmlns:r="http://schemas.openxmlformats.org/officeDocument/2006/relationships" id="265" r:id="R5be6cab9c0e342f3"/>
    <p:sldId xmlns:r="http://schemas.openxmlformats.org/officeDocument/2006/relationships" id="266" r:id="R280f0bde912f442d"/>
    <p:sldId xmlns:r="http://schemas.openxmlformats.org/officeDocument/2006/relationships" id="267" r:id="Rfad0094888804e16"/>
    <p:sldId xmlns:r="http://schemas.openxmlformats.org/officeDocument/2006/relationships" id="268" r:id="R799a41f0d7d04ef6"/>
    <p:sldId xmlns:r="http://schemas.openxmlformats.org/officeDocument/2006/relationships" id="269" r:id="R53d5b187eef64e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64e27b7dcc43f1" /><Relationship Type="http://schemas.openxmlformats.org/officeDocument/2006/relationships/slideMaster" Target="/ppt/slideMasters/slideMaster1.xml" Id="Rf5c2943efab44614" /><Relationship Type="http://schemas.openxmlformats.org/officeDocument/2006/relationships/notesMaster" Target="/ppt/notesMasters/notesMaster1.xml" Id="R39f2ddee2ec947a0" /><Relationship Type="http://schemas.openxmlformats.org/officeDocument/2006/relationships/presProps" Target="/ppt/presProps.xml" Id="R7f4024e8cfe04796" /><Relationship Type="http://schemas.openxmlformats.org/officeDocument/2006/relationships/tableStyles" Target="/ppt/tableStyles.xml" Id="R6735c1c167654491" /><Relationship Type="http://schemas.openxmlformats.org/officeDocument/2006/relationships/slide" Target="/ppt/slides/slide1.xml" Id="Rdef87392c14942ab" /><Relationship Type="http://schemas.openxmlformats.org/officeDocument/2006/relationships/slide" Target="/ppt/slides/slide2.xml" Id="R78daefe9dae7459d" /><Relationship Type="http://schemas.openxmlformats.org/officeDocument/2006/relationships/slide" Target="/ppt/slides/slide3.xml" Id="Rc563b0a2706e41ac" /><Relationship Type="http://schemas.openxmlformats.org/officeDocument/2006/relationships/slide" Target="/ppt/slides/slide4.xml" Id="Redcf181eb25f4b90" /><Relationship Type="http://schemas.openxmlformats.org/officeDocument/2006/relationships/slide" Target="/ppt/slides/slide5.xml" Id="Rc184d3cc02d84bdb" /><Relationship Type="http://schemas.openxmlformats.org/officeDocument/2006/relationships/slide" Target="/ppt/slides/slide6.xml" Id="Rd86ecc94cd574c34" /><Relationship Type="http://schemas.openxmlformats.org/officeDocument/2006/relationships/slide" Target="/ppt/slides/slide7.xml" Id="R1608ab2412104a08" /><Relationship Type="http://schemas.openxmlformats.org/officeDocument/2006/relationships/slide" Target="/ppt/slides/slide8.xml" Id="Re7b9ac2f050c4b1f" /><Relationship Type="http://schemas.openxmlformats.org/officeDocument/2006/relationships/slide" Target="/ppt/slides/slide9.xml" Id="R366933d9c03144ef" /><Relationship Type="http://schemas.openxmlformats.org/officeDocument/2006/relationships/slide" Target="/ppt/slides/slide10.xml" Id="R5be6cab9c0e342f3" /><Relationship Type="http://schemas.openxmlformats.org/officeDocument/2006/relationships/slide" Target="/ppt/slides/slide11.xml" Id="R280f0bde912f442d" /><Relationship Type="http://schemas.openxmlformats.org/officeDocument/2006/relationships/slide" Target="/ppt/slides/slide12.xml" Id="Rfad0094888804e16" /><Relationship Type="http://schemas.openxmlformats.org/officeDocument/2006/relationships/slide" Target="/ppt/slides/slide13.xml" Id="R799a41f0d7d04ef6" /><Relationship Type="http://schemas.openxmlformats.org/officeDocument/2006/relationships/slide" Target="/ppt/slides/slide14.xml" Id="R53d5b187eef64e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ec32c45c2c47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4903621ccef499b" /><Relationship Type="http://schemas.openxmlformats.org/officeDocument/2006/relationships/notesMaster" Target="/ppt/notesMasters/notesMaster1.xml" Id="R26a2725d4b7341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4081b8715c4b30" /><Relationship Type="http://schemas.openxmlformats.org/officeDocument/2006/relationships/notesMaster" Target="/ppt/notesMasters/notesMaster1.xml" Id="Re8801d64511840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3e147239b24cc8" /><Relationship Type="http://schemas.openxmlformats.org/officeDocument/2006/relationships/notesMaster" Target="/ppt/notesMasters/notesMaster1.xml" Id="R74e08c8fe9834c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5d2effdc094dd1" /><Relationship Type="http://schemas.openxmlformats.org/officeDocument/2006/relationships/notesMaster" Target="/ppt/notesMasters/notesMaster1.xml" Id="R75eaa9cc9d954f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8b289235cc4f34" /><Relationship Type="http://schemas.openxmlformats.org/officeDocument/2006/relationships/notesMaster" Target="/ppt/notesMasters/notesMaster1.xml" Id="R8a71f3abd6b049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723062ec034674" /><Relationship Type="http://schemas.openxmlformats.org/officeDocument/2006/relationships/notesMaster" Target="/ppt/notesMasters/notesMaster1.xml" Id="Rab1a3ae74b2f4d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5623a154c64439" /><Relationship Type="http://schemas.openxmlformats.org/officeDocument/2006/relationships/notesMaster" Target="/ppt/notesMasters/notesMaster1.xml" Id="R644bcab11fd746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5673303bd54114" /><Relationship Type="http://schemas.openxmlformats.org/officeDocument/2006/relationships/notesMaster" Target="/ppt/notesMasters/notesMaster1.xml" Id="Rc70b4a6a65a04a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ceeb5131f54f1f" /><Relationship Type="http://schemas.openxmlformats.org/officeDocument/2006/relationships/notesMaster" Target="/ppt/notesMasters/notesMaster1.xml" Id="R1299a2222c034e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cf647bb3214d32" /><Relationship Type="http://schemas.openxmlformats.org/officeDocument/2006/relationships/notesMaster" Target="/ppt/notesMasters/notesMaster1.xml" Id="R23697625d6e042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3019bfd18a4be2" /><Relationship Type="http://schemas.openxmlformats.org/officeDocument/2006/relationships/notesMaster" Target="/ppt/notesMasters/notesMaster1.xml" Id="R60e042bd161b4bf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8a4359de884a24" /><Relationship Type="http://schemas.openxmlformats.org/officeDocument/2006/relationships/notesMaster" Target="/ppt/notesMasters/notesMaster1.xml" Id="R91d45f1eed344b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18b2f4016f44f0" /><Relationship Type="http://schemas.openxmlformats.org/officeDocument/2006/relationships/notesMaster" Target="/ppt/notesMasters/notesMaster1.xml" Id="Rc7a5c2fd56f14ac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5f87cb1f91e4647" /><Relationship Type="http://schemas.openxmlformats.org/officeDocument/2006/relationships/notesMaster" Target="/ppt/notesMasters/notesMaster1.xml" Id="R3a65a39b1cbe4b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三个入口分别停留在问答案、拼流程和写代码；Blocky 的教育价值是让学生直接搭建 Agent，理解角色、知识、工具、记忆、权限与运行轨迹怎样共同形成行为。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4a80297a4b4c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83a351a2a143b2" /><Relationship Type="http://schemas.openxmlformats.org/officeDocument/2006/relationships/slideLayout" Target="/ppt/slideLayouts/slideLayout1.xml" Id="R0454e1f6007a48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54e1f6007a48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18ed7973844be" /><Relationship Type="http://schemas.openxmlformats.org/officeDocument/2006/relationships/image" Target="/ppt/media/image.png" Id="Rc3266413c03d4700" /><Relationship Type="http://schemas.openxmlformats.org/officeDocument/2006/relationships/notesSlide" Target="/ppt/notesSlides/notesSlide1.xml" Id="R5957cbc089d94f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b9232b93944a7" /><Relationship Type="http://schemas.openxmlformats.org/officeDocument/2006/relationships/notesSlide" Target="/ppt/notesSlides/notesSlide2.xml" Id="R0b0f05079d0047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34538421843e3" /><Relationship Type="http://schemas.openxmlformats.org/officeDocument/2006/relationships/notesSlide" Target="/ppt/notesSlides/notesSlide3.xml" Id="R2aff545d498540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483d5cce94d2f" /><Relationship Type="http://schemas.openxmlformats.org/officeDocument/2006/relationships/image" Target="/ppt/media/image2.png" Id="Rceb58eff8a024b6f" /><Relationship Type="http://schemas.openxmlformats.org/officeDocument/2006/relationships/notesSlide" Target="/ppt/notesSlides/notesSlide4.xml" Id="R63f9e65e863e43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1ba1fc2bb4070" /><Relationship Type="http://schemas.openxmlformats.org/officeDocument/2006/relationships/notesSlide" Target="/ppt/notesSlides/notesSlide5.xml" Id="R3adba53a6a5147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d6ba571414791" /><Relationship Type="http://schemas.openxmlformats.org/officeDocument/2006/relationships/notesSlide" Target="/ppt/notesSlides/notesSlide6.xml" Id="Rc499bc81539e41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7d1d3568e4eff" /><Relationship Type="http://schemas.openxmlformats.org/officeDocument/2006/relationships/notesSlide" Target="/ppt/notesSlides/notesSlide7.xml" Id="R088fa7392fcd47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47481b10740ef" /><Relationship Type="http://schemas.openxmlformats.org/officeDocument/2006/relationships/notesSlide" Target="/ppt/notesSlides/notesSlide8.xml" Id="R69c3e7248f384e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7f82cf66f4b26" /><Relationship Type="http://schemas.openxmlformats.org/officeDocument/2006/relationships/image" Target="/ppt/media/image3.png" Id="R38c2652f04874a18" /><Relationship Type="http://schemas.openxmlformats.org/officeDocument/2006/relationships/notesSlide" Target="/ppt/notesSlides/notesSlide9.xml" Id="Rcf38a05d2030463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3842217754f4e" /><Relationship Type="http://schemas.openxmlformats.org/officeDocument/2006/relationships/notesSlide" Target="/ppt/notesSlides/notesSlide10.xml" Id="R02ddf08ce64543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ae6ed3cf74bee" /><Relationship Type="http://schemas.openxmlformats.org/officeDocument/2006/relationships/notesSlide" Target="/ppt/notesSlides/notesSlide11.xml" Id="R122c03486d4840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f57a9022a4dba" /><Relationship Type="http://schemas.openxmlformats.org/officeDocument/2006/relationships/notesSlide" Target="/ppt/notesSlides/notesSlide12.xml" Id="R3d3154e0eefa455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249688e3d404c" /><Relationship Type="http://schemas.openxmlformats.org/officeDocument/2006/relationships/notesSlide" Target="/ppt/notesSlides/notesSlide13.xml" Id="Rcbafd8ab04cf40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2d15c1e1843b5" /><Relationship Type="http://schemas.openxmlformats.org/officeDocument/2006/relationships/notesSlide" Target="/ppt/notesSlides/notesSlide14.xml" Id="R43abb2f05e324e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66413c03d4700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Agent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课堂需要的不是更多答案，而是学生能搭建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角色、知识、记忆、工具、权限与运行轨迹，决定 Agent 如何工作。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提问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聊天式问答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得到结果，却看不见 Agent 的结构与运行过程。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节点能串起步骤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参数与拓扑偏工程化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初学者难读、难改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表达力强，但环境、依赖与语法抬高课堂搭建门槛。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把 Agent 的结构、运行和解释，变成学生可以亲手编辑的积木。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b58eff8a024b6f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技术尖峰已验证 Agent 核心链路，正式契约已通过验收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积木编辑、稳定 IR、确定性运行、保存重开与项目协议均有可复查证据。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2652f04874a18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2026-08-24T15:45:41.9580000Z</dcterms:created>
  <dcterms:modified xsi:type="dcterms:W3CDTF">2026-08-24T15:45:41.9580000Z</dcterms:modified>
</coreProperties>
</file>