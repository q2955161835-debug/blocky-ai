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4dc0d49aae4a02" /><Relationship Type="http://schemas.openxmlformats.org/officeDocument/2006/relationships/extended-properties" Target="/docProps/app.xml" Id="Rf33bc4c5c60b4cfd" /><Relationship Type="http://schemas.openxmlformats.org/officeDocument/2006/relationships/officeDocument" Target="/ppt/presentation.xml" Id="R96f43d6352d94b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20d6a136f241f5"/>
  </p:sldMasterIdLst>
  <p:notesMasterIdLst>
    <p:notesMasterId xmlns:r="http://schemas.openxmlformats.org/officeDocument/2006/relationships" r:id="R6d8de98c84414067"/>
  </p:notesMasterIdLst>
  <p:sldIdLst>
    <p:sldId xmlns:r="http://schemas.openxmlformats.org/officeDocument/2006/relationships" id="256" r:id="Re87813326975443a"/>
    <p:sldId xmlns:r="http://schemas.openxmlformats.org/officeDocument/2006/relationships" id="257" r:id="R3d2316e7e9b14cef"/>
    <p:sldId xmlns:r="http://schemas.openxmlformats.org/officeDocument/2006/relationships" id="258" r:id="R0284ec97fb814956"/>
    <p:sldId xmlns:r="http://schemas.openxmlformats.org/officeDocument/2006/relationships" id="259" r:id="R9d9a4a126b104ea0"/>
    <p:sldId xmlns:r="http://schemas.openxmlformats.org/officeDocument/2006/relationships" id="260" r:id="Ra91923d7b9c54943"/>
    <p:sldId xmlns:r="http://schemas.openxmlformats.org/officeDocument/2006/relationships" id="261" r:id="R65486dbdb898408b"/>
    <p:sldId xmlns:r="http://schemas.openxmlformats.org/officeDocument/2006/relationships" id="262" r:id="Rd45a86d3b1ef41c5"/>
    <p:sldId xmlns:r="http://schemas.openxmlformats.org/officeDocument/2006/relationships" id="263" r:id="R95e92944edf14a8e"/>
    <p:sldId xmlns:r="http://schemas.openxmlformats.org/officeDocument/2006/relationships" id="264" r:id="R2ef8df90b4214fd8"/>
    <p:sldId xmlns:r="http://schemas.openxmlformats.org/officeDocument/2006/relationships" id="265" r:id="R533e2f8e5fb14cd3"/>
    <p:sldId xmlns:r="http://schemas.openxmlformats.org/officeDocument/2006/relationships" id="266" r:id="R6aa1164f1ff74b68"/>
    <p:sldId xmlns:r="http://schemas.openxmlformats.org/officeDocument/2006/relationships" id="267" r:id="Ree83d49e100c4a43"/>
    <p:sldId xmlns:r="http://schemas.openxmlformats.org/officeDocument/2006/relationships" id="268" r:id="R9aa1057f86c94737"/>
    <p:sldId xmlns:r="http://schemas.openxmlformats.org/officeDocument/2006/relationships" id="269" r:id="R8f9dbc920fac41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04414c7c3746f9" /><Relationship Type="http://schemas.openxmlformats.org/officeDocument/2006/relationships/slideMaster" Target="/ppt/slideMasters/slideMaster1.xml" Id="Rb220d6a136f241f5" /><Relationship Type="http://schemas.openxmlformats.org/officeDocument/2006/relationships/notesMaster" Target="/ppt/notesMasters/notesMaster1.xml" Id="R6d8de98c84414067" /><Relationship Type="http://schemas.openxmlformats.org/officeDocument/2006/relationships/presProps" Target="/ppt/presProps.xml" Id="R0d015b56f0864a5c" /><Relationship Type="http://schemas.openxmlformats.org/officeDocument/2006/relationships/tableStyles" Target="/ppt/tableStyles.xml" Id="R206d31a2cf81462e" /><Relationship Type="http://schemas.openxmlformats.org/officeDocument/2006/relationships/slide" Target="/ppt/slides/slide1.xml" Id="Re87813326975443a" /><Relationship Type="http://schemas.openxmlformats.org/officeDocument/2006/relationships/slide" Target="/ppt/slides/slide2.xml" Id="R3d2316e7e9b14cef" /><Relationship Type="http://schemas.openxmlformats.org/officeDocument/2006/relationships/slide" Target="/ppt/slides/slide3.xml" Id="R0284ec97fb814956" /><Relationship Type="http://schemas.openxmlformats.org/officeDocument/2006/relationships/slide" Target="/ppt/slides/slide4.xml" Id="R9d9a4a126b104ea0" /><Relationship Type="http://schemas.openxmlformats.org/officeDocument/2006/relationships/slide" Target="/ppt/slides/slide5.xml" Id="Ra91923d7b9c54943" /><Relationship Type="http://schemas.openxmlformats.org/officeDocument/2006/relationships/slide" Target="/ppt/slides/slide6.xml" Id="R65486dbdb898408b" /><Relationship Type="http://schemas.openxmlformats.org/officeDocument/2006/relationships/slide" Target="/ppt/slides/slide7.xml" Id="Rd45a86d3b1ef41c5" /><Relationship Type="http://schemas.openxmlformats.org/officeDocument/2006/relationships/slide" Target="/ppt/slides/slide8.xml" Id="R95e92944edf14a8e" /><Relationship Type="http://schemas.openxmlformats.org/officeDocument/2006/relationships/slide" Target="/ppt/slides/slide9.xml" Id="R2ef8df90b4214fd8" /><Relationship Type="http://schemas.openxmlformats.org/officeDocument/2006/relationships/slide" Target="/ppt/slides/slide10.xml" Id="R533e2f8e5fb14cd3" /><Relationship Type="http://schemas.openxmlformats.org/officeDocument/2006/relationships/slide" Target="/ppt/slides/slide11.xml" Id="R6aa1164f1ff74b68" /><Relationship Type="http://schemas.openxmlformats.org/officeDocument/2006/relationships/slide" Target="/ppt/slides/slide12.xml" Id="Ree83d49e100c4a43" /><Relationship Type="http://schemas.openxmlformats.org/officeDocument/2006/relationships/slide" Target="/ppt/slides/slide13.xml" Id="R9aa1057f86c94737" /><Relationship Type="http://schemas.openxmlformats.org/officeDocument/2006/relationships/slide" Target="/ppt/slides/slide14.xml" Id="R8f9dbc920fac41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b9b6b09cb243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544d10907c47b2" /><Relationship Type="http://schemas.openxmlformats.org/officeDocument/2006/relationships/notesMaster" Target="/ppt/notesMasters/notesMaster1.xml" Id="R79b2227eea3b4f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776ee05a7141b4" /><Relationship Type="http://schemas.openxmlformats.org/officeDocument/2006/relationships/notesMaster" Target="/ppt/notesMasters/notesMaster1.xml" Id="R81fe2a82345442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f95b829fac4881" /><Relationship Type="http://schemas.openxmlformats.org/officeDocument/2006/relationships/notesMaster" Target="/ppt/notesMasters/notesMaster1.xml" Id="R937dca6ac6c048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d2587275c74614" /><Relationship Type="http://schemas.openxmlformats.org/officeDocument/2006/relationships/notesMaster" Target="/ppt/notesMasters/notesMaster1.xml" Id="R06f9e1345a924c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73370bf1104d35" /><Relationship Type="http://schemas.openxmlformats.org/officeDocument/2006/relationships/notesMaster" Target="/ppt/notesMasters/notesMaster1.xml" Id="R0ce27f66cc644e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772e5317664152" /><Relationship Type="http://schemas.openxmlformats.org/officeDocument/2006/relationships/notesMaster" Target="/ppt/notesMasters/notesMaster1.xml" Id="Rae7b431a917140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5ff1d04bbb439e" /><Relationship Type="http://schemas.openxmlformats.org/officeDocument/2006/relationships/notesMaster" Target="/ppt/notesMasters/notesMaster1.xml" Id="R6432fc0a4d024d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cc2e027e4348bf" /><Relationship Type="http://schemas.openxmlformats.org/officeDocument/2006/relationships/notesMaster" Target="/ppt/notesMasters/notesMaster1.xml" Id="R8d0c023e3f7340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fd4bfe31204493" /><Relationship Type="http://schemas.openxmlformats.org/officeDocument/2006/relationships/notesMaster" Target="/ppt/notesMasters/notesMaster1.xml" Id="R21fc0f5bc1164c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e08b16cfb54ea0" /><Relationship Type="http://schemas.openxmlformats.org/officeDocument/2006/relationships/notesMaster" Target="/ppt/notesMasters/notesMaster1.xml" Id="Rede09ef08bfc49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002f07bbf741cb" /><Relationship Type="http://schemas.openxmlformats.org/officeDocument/2006/relationships/notesMaster" Target="/ppt/notesMasters/notesMaster1.xml" Id="R58b4423eb2524d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fc6f42dd044ee4" /><Relationship Type="http://schemas.openxmlformats.org/officeDocument/2006/relationships/notesMaster" Target="/ppt/notesMasters/notesMaster1.xml" Id="R3c74b2f700554f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620f25d4c04da0" /><Relationship Type="http://schemas.openxmlformats.org/officeDocument/2006/relationships/notesMaster" Target="/ppt/notesMasters/notesMaster1.xml" Id="Ra21f2833907044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d7941df71b4089" /><Relationship Type="http://schemas.openxmlformats.org/officeDocument/2006/relationships/notesMaster" Target="/ppt/notesMasters/notesMaster1.xml" Id="R159429e39e1949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三个痛点对应三类现有入口，不点名竞品；结论是教育需要新的表达层。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这一页讲清完整桌面形态：左侧积木库、中间多画布与浏览器标签、右侧构建助手与运行 Agent、底部问题/日志/终端/输出。入门七类与专业十二类不是两套产品，而是共享项目格式、Workspace、IR、运行内核和安全模型。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(桌面核心界面与教育/专业共享内核)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 POC 场景。老师掌握资料边界，学生掌握系统构造和解释。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资料问答伙伴闭环)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这页是演示视频脚本骨架。首轮不铺全功能，只证明完整闭环和诚实的失败行为。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Demo 旅程与固定夹具)</a:t>
            </a:r>
          </a:p>
          <a:p xmlns:a="http://schemas.openxmlformats.org/drawingml/2006/main">
            <a:r>
              <a:t>- D:\1Folder\Blocky-AI\doc\技术设计\正式契约\07-阶段1-Demo接口交接.md (阶段 1 接口与替换边界)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技术壁垒是从可见积木到稳定 IR、受控 Runtime、可回放 Trace，再到模板与原生配置可逆映射。四个官方 Skills、CLI、桌面画布和六个兼容模板共用同一积木目录、Build Spec、权限和运行事件，不建立隐藏语言。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(产品墙、四层创作与阶段门禁)</a:t>
            </a:r>
          </a:p>
          <a:p xmlns:a="http://schemas.openxmlformats.org/drawingml/2006/main">
            <a:r>
              <a:t>- D:\1Folder\Blocky-AI\doc\产品设计\CLI与官方Agent-Skill.md (四个官方 Skills 与共享 CLI 边界)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六个模板都是可继续增删积木的普通 Blocky 项目起点，不是六种封闭模式。官方运行时继续作为行为事实源；Blocky 通过锁定上游版本、进程外运行时、版本化适配器和可逆投影完成结构映射、配置往返与行为对照。当前这些是阶段 8 设计，正式适配器尚未实现。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(六个模板、用户任务名、兼容等级与独立门禁)</a:t>
            </a:r>
          </a:p>
          <a:p xmlns:a="http://schemas.openxmlformats.org/drawingml/2006/main">
            <a:r>
              <a:t>- D:\1Folder\Blocky-AI\doc\技术设计\ADR-002-原生Agent兼容运行时.md (固定上游版本、进程外运行时、版本化适配器、可逆投影)</a:t>
            </a:r>
          </a:p>
          <a:p xmlns:a="http://schemas.openxmlformats.org/drawingml/2006/main">
            <a:r>
              <a:t>- D:\1Folder\Blocky-AI\doc\产品设计\Blocky-状态与阶段替换账本.md (六个正式适配器尚未实现)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左侧只陈述 Windows Core 技术尖峰已经验证的底座事实；右侧按正式开发计划列出尚未实现的阶段能力。长稳数据绑定原精确提交。六模板属于阶段 8，CLI、四个官方 Skills 与 Codex 插件属于阶段 9，教育工作区属于阶段 10。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(尖峰验证范围、360 次循环与边界)</a:t>
            </a:r>
          </a:p>
          <a:p xmlns:a="http://schemas.openxmlformats.org/drawingml/2006/main">
            <a:r>
              <a:t>- D:\1Folder\Blocky-AI\doc\执行计划\2026-08-23-Blocky-竞品驱动完整开发计划.md (阶段 1–10 实施顺序)</a:t>
            </a:r>
          </a:p>
          <a:p xmlns:a="http://schemas.openxmlformats.org/drawingml/2006/main">
            <a:r>
              <a:t>- D:\1Folder\Blocky-AI\doc\产品设计\Blocky-状态与阶段替换账本.md (正式能力未实现清单)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应用成效以可验收行为表述。真实课堂数据要在后续教师试点后补充。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验收旅程)</a:t>
            </a:r>
          </a:p>
          <a:p xmlns:a="http://schemas.openxmlformats.org/drawingml/2006/main">
            <a:r>
              <a:t>- D:\1Folder\Blocky-AI\doc\技术设计\正式契约\07-阶段1-Demo接口交接.md (固定夹具与失败语义)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商业路径遵循先产品价值、后收入验证。教育扩展价格只作为内部设计基线，不当作已验证价格。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(教育工作区与阶段门禁)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赛事节奏用于安排展示与试点，不改变 Blocky 的正式阶段门禁。复赛优先验证真实 RAG/模型和教师共创；总决赛可输出 Pi/Codex 只读兼容报告，但六个正式适配器仍在阶段 8、四个官方 Skills 与 Codex 插件仍在阶段 9。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1、3–10 门禁)</a:t>
            </a:r>
          </a:p>
          <a:p xmlns:a="http://schemas.openxmlformats.org/drawingml/2006/main">
            <a:r>
              <a:t>- D:\1Folder\Blocky-AI\doc\产品设计\Blocky-内置兼容模板.md (六模板独立兼容矩阵)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收束到赛事五个评估维度：可见积木到可逆映射构成创新性；免费教育底座、个人扩展、机构授权构成商业路径；教育价值聚焦创造与负责；3 分钟闭环对应可验收成效；六模板、CLI/四 Skills、社区和多端构成阶段化孵化空间。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D:\1Folder\Blocky-AI\README.md (产品愿景、六模板与当前阶段)</a:t>
            </a:r>
          </a:p>
          <a:p xmlns:a="http://schemas.openxmlformats.org/drawingml/2006/main">
            <a:r>
              <a:t>- D:\1Folder\Blocky-AI\doc\执行计划\2026-08-23-Blocky-竞品驱动完整开发计划.md (CLI、Skills、社区与多端阶段)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35272593649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bd00a9ebcf4b0d" /><Relationship Type="http://schemas.openxmlformats.org/officeDocument/2006/relationships/slideLayout" Target="/ppt/slideLayouts/slideLayout1.xml" Id="Rc62fcc91a5e247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2fcc91a5e247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0556a15d04fb8" /><Relationship Type="http://schemas.openxmlformats.org/officeDocument/2006/relationships/image" Target="/ppt/media/image.png" Id="Rac6c41fa6e0547d4" /><Relationship Type="http://schemas.openxmlformats.org/officeDocument/2006/relationships/notesSlide" Target="/ppt/notesSlides/notesSlide1.xml" Id="Rce67912e4dbb4b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191d3952b4b21" /><Relationship Type="http://schemas.openxmlformats.org/officeDocument/2006/relationships/notesSlide" Target="/ppt/notesSlides/notesSlide2.xml" Id="R8af03b74d4f04a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4faa3e0684b08" /><Relationship Type="http://schemas.openxmlformats.org/officeDocument/2006/relationships/notesSlide" Target="/ppt/notesSlides/notesSlide3.xml" Id="R54fdc21fb72849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42b417055465e" /><Relationship Type="http://schemas.openxmlformats.org/officeDocument/2006/relationships/image" Target="/ppt/media/image2.png" Id="Rd418696b11a34a98" /><Relationship Type="http://schemas.openxmlformats.org/officeDocument/2006/relationships/notesSlide" Target="/ppt/notesSlides/notesSlide4.xml" Id="R554d02dc334242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99646adc744d5" /><Relationship Type="http://schemas.openxmlformats.org/officeDocument/2006/relationships/notesSlide" Target="/ppt/notesSlides/notesSlide5.xml" Id="Rc3587ee7ebe54c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2891e05194149" /><Relationship Type="http://schemas.openxmlformats.org/officeDocument/2006/relationships/notesSlide" Target="/ppt/notesSlides/notesSlide6.xml" Id="R65d87dff9a434a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05c30eccc48a3" /><Relationship Type="http://schemas.openxmlformats.org/officeDocument/2006/relationships/notesSlide" Target="/ppt/notesSlides/notesSlide7.xml" Id="Rcc866af1d58d43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e883e58f94d2a" /><Relationship Type="http://schemas.openxmlformats.org/officeDocument/2006/relationships/notesSlide" Target="/ppt/notesSlides/notesSlide8.xml" Id="R65877366e48143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1c551dfff41a0" /><Relationship Type="http://schemas.openxmlformats.org/officeDocument/2006/relationships/image" Target="/ppt/media/image3.png" Id="R15e4cf8299324b79" /><Relationship Type="http://schemas.openxmlformats.org/officeDocument/2006/relationships/notesSlide" Target="/ppt/notesSlides/notesSlide9.xml" Id="R86df74df2b8e4d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406ce658e41ae" /><Relationship Type="http://schemas.openxmlformats.org/officeDocument/2006/relationships/notesSlide" Target="/ppt/notesSlides/notesSlide10.xml" Id="R7fc392c63e284c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7ae4088874f18" /><Relationship Type="http://schemas.openxmlformats.org/officeDocument/2006/relationships/notesSlide" Target="/ppt/notesSlides/notesSlide11.xml" Id="R525f75c7f47b48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6b6cac9ee434d" /><Relationship Type="http://schemas.openxmlformats.org/officeDocument/2006/relationships/notesSlide" Target="/ppt/notesSlides/notesSlide12.xml" Id="R649b1952fa2c4c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93ad5473e41f6" /><Relationship Type="http://schemas.openxmlformats.org/officeDocument/2006/relationships/notesSlide" Target="/ppt/notesSlides/notesSlide13.xml" Id="Rf533ce5259564b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f571a0134414d" /><Relationship Type="http://schemas.openxmlformats.org/officeDocument/2006/relationships/notesSlide" Target="/ppt/notesSlides/notesSlide14.xml" Id="R3357ff831f3342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c41fa6e0547d4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提案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通过节点与连线组织流程
参数复杂，初学者门槛高
本产品不采用这种交互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表达力强，但入门门槛高
课堂时间易耗在
环境配置与语法上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式语言，贯通入门视图与专业创作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左：积木库｜中：多画布 / 浏览器｜右：构建助手 / 运行 Agent｜下：问题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8696b11a34a98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技术尖峰画面 · 非正式产品界面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 Project Manifest / Workspace / IR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共享运行内核、权限模型与项目格式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· 首轮交付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 POC 只验证一个完整闭环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 1 计划：用确定性本地夹具完成“创建—运行—解释—保存—重开”。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无密钥也能演示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无证据就拒答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不把幻觉包装成学习结果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POC 计划，不等同于已完成产品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壁垒不是积木数量，而是可验证、可回放、可逆的语义链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一条语义链同时服务学生理解、系统执行、教师复核与主流 Agent 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rPr>
              <a:t>同一语义链服务桌面、CLI、四个官方 Skills 与六个兼容模板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六个兼容模板，把主流 Agent 变成可改造项目起点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完整项目起点，不是六种封闭模式；共享项目格式、积木语言、运行内核和安全模型。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固定上游版本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连线式工作流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易上手</a:t>
            </a:r>
          </a:p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可成长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兼容等级：结构映射 → 配置往返 → 行为对照 → 指定版本完整兼容｜当前为阶段 8 设计，六个正式适配器尚未实现。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轻量代码助手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极简 Agent · 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专业编程助手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 / 审批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个人全能助理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Channels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团队协作中枢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团队协作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工程开发工作台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MCP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可组合研究工作台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插件树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当前证据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底座已验证；六模板、CLI 与教育工作区仍按阶段推进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把“已经证明的”与“计划证明的”分开，是本项目最重要的可信度边界。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rPr>
              <a:t>按阶段推进 · 正式产品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1：正式 monorepo Demo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3–4：真实 RAG / 模型 / Provider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5–7：构建助手、多画布、AppSurface、有人值守 RPA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8：六个兼容模板与独立兼容矩阵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9：CLI / 四个官方 Skills / Codex 插件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10：教师、班级、作业与提交工作区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正式安装包、试点与商业验证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4cf8299324b79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设计完整 ≠ 已实现；按阶段门禁逐项替换固定夹具。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POC 可以在 3 分钟内验证 4 个学习结果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不先许诺留存率和收入；先让 POC 的行为结果可重复检查。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回答带来源；无证据拒答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阶段 1 验收口径 · 不是已经发生的用户效果数据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学生能探索表达方式，但不能偷偷扩大课程知识与答案边界。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POC 到可规模化教育产品，三道门逐步打开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赛事节点验证教育闭环；正式研发按阶段门禁推进，不把六模板与 CLI 伪装成当前 POC。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 POC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记录完成率与解释率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 / 兼容 / 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只读兼容报告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六个正式适配器与四个官方 Skills 仍依阶段 8/9 推进，不作为当前 POC 已实现能力。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而不是答案的消费者。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7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六模板 →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2026-08-24T14:55:50.6810000Z</dcterms:created>
  <dcterms:modified xsi:type="dcterms:W3CDTF">2026-08-24T14:55:50.6810000Z</dcterms:modified>
</coreProperties>
</file>