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19b20e8e784d20" /><Relationship Type="http://schemas.openxmlformats.org/officeDocument/2006/relationships/extended-properties" Target="/docProps/app.xml" Id="Rd22c6eb2f70c4caf" /><Relationship Type="http://schemas.openxmlformats.org/officeDocument/2006/relationships/officeDocument" Target="/ppt/presentation.xml" Id="Rb960027a848d4c7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83be5a61954abe"/>
  </p:sldMasterIdLst>
  <p:notesMasterIdLst>
    <p:notesMasterId xmlns:r="http://schemas.openxmlformats.org/officeDocument/2006/relationships" r:id="R07aeb0b5096347b9"/>
  </p:notesMasterIdLst>
  <p:sldIdLst>
    <p:sldId xmlns:r="http://schemas.openxmlformats.org/officeDocument/2006/relationships" id="256" r:id="R6422210a39e74d02"/>
    <p:sldId xmlns:r="http://schemas.openxmlformats.org/officeDocument/2006/relationships" id="257" r:id="R985e7e42ec9c487b"/>
    <p:sldId xmlns:r="http://schemas.openxmlformats.org/officeDocument/2006/relationships" id="258" r:id="Rcce0dcc341704503"/>
    <p:sldId xmlns:r="http://schemas.openxmlformats.org/officeDocument/2006/relationships" id="259" r:id="Red1ee4d8d37a42ee"/>
    <p:sldId xmlns:r="http://schemas.openxmlformats.org/officeDocument/2006/relationships" id="260" r:id="R9b8251afa7ca4534"/>
    <p:sldId xmlns:r="http://schemas.openxmlformats.org/officeDocument/2006/relationships" id="261" r:id="Re4043f610d394878"/>
    <p:sldId xmlns:r="http://schemas.openxmlformats.org/officeDocument/2006/relationships" id="262" r:id="Rea19eb797a4d4b33"/>
    <p:sldId xmlns:r="http://schemas.openxmlformats.org/officeDocument/2006/relationships" id="263" r:id="R11d003d4d28f495e"/>
    <p:sldId xmlns:r="http://schemas.openxmlformats.org/officeDocument/2006/relationships" id="264" r:id="R00d64e32e8f44f7e"/>
    <p:sldId xmlns:r="http://schemas.openxmlformats.org/officeDocument/2006/relationships" id="265" r:id="R4aa6cbe418614c87"/>
    <p:sldId xmlns:r="http://schemas.openxmlformats.org/officeDocument/2006/relationships" id="266" r:id="Rfe83a8eb84b64235"/>
    <p:sldId xmlns:r="http://schemas.openxmlformats.org/officeDocument/2006/relationships" id="267" r:id="R5b9084d612024889"/>
    <p:sldId xmlns:r="http://schemas.openxmlformats.org/officeDocument/2006/relationships" id="268" r:id="R82c92a0cc8f946f0"/>
    <p:sldId xmlns:r="http://schemas.openxmlformats.org/officeDocument/2006/relationships" id="269" r:id="R2eb39bdeb8894ca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4e01ebb23d420c" /><Relationship Type="http://schemas.openxmlformats.org/officeDocument/2006/relationships/slideMaster" Target="/ppt/slideMasters/slideMaster1.xml" Id="Rfb83be5a61954abe" /><Relationship Type="http://schemas.openxmlformats.org/officeDocument/2006/relationships/notesMaster" Target="/ppt/notesMasters/notesMaster1.xml" Id="R07aeb0b5096347b9" /><Relationship Type="http://schemas.openxmlformats.org/officeDocument/2006/relationships/presProps" Target="/ppt/presProps.xml" Id="Rd1932de2a2bd41ad" /><Relationship Type="http://schemas.openxmlformats.org/officeDocument/2006/relationships/tableStyles" Target="/ppt/tableStyles.xml" Id="R03b518acec4c4969" /><Relationship Type="http://schemas.openxmlformats.org/officeDocument/2006/relationships/slide" Target="/ppt/slides/slide1.xml" Id="R6422210a39e74d02" /><Relationship Type="http://schemas.openxmlformats.org/officeDocument/2006/relationships/slide" Target="/ppt/slides/slide2.xml" Id="R985e7e42ec9c487b" /><Relationship Type="http://schemas.openxmlformats.org/officeDocument/2006/relationships/slide" Target="/ppt/slides/slide3.xml" Id="Rcce0dcc341704503" /><Relationship Type="http://schemas.openxmlformats.org/officeDocument/2006/relationships/slide" Target="/ppt/slides/slide4.xml" Id="Red1ee4d8d37a42ee" /><Relationship Type="http://schemas.openxmlformats.org/officeDocument/2006/relationships/slide" Target="/ppt/slides/slide5.xml" Id="R9b8251afa7ca4534" /><Relationship Type="http://schemas.openxmlformats.org/officeDocument/2006/relationships/slide" Target="/ppt/slides/slide6.xml" Id="Re4043f610d394878" /><Relationship Type="http://schemas.openxmlformats.org/officeDocument/2006/relationships/slide" Target="/ppt/slides/slide7.xml" Id="Rea19eb797a4d4b33" /><Relationship Type="http://schemas.openxmlformats.org/officeDocument/2006/relationships/slide" Target="/ppt/slides/slide8.xml" Id="R11d003d4d28f495e" /><Relationship Type="http://schemas.openxmlformats.org/officeDocument/2006/relationships/slide" Target="/ppt/slides/slide9.xml" Id="R00d64e32e8f44f7e" /><Relationship Type="http://schemas.openxmlformats.org/officeDocument/2006/relationships/slide" Target="/ppt/slides/slide10.xml" Id="R4aa6cbe418614c87" /><Relationship Type="http://schemas.openxmlformats.org/officeDocument/2006/relationships/slide" Target="/ppt/slides/slide11.xml" Id="Rfe83a8eb84b64235" /><Relationship Type="http://schemas.openxmlformats.org/officeDocument/2006/relationships/slide" Target="/ppt/slides/slide12.xml" Id="R5b9084d612024889" /><Relationship Type="http://schemas.openxmlformats.org/officeDocument/2006/relationships/slide" Target="/ppt/slides/slide13.xml" Id="R82c92a0cc8f946f0" /><Relationship Type="http://schemas.openxmlformats.org/officeDocument/2006/relationships/slide" Target="/ppt/slides/slide14.xml" Id="R2eb39bdeb8894c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506938213c46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bbf3160e4147fa" /><Relationship Type="http://schemas.openxmlformats.org/officeDocument/2006/relationships/notesMaster" Target="/ppt/notesMasters/notesMaster1.xml" Id="R8c59fe50af8c4e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f394aba80e4c54" /><Relationship Type="http://schemas.openxmlformats.org/officeDocument/2006/relationships/notesMaster" Target="/ppt/notesMasters/notesMaster1.xml" Id="R67452ff5d84245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4450833703543fa" /><Relationship Type="http://schemas.openxmlformats.org/officeDocument/2006/relationships/notesMaster" Target="/ppt/notesMasters/notesMaster1.xml" Id="Rc0885843889644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3f0ebb395f4324" /><Relationship Type="http://schemas.openxmlformats.org/officeDocument/2006/relationships/notesMaster" Target="/ppt/notesMasters/notesMaster1.xml" Id="Rc356335e4f67438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f685e2454a4d69" /><Relationship Type="http://schemas.openxmlformats.org/officeDocument/2006/relationships/notesMaster" Target="/ppt/notesMasters/notesMaster1.xml" Id="R091053aaaf7d40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88e00b8e7f4b70" /><Relationship Type="http://schemas.openxmlformats.org/officeDocument/2006/relationships/notesMaster" Target="/ppt/notesMasters/notesMaster1.xml" Id="Rc045f5bb948749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9ac0e0608a4485" /><Relationship Type="http://schemas.openxmlformats.org/officeDocument/2006/relationships/notesMaster" Target="/ppt/notesMasters/notesMaster1.xml" Id="R12023dc8da9145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3599789f10b4bb0" /><Relationship Type="http://schemas.openxmlformats.org/officeDocument/2006/relationships/notesMaster" Target="/ppt/notesMasters/notesMaster1.xml" Id="Rfb28a41033fa4a6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532f81ab0b64876" /><Relationship Type="http://schemas.openxmlformats.org/officeDocument/2006/relationships/notesMaster" Target="/ppt/notesMasters/notesMaster1.xml" Id="Re811f5b232a04e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d4e7f38bedd41bc" /><Relationship Type="http://schemas.openxmlformats.org/officeDocument/2006/relationships/notesMaster" Target="/ppt/notesMasters/notesMaster1.xml" Id="Ra5d157c794014f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0e38b316b654e50" /><Relationship Type="http://schemas.openxmlformats.org/officeDocument/2006/relationships/notesMaster" Target="/ppt/notesMasters/notesMaster1.xml" Id="Ree00e185a3b343b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d1e2a453ee94f51" /><Relationship Type="http://schemas.openxmlformats.org/officeDocument/2006/relationships/notesMaster" Target="/ppt/notesMasters/notesMaster1.xml" Id="R216abd63bca8477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b1e62fdc3914c40" /><Relationship Type="http://schemas.openxmlformats.org/officeDocument/2006/relationships/notesMaster" Target="/ppt/notesMasters/notesMaster1.xml" Id="R08e25006a1cb463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5e6f8ec5ed84e49" /><Relationship Type="http://schemas.openxmlformats.org/officeDocument/2006/relationships/notesMaster" Target="/ppt/notesMasters/notesMaster1.xml" Id="Rc435302f725545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开场聚焦 Agent：Blocky 不是帮助学生多问一个答案，而是把角色、知识、工具、记忆、权限和运行过程交给学生亲手搭建。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息壤杯主题、主办方与赛道)</a:t>
            </a:r>
          </a:p>
          <a:p xmlns:a="http://schemas.openxmlformats.org/drawingml/2006/main">
            <a:r>
              <a:t>- D:\1Folder\Blocky-AI\doc\产品设计\Blocky-完整积木与Agent兼容设计.md (Scratch 式积木搭建 Agent 的产品定位)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三个入口分别停留在问答案、拼流程和写代码；Blocky 的教育价值是让学生直接搭建 Agent，理解角色、知识、工具、记忆、权限与运行轨迹怎样共同形成行为。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D:\1Folder\Blocky-AI\doc\产品设计\Blocky-完整积木与Agent兼容设计.md (Agent 语义、Scratch 式搭建与目标用户)</a:t>
            </a:r>
          </a:p>
          <a:p xmlns:a="http://schemas.openxmlformats.org/drawingml/2006/main">
            <a:r>
              <a:t>- https://hudong.moe.gov.cn/jyb_xwfb/gzdt_gzdt/s5987/202412/t20241202_1165500.html (以人为本、激发兴趣、探究实践、学用结合)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政策背景指向人工智能素养、实践创造与安全责任；Blocky 把这些抽象目标落到 Agent 搭建任务，让学生能够设计结构、运行系统并解释结果。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https://www.moe.gov.cn/jyb_xxgk/moe_1777/moe_1778/202501/t20250119_1176193.html (教育强国建设规划纲要与教育数字化方向)</a:t>
            </a:r>
          </a:p>
          <a:p xmlns:a="http://schemas.openxmlformats.org/drawingml/2006/main">
            <a:r>
              <a:t>- D:\1Folder\Blocky-AI\doc\产品设计\Blocky-初版产品方案.md (教育用户与 Agent 搭建场景)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这页展示 Agent 搭建工作台：左侧选择 Agent 能力积木，中间组合模块，右侧由构建助手协助搭建并在运行 Agent 中测试，底部用诊断、日志、终端和输出解释执行。入门七类与专业十二类共享同一 Agent 项目。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搭建与运行布局)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(入门七类、专业十二类与共享 Agent 项目)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课堂任务不是制作一个问答页面，而是搭建课堂知识 Agent：学生明确角色、资料、检索、回答规则和权限，再通过引用、轨迹和保存重开证明 Agent 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演示视频用五步证明 Agent 搭建闭环：选择课堂知识 Agent 蓝图、配置角色知识工具、运行 Agent、检查轨迹、保存重开；同步展示引用、拒答与行为复现。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搭建演示旅程)</a:t>
            </a:r>
          </a:p>
          <a:p xmlns:a="http://schemas.openxmlformats.org/drawingml/2006/main">
            <a:r>
              <a:t>- D:\1Folder\Blocky-AI\doc\技术设计\正式契约\07-阶段1-Demo接口交接.md (固定夹具与 Agent 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不是一个黑箱标签，而是一条可检查的语义链：学生编辑积木，编译器生成稳定 Agent IR，受控运行时执行工具，Trace 回放每一步，适配器再与原生 Agent 配置双向映射。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产品墙与四层创作)</a:t>
            </a:r>
          </a:p>
          <a:p xmlns:a="http://schemas.openxmlformats.org/drawingml/2006/main">
            <a:r>
              <a:t>- D:\1Folder\Blocky-AI\doc\产品设计\CLI与官方Agent-Skill.md (四个官方 Skills 与共享 Agent 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六个方向不是六套互不相通的产品，而是六类 Agent 生态进入 Blocky 的兼容版图。公共 Agent 语义投影为可编辑积木，框架特有能力保留定位，配置与行为通过独立兼容矩阵核验。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(六个 Agent 模板方向与兼容矩阵)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左侧是 Agent Core 的可复现实测：积木编辑、Agent IR、交互清单、工具契约、确定性运行与保存重开；右侧是通过验收的正式 Agent 项目契约。证据支持的是 Agent 产品地基。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(Agent Core 尖峰验证范围与长稳证据)</a:t>
            </a:r>
          </a:p>
          <a:p xmlns:a="http://schemas.openxmlformats.org/drawingml/2006/main">
            <a:r>
              <a:t>- D:\1Folder\Blocky-AI\doc\技术设计\正式契约\README.md (Agent 项目正式契约注册表)</a:t>
            </a:r>
          </a:p>
          <a:p xmlns:a="http://schemas.openxmlformats.org/drawingml/2006/main">
            <a:r>
              <a:t>- D:\1Folder\Blocky-AI\doc\验收\归档\2026-08-23\验收-Blocky阶段0契约冻结.md (正式契约验收)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四项成果都围绕 Agent 搭建：学生能搭出可运行 Agent，能指出结构与轨迹，能核对引用和拒答，能保存重开并复现行为。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D:\1Folder\Blocky-AI\doc\技术设计\正式契约\07-阶段1-Demo接口交接.md (固定 Agent 夹具与运行事件契约)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商业入口是免费 Agent 搭建底座；个人扩展为高频搭建者提供模型、工具、Skills 与资源，学校和机构购买教师管理、Agent 课程、支持与私有化服务。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(教育基础版、个人扩展与机构服务设计)</a:t>
            </a:r>
          </a:p>
          <a:p xmlns:a="http://schemas.openxmlformats.org/drawingml/2006/main">
            <a:r>
              <a:t>- D:\1Folder\Blocky-AI\doc\执行计划\2026-08-23-Blocky-竞品驱动完整开发计划.md (Agent 教育工作区与机构服务路线)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教育把安全变成可学习的系统能力：资料边界、工具权限、密钥隔离、运行轨迹和日志脱敏都在搭建与运行过程中直接呈现。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https://www.moe.gov.cn/jyb_xxgk/moe_1777/moe_1778/202501/t20250119_1176193.html (数字素养、安全与伦理方向)</a:t>
            </a:r>
          </a:p>
          <a:p xmlns:a="http://schemas.openxmlformats.org/drawingml/2006/main">
            <a:r>
              <a:t>- D:\1Folder\Blocky-AI\AGENTS.md (Agent 秘密、权限与 Host 安全边界)</a:t>
            </a:r>
          </a:p>
          <a:p xmlns:a="http://schemas.openxmlformats.org/drawingml/2006/main">
            <a:r>
              <a:t>- D:\1Folder\Blocky-AI\doc\产品设计\Blocky-底部面板终端与日志系统设计.md (Agent 日志脱敏、终端隔离与审计边界)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赛事路线围绕 Agent 搭建逐步放大：初赛证明 Agent 闭环，复赛验证教师与课堂数据，总决赛验证 Agent 兼容边界、教育扩展和机构合作。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(2026 息壤杯赛程与项目迭代方式)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 Agent 兼容矩阵)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收束到一个核心：Blocky 让学生成为 Agent 搭建者。创新来自透明 Agent 语义链；商业来自 Agent 教育底座与持续服务；社会价值来自可解释、负责任的 Agent 设计；应用成效用搭建、解释、引用、复现核验；孵化空间连接六模板、CLI、Skills、社区与多端。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https://js.news.cn/20260717/59d330ba6357464babb402e9c1907680/c.html (赛事评估维度与孵化资源)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(Agent CLI、Skills、兼容与多端路线)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0b16d5e7174f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aa7dde00b74352" /><Relationship Type="http://schemas.openxmlformats.org/officeDocument/2006/relationships/slideLayout" Target="/ppt/slideLayouts/slideLayout1.xml" Id="R3d9b2de8e10044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9b2de8e10044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95af62a5404b9c" /><Relationship Type="http://schemas.openxmlformats.org/officeDocument/2006/relationships/image" Target="/ppt/media/image.png" Id="R8641608e494f4c7b" /><Relationship Type="http://schemas.openxmlformats.org/officeDocument/2006/relationships/notesSlide" Target="/ppt/notesSlides/notesSlide1.xml" Id="R53387d1a66554e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c39a9adbc14afc" /><Relationship Type="http://schemas.openxmlformats.org/officeDocument/2006/relationships/notesSlide" Target="/ppt/notesSlides/notesSlide2.xml" Id="Raba84573aa384ab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c0e5bee7fd455f" /><Relationship Type="http://schemas.openxmlformats.org/officeDocument/2006/relationships/notesSlide" Target="/ppt/notesSlides/notesSlide3.xml" Id="Ref3d24e48a7b45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d31503d3c428f" /><Relationship Type="http://schemas.openxmlformats.org/officeDocument/2006/relationships/image" Target="/ppt/media/image2.png" Id="R514fec8e6e244f16" /><Relationship Type="http://schemas.openxmlformats.org/officeDocument/2006/relationships/notesSlide" Target="/ppt/notesSlides/notesSlide4.xml" Id="R88f8be0d364e41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8a052573b4a07" /><Relationship Type="http://schemas.openxmlformats.org/officeDocument/2006/relationships/notesSlide" Target="/ppt/notesSlides/notesSlide5.xml" Id="Rab325ecd8e4d4e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ab21cc18394952" /><Relationship Type="http://schemas.openxmlformats.org/officeDocument/2006/relationships/notesSlide" Target="/ppt/notesSlides/notesSlide6.xml" Id="R48ce5ee3932540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f7967682b14d37" /><Relationship Type="http://schemas.openxmlformats.org/officeDocument/2006/relationships/notesSlide" Target="/ppt/notesSlides/notesSlide7.xml" Id="R8a7609033fb14a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542620e3814051" /><Relationship Type="http://schemas.openxmlformats.org/officeDocument/2006/relationships/notesSlide" Target="/ppt/notesSlides/notesSlide8.xml" Id="Ra8ea9faece2b49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41182c53747b0" /><Relationship Type="http://schemas.openxmlformats.org/officeDocument/2006/relationships/image" Target="/ppt/media/image3.png" Id="R36aef438b1154455" /><Relationship Type="http://schemas.openxmlformats.org/officeDocument/2006/relationships/notesSlide" Target="/ppt/notesSlides/notesSlide9.xml" Id="Rbce93cca49274d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3a25fb485455f" /><Relationship Type="http://schemas.openxmlformats.org/officeDocument/2006/relationships/notesSlide" Target="/ppt/notesSlides/notesSlide10.xml" Id="R6ea16b4bc6dd48f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c219feda642f6" /><Relationship Type="http://schemas.openxmlformats.org/officeDocument/2006/relationships/notesSlide" Target="/ppt/notesSlides/notesSlide11.xml" Id="Ree0f0399036b40f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e949415bd8498c" /><Relationship Type="http://schemas.openxmlformats.org/officeDocument/2006/relationships/notesSlide" Target="/ppt/notesSlides/notesSlide12.xml" Id="Rdf46d98e30b748e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f3f97ba7864c79" /><Relationship Type="http://schemas.openxmlformats.org/officeDocument/2006/relationships/notesSlide" Target="/ppt/notesSlides/notesSlide13.xml" Id="Ra54e986592924a0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c256a2af942ee" /><Relationship Type="http://schemas.openxmlformats.org/officeDocument/2006/relationships/notesSlide" Target="/ppt/notesSlides/notesSlide14.xml" Id="Rdf12873e7bed40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1608e494f4c7b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Agent 搭建软件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809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搭建 · 教育场景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把黑箱式模型调用，变成可观察、可解释、可复现的 Agent 搭建过程。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Agent 教育痛点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课堂需要的不是更多答案，而是学生能搭建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角色、知识、记忆、工具、权限与运行轨迹，决定 Agent 如何工作。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提问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聊天式问答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得到结果，却看不见 Agent 的结构与运行过程。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连线流程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节点能串起步骤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参数与拓扑偏工程化</a:t>
            </a:r>
          </a:p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初学者难读、难改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76600" cy="270510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343150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09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编码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575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代码框架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390900"/>
            <a:ext cx="2819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表达力强，但环境、依赖与语法抬高课堂搭建门槛。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把 Agent 的结构、运行和解释，变成学生可以亲手编辑的积木。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OPPORTUNITY · Agent 教育机会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搭建正在成为人工智能教育的下一步实践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全国教育体系规模，为 Agent 搭建课程提供广泛的课堂入口。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政策方向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教育数字化持续推进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人工智能助力教学变革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强调实践、创造与问题解决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• 同步重视安全、伦理与规范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教育入口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12 岁以上学生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职教与高校 Agent 入门课程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设计 Agent 项目的教师创作者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语言，贯通入门搭建与专业工程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fec8e6e244f16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Agent 搭建实证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Agent 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分钟课，搭出“课堂知识 Agent”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学生组合角色、资料检索、回答规则与权限，再用运行证据讲清系统。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009900"/>
            <a:ext cx="845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老师设定任务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定义 Agent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5717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38450"/>
            <a:ext cx="914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385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解释系统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76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学习成果：Agent 搭得出 · 结构说得清 · 引用找得到 · 重开仍一致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DEMO · Agent 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分钟完成 Agent 搭建与运行闭环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确定性本地实证呈现“选蓝图—改积木—跑 Agent—看轨迹—存项目”。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配置积木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/ 知识 /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检查轨迹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/ 状态 /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行为一致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实证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 Provider / 本地检索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拒答与引用可见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回答与来源保持一致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3EC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项目可复现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语义与会话状态分离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Agent 闭环：五步可复现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INNOVATION · Agent 语义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壁垒是一条可验证、可回放、可逆的 Agent 语义链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同一套 Agent 结构同时服务学生搭建、运行执行、教师复核与原生兼容。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学生能读懂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 Agent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系统能校验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 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权限有边界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每步可回放解释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适配器可逆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模板 / 原生写回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同一 Agent 语义链贯通桌面、CLI、四个官方 Skills 与六模板兼容版图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Agent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生态，共用一套可改造的积木语言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映射到统一 Agent 项目。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兼容结果：公共语义可编辑，原生能力可定位，项目配置可逆写回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 · 文件读写 · Shell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AGENTS.md · Skills · MCP ·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Gateway · 会话 · 记忆 ·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协作 · 消息 · 任务 ·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主 / 子 Agent · 工具权限 ·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Profile · Bundle · Cordis ·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Agent 内核实证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技术尖峰已验证 Agent 核心链路，正式契约已通过验收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积木编辑、稳定 IR、确定性运行、保存重开与项目协议均有可复查证据。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9530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7813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590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Agent Core 技术尖峰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62250"/>
            <a:ext cx="43243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与稳定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Agent Runtime 与窄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 Agent 项目保存—重开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分钟长稳（历史精确提交）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5E0A2-E73F-44C7-BAD5-6A0D82C2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2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结论：Agent 项目核心风险已有可复现实证。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24050"/>
            <a:ext cx="56007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52650"/>
            <a:ext cx="3048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932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正式契约 · Agent 产品地基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4857750" cy="2457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Agent Project Manifest / Module Workspace / IR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/ ToolContract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RuntimeEvent / Diagnostic / Agent Trace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Build Spec / Semantic Patch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AppSurface / RPA / Window lifecycle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Terminal / LogEnvelope / AuditRecord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aef438b1154455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219700"/>
            <a:ext cx="4857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286375"/>
            <a:ext cx="466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 Agent 语义贯通画布、CLI、官方 Skills、兼容模板与教育工作区。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LEARNING OUTCOME · Agent 学习成效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分钟核验 4 项 Agent 搭建成果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 Agent 项目、结构讲解、来源引用到保存复现，课堂证据一次看清。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蓝图变成可运行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指出关键积木与运行轨迹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回答有来源，证据不足会拒答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保存重开，Agent 行为一致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课堂验收：Agent 搭建、解释、引用、复现四项证据同屏呈现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Agent 教育商业模式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搭建底座进入课堂，持续服务形成收入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搭建底座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获客与学习入口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搭建、运行与保存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个人 Agent 扩展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高频搭建者付费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高级模型、工具、Skills 与资源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¥980/年为设计基线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机构授权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规模化课程服务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教师管理、班级与作业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课程、支持与私有化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先验证 Agent 课程价值、教师复用与学生搭建成效，再拓展个人与机构服务。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SAFETY · Agent 教育边界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学生搭 Agent，也学会权限、证据与责任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 Agent / 无密钥优先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降低首次搭建门槛，减少学生接触真实密钥与外部账户。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教师锁定 Agent 资料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学生自主设计角色与流程，课程知识和回答边界保持清晰。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权限显式可见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文件、网络、工具与高风险操作在运行前可见、可解释。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轨迹可回放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教师复核每步运行；日志先脱敏，项目文件不混入秘密。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让学生在有边界的系统里，负责任地搭建和运行 Agent。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ROADMAP · Agent 教育增长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 Agent 课堂实证走向规模化教育产品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初赛展示 Agent 闭环，复赛沉淀教师数据，总决赛验证兼容与商业价值。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闭环实证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 3 分钟 Agent 搭建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补齐演示视频与材料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门槛：Agent 可运行、可解释、可重开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课堂试点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接入真实 RAG / 模型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邀请 3–5 位教师共创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记录搭建率与解释率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门槛：搭建率、解释率、引用与拒答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产品验证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汇报试点数据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 / Codex 兼容报告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验证教育扩展与机构意向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门槛：教师复用、兼容边界、付费试点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六模板兼容版图与四个官方 Skills 构成 Agent 生态增长路线。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BLOCKY · Agent 教育价值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把系统设计、运行解释与责任边界变成可学习的能力。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0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可见 Agent 积木 → 稳定 IR → Trace → 可逆映射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 Agent 底座 → 个人扩展 →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把人工智能素养落到 Agent 设计、搭建与负责运行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应用成效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Agent 搭建、解释、引用、复现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孵化潜力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六模板 → Agent CLI / 四 Skills →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期待赛事连接 Agent 教育试点学校与教师，并提供模型、算力、渠道与孵化支持。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2026-08-24T16:00:27.0150000Z</dcterms:created>
  <dcterms:modified xsi:type="dcterms:W3CDTF">2026-08-24T16:00:27.0150000Z</dcterms:modified>
</coreProperties>
</file>