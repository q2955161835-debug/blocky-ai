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007C7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7.2</c:v>
                </c:pt>
                <c:pt idx="1">
                  <c:v>18</c:v>
                </c:pt>
                <c:pt idx="2">
                  <c:v>32.4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费用</c:v>
                </c:pt>
              </c:strCache>
            </c:strRef>
          </c:tx>
          <c:spPr>
            <a:solidFill>
              <a:srgbClr val="7550A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13.264</c:v>
                </c:pt>
                <c:pt idx="1">
                  <c:v>18.84</c:v>
                </c:pt>
                <c:pt idx="2">
                  <c:v>26.968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拟讲述20秒；制作目标，非赛事硬规则。
大家好，我们是TB快重置就队。Blocky面向非专业用户，以小学Agent创作教育为首个切入点。我们希望孩子通过读懂、改造、搭建和调试自己的作品，理解智能体怎样工作。当前桌面工具已可运行，小学入门体验和真实学习效果仍需验证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拟讲述35秒；制作目标，非赛事硬规则。
如果孩子只收到一段故事，我们看不出他理解了什么。这里的故事搭档是学习载体：孩子要决定角色、任务、条件和行动，运行前预测，运行后解释。相同基础部件允许孩子换成海底向导或其他自己的作品。案例服务于理解智能体的组成，不用一项查资料或生成文件的用途代表整个产品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拟讲述40秒；制作目标，非赛事硬规则。
Scratch通过创作让孩子理解编程；Blocky以Agent作品理解角色、任务、记忆、工具和执行过程。我们先让孩子读懂一个简单作品，再改造，最后自己组合并讲解。这是教学参照，不意味着继承Scratch已积累的教育效果，也不表示工具成熟度相同。需要真实小学活动验证孩子能否独立操作和解释。
公开资料沿用2026-10-03交接核对，本轮未重新核验页面变化：
https://scratchfoundation.org/learn/learning-library/starter-projects
https://blocksbuilder.ai/features
https://blocksbuilder.ai/pricing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拟讲述45秒；制作目标，非赛事硬规则。
画面来自已经交付的0.8.0-chat普通包，使用合成水循环资料。它证明实际的嵌套画布、角色配置、输出和过程查看，不是故事课程截图。教师可在现有工作台上准备少量积木，学生再运行与修改。但我们尚未验证小学生独立使用，也没有现成班级管理或自动评分平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拟讲述55秒；制作目标，非赛事硬规则。
教师准备的故事Agent由角色、输入、方向规则、任务、模型和输出组成。角色是友善故事搭档，输入勇敢小猫，条件选择森林或花园，将方向作为上下文，与写三句并以提问结尾的要求一起交给教师预选模型。孩子指出各部件，预测方向，再检查故事是否符合要求。完整链是教学设计，故事生成尚未取证。已实际运行的部分仅为方向规则，下面用它进行单一改动比较；角色字段没有在这项本地实验中驱动模型生成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拟讲述60秒；制作目标，非赛事硬规则。
这次只把条件勇敢改成友善，输入仍是勇敢的小猫。本地执行从森林切换到花园，事件分别经过对应分支。孩子需要说明原因，而不是只说新结果更好。随后换一个输入检验是否理解条件。这个对照只核验规则修改与事件映射。下一步把两种方向作为模型上下文，角色与三句故事任务保持相同，比较实际生成内容是否符合路线。再保持方向相同，把任务从直接续写改成先问我一个选择问题，观察回应是否改变。模型可能不遵从，孩子要记录失败并修改要求。这些生成对照尚待实际取证，不展示虚构答案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拟讲述50秒；制作目标，非赛事硬规则。
孩子自行决定角色和目标，例如海底向导。输入伙伴与目的地，规则选择行动方向，将方向、友善向导角色和两句介绍后询问下一步的任务交给模型。孩子要判断为什么这样组合，保持输入不变，只改一项任务要求并观察真实回应。如果增加记忆，就把本次方向写入会话，下轮读取给模型作上下文；若增加文本工具，就把故事交给登记的统计工具查看字符数。每次只加一种能力，教师预选模型和权限。当前支持这些部件，但这套教学链的生成结果和小学独立使用都待取证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拟讲述50秒；制作目标，非赛事硬规则。
这张图是当前普通包实际运行后的轨迹，点击事件能定位到相应积木。黄色虚线是编辑选中状态。孩子的调试顺序是先说预测，再找实际步骤，定位要改的一块，修改后重新运行并解释。现在画面证明的是工具的轨迹和定位能力，不是故事任务课堂。评价也不只看最终故事好不好，而要看学生是否能把结果和自己的设计对应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拟讲述40秒；制作目标，非赛事硬规则。
教师先选少量积木和合成角色，准备能跑通的作品，检查模型与权限。活动分为示范预测、改造比较、自主搭建和调试展示。记录作品、解释、失败位置，以及教师给了多少提示，是否代操作。这些证据才支持判断孩子的自主性。当前没有班级管理或自动评分，流程是拟议课程设计，课时和效果均需真实活动验证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拟讲述35秒；制作目标，非赛事硬规则。
Blocky面向非专业用户，把Agent的关键行为从代码审阅转成积木审阅。搭建时读角色、任务和步骤，执行前查工具与权限，运行后用轨迹核对并修改。小学创作先练习这种理解与解释能力；后续OPC一人公司可据此审阅Agent员工的职责和流程，具体办公应用尚待验证。模型内容仍需核查，积木与轨迹不揭示模型内部推理。Blockly、Tauri、Pi提供底座，Blocky组织作品语义、运行映射和权限集成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拟讲述30秒；制作目标，非赛事硬规则。
下一步不是把全国学校数当市场，而是找到小学教师，观察孩子是否能自主改造、搭建和解释，教师能否不由团队代操作地复用。软件完整免费，机构服务按需求报价，外部模型成本按约承担。未完成的机构账户、班级管理和计费不作为现成功能销售。没有真实课堂、合同和收入证据时，材料保留待验证状态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拟讲述20秒；制作目标，非赛事硬规则。
Blocky的目标是让孩子从读懂作品开始，动手改造，逐步搭建并解释自己的Agent。当前工具能力为这条学习过程提供支撑，下一步用真实小学活动验证它。我们会把作品、过程和帮助程度作为证据，不把演示等同教学效果。谢谢各位评委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问答备答，不计入主讲480秒。
Scratch是成熟的创作参照，Blocks Builder AI是直接教育竞品。专业AI平台提供另一条应用工程路线。Blocky不声称独占积木AI，不用未核实的弱点比较。小学体验、解释过程和教师复用需要实际数据。竞品网页沿用交接核对，本轮未复核公开页面变化。
公开资料沿用2026-10-03交接核对，本轮未重新核验页面变化：
https://scratchfoundation.org/learn/learning-library/starter-projects
https://blocksbuilder.ai/features
https://blocksbuilder.ai/pricing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问答备答，不计入主讲480秒。
基准收入7.20、18.00、32.40万元，费用13.264、18.840、26.968万元。2027和2028亏损，2029单年盈利，但三年累计亏1.472万元。最大缺口8.30万元已计入假设的2万元期初资金，储备2万元后追加预算10.30万元。资金未落实应收缩支出，不能按负现金路径持续经营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问答备答，不计入主讲480秒。
三情景来自配套工作簿。80小时拆分仅是小学服务范围假设，合计与基准模型一致。每合同80百万输入与20百万输出Token，预算单价10和30元，得到1400元；不是供应商报价或实测用量。内部交付80小时/月，超过的工时使用预算中的外部增援，仍须先确认可用人员。悲观所需追加资金28.11万元，基准资金不足以覆盖销售低迷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问答备答，不计入主讲480秒。
本轮新实验没有外部模型请求。历史普通包截图和模型用量来自交接材料的精确来源。故事生成、角色因果对照、儿童独立搭建和课堂效果都没有新证据。工具权限与模型配置由教师预先检查，不承诺零错误、绝对安全或默认适合未成年人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问答备答，不计入主讲480秒。
公开网页沿用2026年10月3日交接核对，本轮未复核页面变化。财务均来自配套工作簿，与商业计划书一致。主讲12页480秒是制作目标，没有真人彩排、场地投屏或最终高校手册证据，不表述为硬性赛制。
公开资料沿用2026-10-03交接核对，本轮未重新核验页面变化：
https://scratchfoundation.org/learn/learning-library/starter-projects
https://blocksbuilder.ai/features
https://blocksbuilder.ai/pricing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息壤杯 · 高校赛区 · 项目答辩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pic>
        <p:nvPicPr>
          <p:cNvPr id="7" name="Image 0" descr="Blocky概念插画或Windows真实产品画面；具体来源与边界见本页讲稿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057400"/>
            <a:ext cx="69037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2450592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让小学生用积木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学习搭建 AI 智能体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03504" y="41148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读懂作品  ·  动手改造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自己搭建  ·  运行后解释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03504" y="56967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TB快重置就队  |  2026年10月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326880" y="60441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概念插画；非课堂照片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教育目标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从获得答案，走向设计一个作品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同一个“故事创作搭档”，让孩子做出可解释的设计选择。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352044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4963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我让它扮演谁？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3118104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故事搭档、海底向导……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选择角色与任务，说明为什么。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52544" y="2286000"/>
            <a:ext cx="352044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4963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它下一步做什么？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3118104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接收输入，判断条件，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选择行动；预测运行结果。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10728" y="2286000"/>
            <a:ext cx="347472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249631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F6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我怎样改变它？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11896" y="3118104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改一个条件，比较两次结果；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再为自己的任务组合部件。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9286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学生的作品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907792" y="49377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 + 任务 + 能力 + 执行步骤 + 结果解释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积木审阅：读懂任务与步骤，用轨迹核对行为；小学实践仍待验证。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创作学习参照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像创作 Scratch 作品一样，逐步理解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参照的是“看作品、改作品、做作品”的学习方式。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97680"/>
                <a:gridCol w="484632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学习环节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Scratch 参照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Blocky 教学目标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读懂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事件、角色、动作的结构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开始、角色、任务与能力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改造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改变动作或条件，观察变化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改变要求或步骤，比较结果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搭建与讲解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组合部件，解释作品行为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组合Agent部件，解释执行过程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84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迁移需要验证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3657600" y="510235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工具能运行 ≠ 孩子能独立学习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须观察阅读负担、操作帮助与解释质量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当前工作台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作品、运行和修改，在同一个工作区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Windows 普通包画面；合成资料作品仅用于说明界面与能力。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pic>
        <p:nvPicPr>
          <p:cNvPr id="8" name="Image 0" descr="Blocky概念插画或Windows真实产品画面；具体来源与边界见本页讲稿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221992"/>
            <a:ext cx="6071616" cy="3794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0" y="2359152"/>
            <a:ext cx="333756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30768" y="2569464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已具备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430768" y="3191256"/>
            <a:ext cx="2935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嵌套积木与角色配置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项目保存、修改与重开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运行事件对应到积木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412480" y="50017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仍待验证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412480" y="548640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小学阅读与操作负担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教师能否独立复用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读懂作品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先预测，再运行：这一步会走向哪里？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教学部件实验：输入“勇敢的小猫”，先理解条件与两种行动。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6035040" cy="521208"/>
          </a:xfrm>
          <a:prstGeom prst="roundRect">
            <a:avLst>
              <a:gd name="adj" fmla="val 26316"/>
            </a:avLst>
          </a:prstGeom>
          <a:solidFill>
            <a:srgbClr val="007C73"/>
          </a:solidFill>
          <a:ln w="7620">
            <a:solidFill>
              <a:srgbClr val="007C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441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角色：友善的故事搭档；输入：勇敢的小猫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5528" y="2953512"/>
            <a:ext cx="5925312" cy="521208"/>
          </a:xfrm>
          <a:prstGeom prst="roundRect">
            <a:avLst>
              <a:gd name="adj" fmla="val 26316"/>
            </a:avLst>
          </a:prstGeom>
          <a:solidFill>
            <a:srgbClr val="7550A4"/>
          </a:solidFill>
          <a:ln w="7620">
            <a:solidFill>
              <a:srgbClr val="7550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306324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规则选择方向：森林 / 花园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05256" y="3575304"/>
            <a:ext cx="5815584" cy="521208"/>
          </a:xfrm>
          <a:prstGeom prst="roundRect">
            <a:avLst>
              <a:gd name="adj" fmla="val 26316"/>
            </a:avLst>
          </a:prstGeom>
          <a:solidFill>
            <a:srgbClr val="AF6B22"/>
          </a:solidFill>
          <a:ln w="7620">
            <a:solidFill>
              <a:srgbClr val="AF6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368503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把方向作上下文；任务：写三句，以提问结尾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14984" y="4197096"/>
            <a:ext cx="5705856" cy="521208"/>
          </a:xfrm>
          <a:prstGeom prst="roundRect">
            <a:avLst>
              <a:gd name="adj" fmla="val 26316"/>
            </a:avLst>
          </a:prstGeom>
          <a:solidFill>
            <a:srgbClr val="007C73"/>
          </a:solidFill>
          <a:ln w="7620">
            <a:solidFill>
              <a:srgbClr val="007C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306824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教师预选模型 → 输出故事 → 检查与修改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0" y="2350008"/>
            <a:ext cx="420624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256032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孩子要做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16368" y="3182112"/>
            <a:ext cx="3803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指出角色、输入、方向和模型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预测规则会选择哪条路线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检查生成故事是否符合任务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完整Agent链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834640" y="53035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规则选方向；模型按角色、任务与上下文生成。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完整链为教学设计；已运行证据仅覆盖方向规则，生成故事尚待取证。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改造作品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只改一个条件，解释两次结果为何不同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输入保持不变，修改处可定位，结果能比较。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3035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587752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改造前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41248" y="3209544"/>
            <a:ext cx="4901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输入：勇敢的小猫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条件：包含“勇敢”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结果：到森林探险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99632" y="2377440"/>
            <a:ext cx="53035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587752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改造后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3209544"/>
            <a:ext cx="4901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输入：勇敢的小猫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条件：包含“友善”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结果：去花园交朋友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248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学生的解释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017520" y="50749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输入不变，条件改变，所以路线不同。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再把路线交给模型，比较故事是否符合任务（待验证）。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两次结构化结果与实际分支事件一致；无外部大模型调用。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自主搭建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为自己的目标，组合一个不同的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先掌握结构，再逐步加入模型、记忆或工具。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3520440" cy="3154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54203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我做一个海底向导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3163824"/>
            <a:ext cx="31181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角色：友善的海底向导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输入：伙伴 + 想去的地方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任务：两句介绍，问下一步去哪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方向作为上下文交给模型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52544" y="2331720"/>
            <a:ext cx="3520440" cy="3154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54203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一次增加一种能力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3163824"/>
            <a:ext cx="31181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模型：按角色与任务生成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记忆：存本次方向，下轮读取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工具：统计故事文本字符数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孩子解释为何需要该部件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10728" y="2331720"/>
            <a:ext cx="3474720" cy="3154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254203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F6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检验自己的设计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11896" y="3163824"/>
            <a:ext cx="30723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保持输入，改一条任务要求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看回应是否满足新要求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若不符合，回看步骤再修订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向同伴讲解角色、能力与结果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教师预选模型、权限与少量积木；生成式故事与学生自主搭建尚待取证。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调试与解释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看见执行步骤，才能修改自己的设计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真实普通包轨迹，证明事件能对应回积木；图中作品不是故事搭档。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pic>
        <p:nvPicPr>
          <p:cNvPr id="8" name="Image 0" descr="真实普通包画布局部；黄色虚线为编辑选中状态">    </p:cNvPr>
          <p:cNvPicPr>
            <a:picLocks noChangeAspect="1"/>
          </p:cNvPicPr>
          <p:nvPr/>
        </p:nvPicPr>
        <p:blipFill>
          <a:blip r:embed="rId1"/>
          <a:srcRect l="29861" t="31111" r="37500" b="20000"/>
          <a:stretch>
            <a:fillRect/>
          </a:stretch>
        </p:blipFill>
        <p:spPr>
          <a:xfrm>
            <a:off x="640080" y="2231136"/>
            <a:ext cx="4069080" cy="3813048"/>
          </a:xfrm>
          <a:prstGeom prst="rect">
            <a:avLst/>
          </a:prstGeom>
        </p:spPr>
      </p:pic>
      <p:pic>
        <p:nvPicPr>
          <p:cNvPr id="9" name="Image 1" descr="同次真实运行轨迹局部；事件对应具体积木">    </p:cNvPr>
          <p:cNvPicPr>
            <a:picLocks noChangeAspect="1"/>
          </p:cNvPicPr>
          <p:nvPr/>
        </p:nvPicPr>
        <p:blipFill>
          <a:blip r:embed="rId2"/>
          <a:srcRect l="76042" t="28889" r="1042" b="15556"/>
          <a:stretch>
            <a:fillRect/>
          </a:stretch>
        </p:blipFill>
        <p:spPr>
          <a:xfrm>
            <a:off x="5257800" y="2231136"/>
            <a:ext cx="2514600" cy="38130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83880" y="2423160"/>
            <a:ext cx="3383280" cy="3154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85048" y="2633472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把问题带回作品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385048" y="3255264"/>
            <a:ext cx="2980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我预测了什么？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实际经过哪一步？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哪一块需要修改？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再运行，能解释变化吗？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教师组织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一堂创作实践课，留下可观察的学习证据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拟议活动流程；课时与帮助程度将在真实试用中记录。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57200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课堂环节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教师准备与引导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学生留下的证据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示范与预测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准备少量积木、检查运行与模型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指出结构，口述运行预测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改造与比较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限定一次修改，避免代操作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修改前后结果与原因解释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自主搭建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给不同目标，开放部件选择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自己的作品与设计理由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调试与展示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引导回看轨迹，记录提示次数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失败位置、修订与同伴讲解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暂无班级管理或自动评分；教师人工组织。不能由完成率直接推断教学提升。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产品价值与技术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从代码审阅，到积木审阅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面向非专业用户：看懂 Agent 的任务、步骤与工具，用轨迹核对实际行为。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350008"/>
            <a:ext cx="352044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56032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搭建时：读懂结构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3182112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审角色、任务与上下文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看条件、记忆和能力部件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逐块确认设计是否符合目标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52544" y="2350008"/>
            <a:ext cx="352044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56032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执行前：检查行为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3182112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预测步骤与预期结果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核对工具、资料和权限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修改要求后再运行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10728" y="2350008"/>
            <a:ext cx="34747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256032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F6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运行后：核对过程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11896" y="3182112"/>
            <a:ext cx="30723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事件对应到具体积木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比较实际步骤与输出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定位问题，修改后再检验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51023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F6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后续拓展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788920" y="5038344"/>
            <a:ext cx="8641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OPC（一人公司）：让“Agent 员工”的职责、流程与工具权限可审阅。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与小学创作共享理解、修改和解释这条价值主线；应用待验证。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积木与轨迹呈现关键行为；模型内容仍需核查。底座采用 Blockly、Tauri、Pi。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进入课堂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先验证孩子能创作，再验证教师能复用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完整软件免费；机构按课程、部署、培训与支持需求报价。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304288"/>
            <a:ext cx="352044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51460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3136392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Windows工具已可运行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规则部件有本地对照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小学体验与课程待验证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52544" y="2304288"/>
            <a:ext cx="352044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51460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3136392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小学教师访谈与小范围试用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观察自主改造、搭建和解释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记录帮助、失败与实际费用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10728" y="2304288"/>
            <a:ext cx="34747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251460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F6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服务成立的条件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11896" y="3136392"/>
            <a:ext cx="30723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教师能独立复用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机构有明确范围与预算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工时、用量和回款可承担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5184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先服务现有能力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509320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机构账户、班级管理、额度与计费尚待建设。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真实课堂、合同与营收尚无验证结果。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D9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教育价值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让孩子理解、设计并解释自己的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3760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CD1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BCD1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000" dirty="0"/>
          </a:p>
        </p:txBody>
      </p:sp>
      <p:pic>
        <p:nvPicPr>
          <p:cNvPr id="7" name="Image 0" descr="Blocky概念插画或Windows真实产品画面；具体来源与边界见本页讲稿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057400"/>
            <a:ext cx="6035040" cy="33924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3774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读得懂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改得动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搭得出，讲得清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795528" y="50109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A7D9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用作品与过程，验证每一步学习。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95528" y="58247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1D5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TB快重置就队  ·  谢谢各位评委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备答 A / 教育竞品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创作参照与直接竞争，都需要正面回答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免费与积木不是充分差异，教师复用才是待验证价值。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160520"/>
                <a:gridCol w="429768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选择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已有公开方向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Blocky需要证明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Scratch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入门作品、创作学习资源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Agent学习迁移与小学适配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Blocks Builder AI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积木AI；个人免费、机构洽谈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课程与桌面过程能否支持复用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专业AI应用平台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面向应用开发的工程工作流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小学阅读、操作与组织成本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公开描述沿用交接核对；本轮未复核页面变化，功能与价格以官方最新说明为准。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备答 B / 基准财务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基准前两年亏损，现金比增长目标更紧迫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2027–2029 · 人民币万元 · 全部为假设，无真实合同或资金承诺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2313432"/>
          <a:ext cx="6949440" cy="32186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001000" y="2468880"/>
            <a:ext cx="356616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02168" y="267919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10.30 万元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02168" y="3300984"/>
            <a:ext cx="31638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追加资金预算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峰值缺口8.30万 + 储备2万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期初自有2万元同属假设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合同4 / 10 / 18份，均价1.8万元；2029单年转正，三年累计仍亏1.472万元。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备答 C / 情景与服务成本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先核对每份服务能否交付，再谈规模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完整软件免费，服务均价与工时是预算假设。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  <a:gridCol w="310896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情景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三年收入（万）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三年损益（万）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追加资金（万）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悲观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18.00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-27.840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28.110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基准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57.60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-1.472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10.300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积极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96.80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18.044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7.543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4919472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基准80小时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3474720" y="48280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作品准备24 + 培训16 + 配置16 + 支持复盘24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每份模型额度预算1400元；用量与单价没有整班实测。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收款、费用与产能按月核对；悲观持续亏损，必须缩小支出或暂停扩展。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备答 D / 真实性与权限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三类证据，各自只证明对应范围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教学设计、领域运行、Windows普通包画面不能相互替代。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434840"/>
                <a:gridCol w="420624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证据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实际完成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不能推出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故事条件实验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本地规则两次运行、分支与结果一致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生成式故事、Windows课程或小学生效果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普通包截图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合成资料引用、轨迹定位、项目工作台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新故事任务或真实课堂采用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历史模型演示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息壤模型3响应，共7717Token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本轮新模型用量、教学提升或收入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教师选择模型与内容范围；工具按权限执行。引用不保证正确，受控不等于绝对安全。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备答 E / 公开来源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比较与数字，都保留可回查的依据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资料用于解释现有方向，不代替产品取证或课堂验证。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Scratch Foundation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66344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Starter Projects：入门作品与创作学习参照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Blocks Builder AI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66344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Features / Pricing：积木AI与机构服务路径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1520" y="4178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F6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配套财务工作簿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63440" y="41879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36个月、三情景；经营数字全部为规划假设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1520" y="50566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Blocky产品记录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663440" y="5074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普通包历史截图 + 本轮领域Runtime条件对照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未完成真人彩排与现场投屏；12页主讲拟480秒，另5页备答。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TB快重置就队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Blocky Studio 小学Agent创作教育</dc:title>
  <dc:subject>小学Agent创作教育</dc:subject>
  <dc:creator>TB快重置就队</dc:creator>
  <cp:lastModifiedBy>TB快重置就队</cp:lastModifiedBy>
  <cp:revision>1</cp:revision>
  <dcterms:created xsi:type="dcterms:W3CDTF">2026-10-02T19:35:11Z</dcterms:created>
  <dcterms:modified xsi:type="dcterms:W3CDTF">2026-10-02T19:35:11Z</dcterms:modified>
</cp:coreProperties>
</file>